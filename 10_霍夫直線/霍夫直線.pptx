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384" r:id="rId3"/>
    <p:sldId id="385" r:id="rId4"/>
    <p:sldId id="386" r:id="rId5"/>
    <p:sldId id="268" r:id="rId6"/>
    <p:sldId id="390" r:id="rId7"/>
    <p:sldId id="387" r:id="rId8"/>
    <p:sldId id="388" r:id="rId9"/>
    <p:sldId id="389" r:id="rId10"/>
    <p:sldId id="391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E7F7E1"/>
    <a:srgbClr val="FDE3E4"/>
    <a:srgbClr val="ED3338"/>
    <a:srgbClr val="FFDDFF"/>
    <a:srgbClr val="F9EBF7"/>
    <a:srgbClr val="C7FFF8"/>
    <a:srgbClr val="00A85A"/>
    <a:srgbClr val="DDF4FF"/>
    <a:srgbClr val="EC27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128897-3EF7-40D4-AB02-1C06B57BF487}" v="23" dt="2024-12-17T00:15:22.760"/>
    <p1510:client id="{DF990D46-37E6-46EB-BAC9-D6A90AF4C036}" v="22" dt="2024-12-16T17:33:23.6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蕭兆翔" userId="c09afb0b-60c9-45d8-81f2-4d7aa859f4bf" providerId="ADAL" clId="{DF990D46-37E6-46EB-BAC9-D6A90AF4C036}"/>
    <pc:docChg chg="undo custSel addSld delSld modSld sldOrd">
      <pc:chgData name="蕭兆翔" userId="c09afb0b-60c9-45d8-81f2-4d7aa859f4bf" providerId="ADAL" clId="{DF990D46-37E6-46EB-BAC9-D6A90AF4C036}" dt="2024-12-16T17:37:04.592" v="452" actId="680"/>
      <pc:docMkLst>
        <pc:docMk/>
      </pc:docMkLst>
      <pc:sldChg chg="modSp mod">
        <pc:chgData name="蕭兆翔" userId="c09afb0b-60c9-45d8-81f2-4d7aa859f4bf" providerId="ADAL" clId="{DF990D46-37E6-46EB-BAC9-D6A90AF4C036}" dt="2024-12-16T16:56:34.595" v="13" actId="20577"/>
        <pc:sldMkLst>
          <pc:docMk/>
          <pc:sldMk cId="1343009528" sldId="256"/>
        </pc:sldMkLst>
        <pc:spChg chg="mod">
          <ac:chgData name="蕭兆翔" userId="c09afb0b-60c9-45d8-81f2-4d7aa859f4bf" providerId="ADAL" clId="{DF990D46-37E6-46EB-BAC9-D6A90AF4C036}" dt="2024-12-16T16:56:34.595" v="13" actId="20577"/>
          <ac:spMkLst>
            <pc:docMk/>
            <pc:sldMk cId="1343009528" sldId="256"/>
            <ac:spMk id="9" creationId="{B49B9DE3-2C0C-4512-514F-D92557F4E5E7}"/>
          </ac:spMkLst>
        </pc:spChg>
      </pc:sldChg>
      <pc:sldChg chg="del">
        <pc:chgData name="蕭兆翔" userId="c09afb0b-60c9-45d8-81f2-4d7aa859f4bf" providerId="ADAL" clId="{DF990D46-37E6-46EB-BAC9-D6A90AF4C036}" dt="2024-12-16T16:59:02.675" v="19" actId="47"/>
        <pc:sldMkLst>
          <pc:docMk/>
          <pc:sldMk cId="1730443094" sldId="257"/>
        </pc:sldMkLst>
      </pc:sldChg>
      <pc:sldChg chg="del">
        <pc:chgData name="蕭兆翔" userId="c09afb0b-60c9-45d8-81f2-4d7aa859f4bf" providerId="ADAL" clId="{DF990D46-37E6-46EB-BAC9-D6A90AF4C036}" dt="2024-12-16T16:59:02.675" v="19" actId="47"/>
        <pc:sldMkLst>
          <pc:docMk/>
          <pc:sldMk cId="1685594156" sldId="259"/>
        </pc:sldMkLst>
      </pc:sldChg>
      <pc:sldChg chg="del">
        <pc:chgData name="蕭兆翔" userId="c09afb0b-60c9-45d8-81f2-4d7aa859f4bf" providerId="ADAL" clId="{DF990D46-37E6-46EB-BAC9-D6A90AF4C036}" dt="2024-12-16T16:59:02.675" v="19" actId="47"/>
        <pc:sldMkLst>
          <pc:docMk/>
          <pc:sldMk cId="1527372765" sldId="260"/>
        </pc:sldMkLst>
      </pc:sldChg>
      <pc:sldChg chg="del">
        <pc:chgData name="蕭兆翔" userId="c09afb0b-60c9-45d8-81f2-4d7aa859f4bf" providerId="ADAL" clId="{DF990D46-37E6-46EB-BAC9-D6A90AF4C036}" dt="2024-12-16T16:59:02.675" v="19" actId="47"/>
        <pc:sldMkLst>
          <pc:docMk/>
          <pc:sldMk cId="1979135620" sldId="264"/>
        </pc:sldMkLst>
      </pc:sldChg>
      <pc:sldChg chg="addSp delSp modSp mod">
        <pc:chgData name="蕭兆翔" userId="c09afb0b-60c9-45d8-81f2-4d7aa859f4bf" providerId="ADAL" clId="{DF990D46-37E6-46EB-BAC9-D6A90AF4C036}" dt="2024-12-16T17:17:53.926" v="330" actId="207"/>
        <pc:sldMkLst>
          <pc:docMk/>
          <pc:sldMk cId="2372458448" sldId="268"/>
        </pc:sldMkLst>
        <pc:spChg chg="del">
          <ac:chgData name="蕭兆翔" userId="c09afb0b-60c9-45d8-81f2-4d7aa859f4bf" providerId="ADAL" clId="{DF990D46-37E6-46EB-BAC9-D6A90AF4C036}" dt="2024-12-16T17:00:15.232" v="44" actId="478"/>
          <ac:spMkLst>
            <pc:docMk/>
            <pc:sldMk cId="2372458448" sldId="268"/>
            <ac:spMk id="3" creationId="{0092356C-10AD-3F80-54F7-D665476D3FED}"/>
          </ac:spMkLst>
        </pc:spChg>
        <pc:spChg chg="del">
          <ac:chgData name="蕭兆翔" userId="c09afb0b-60c9-45d8-81f2-4d7aa859f4bf" providerId="ADAL" clId="{DF990D46-37E6-46EB-BAC9-D6A90AF4C036}" dt="2024-12-16T17:00:15.232" v="44" actId="478"/>
          <ac:spMkLst>
            <pc:docMk/>
            <pc:sldMk cId="2372458448" sldId="268"/>
            <ac:spMk id="4" creationId="{F38A0366-662A-FE0F-8DBC-D14D29FB6403}"/>
          </ac:spMkLst>
        </pc:spChg>
        <pc:spChg chg="del">
          <ac:chgData name="蕭兆翔" userId="c09afb0b-60c9-45d8-81f2-4d7aa859f4bf" providerId="ADAL" clId="{DF990D46-37E6-46EB-BAC9-D6A90AF4C036}" dt="2024-12-16T17:00:15.232" v="44" actId="478"/>
          <ac:spMkLst>
            <pc:docMk/>
            <pc:sldMk cId="2372458448" sldId="268"/>
            <ac:spMk id="5" creationId="{578A2297-8413-ED9B-A7D7-D58F093A1AED}"/>
          </ac:spMkLst>
        </pc:spChg>
        <pc:spChg chg="del">
          <ac:chgData name="蕭兆翔" userId="c09afb0b-60c9-45d8-81f2-4d7aa859f4bf" providerId="ADAL" clId="{DF990D46-37E6-46EB-BAC9-D6A90AF4C036}" dt="2024-12-16T17:00:15.232" v="44" actId="478"/>
          <ac:spMkLst>
            <pc:docMk/>
            <pc:sldMk cId="2372458448" sldId="268"/>
            <ac:spMk id="6" creationId="{99735CEE-8C70-AEFB-9EF8-C250BED17028}"/>
          </ac:spMkLst>
        </pc:spChg>
        <pc:spChg chg="del">
          <ac:chgData name="蕭兆翔" userId="c09afb0b-60c9-45d8-81f2-4d7aa859f4bf" providerId="ADAL" clId="{DF990D46-37E6-46EB-BAC9-D6A90AF4C036}" dt="2024-12-16T17:00:15.232" v="44" actId="478"/>
          <ac:spMkLst>
            <pc:docMk/>
            <pc:sldMk cId="2372458448" sldId="268"/>
            <ac:spMk id="7" creationId="{614449DE-E53D-CAA0-0F65-C0B0B2D773D1}"/>
          </ac:spMkLst>
        </pc:spChg>
        <pc:spChg chg="del">
          <ac:chgData name="蕭兆翔" userId="c09afb0b-60c9-45d8-81f2-4d7aa859f4bf" providerId="ADAL" clId="{DF990D46-37E6-46EB-BAC9-D6A90AF4C036}" dt="2024-12-16T17:00:15.232" v="44" actId="478"/>
          <ac:spMkLst>
            <pc:docMk/>
            <pc:sldMk cId="2372458448" sldId="268"/>
            <ac:spMk id="8" creationId="{BAEAA50A-787D-14BE-A3D6-CF788CFA9E62}"/>
          </ac:spMkLst>
        </pc:spChg>
        <pc:spChg chg="mod">
          <ac:chgData name="蕭兆翔" userId="c09afb0b-60c9-45d8-81f2-4d7aa859f4bf" providerId="ADAL" clId="{DF990D46-37E6-46EB-BAC9-D6A90AF4C036}" dt="2024-12-16T17:00:26.845" v="66" actId="20577"/>
          <ac:spMkLst>
            <pc:docMk/>
            <pc:sldMk cId="2372458448" sldId="268"/>
            <ac:spMk id="10" creationId="{3476B6AF-7304-7B82-A2EE-94A622C8C411}"/>
          </ac:spMkLst>
        </pc:spChg>
        <pc:spChg chg="add mod">
          <ac:chgData name="蕭兆翔" userId="c09afb0b-60c9-45d8-81f2-4d7aa859f4bf" providerId="ADAL" clId="{DF990D46-37E6-46EB-BAC9-D6A90AF4C036}" dt="2024-12-16T17:17:47.514" v="328" actId="207"/>
          <ac:spMkLst>
            <pc:docMk/>
            <pc:sldMk cId="2372458448" sldId="268"/>
            <ac:spMk id="13" creationId="{AFF06E18-D0C6-9E51-488F-04A3C0EDF5A9}"/>
          </ac:spMkLst>
        </pc:spChg>
        <pc:spChg chg="add del mod">
          <ac:chgData name="蕭兆翔" userId="c09afb0b-60c9-45d8-81f2-4d7aa859f4bf" providerId="ADAL" clId="{DF990D46-37E6-46EB-BAC9-D6A90AF4C036}" dt="2024-12-16T17:17:04.660" v="303" actId="478"/>
          <ac:spMkLst>
            <pc:docMk/>
            <pc:sldMk cId="2372458448" sldId="268"/>
            <ac:spMk id="14" creationId="{ADC3009E-5A53-5475-4634-3CC2A86DAA2E}"/>
          </ac:spMkLst>
        </pc:spChg>
        <pc:spChg chg="add mod">
          <ac:chgData name="蕭兆翔" userId="c09afb0b-60c9-45d8-81f2-4d7aa859f4bf" providerId="ADAL" clId="{DF990D46-37E6-46EB-BAC9-D6A90AF4C036}" dt="2024-12-16T17:17:53.926" v="330" actId="207"/>
          <ac:spMkLst>
            <pc:docMk/>
            <pc:sldMk cId="2372458448" sldId="268"/>
            <ac:spMk id="15" creationId="{0B9D9431-7072-683C-AF79-1314362DF671}"/>
          </ac:spMkLst>
        </pc:spChg>
        <pc:picChg chg="del">
          <ac:chgData name="蕭兆翔" userId="c09afb0b-60c9-45d8-81f2-4d7aa859f4bf" providerId="ADAL" clId="{DF990D46-37E6-46EB-BAC9-D6A90AF4C036}" dt="2024-12-16T17:00:13.920" v="43" actId="478"/>
          <ac:picMkLst>
            <pc:docMk/>
            <pc:sldMk cId="2372458448" sldId="268"/>
            <ac:picMk id="2" creationId="{16CDD499-E769-99E6-2418-DA107F1A0BFF}"/>
          </ac:picMkLst>
        </pc:picChg>
        <pc:picChg chg="add mod">
          <ac:chgData name="蕭兆翔" userId="c09afb0b-60c9-45d8-81f2-4d7aa859f4bf" providerId="ADAL" clId="{DF990D46-37E6-46EB-BAC9-D6A90AF4C036}" dt="2024-12-16T17:00:29.685" v="67" actId="1076"/>
          <ac:picMkLst>
            <pc:docMk/>
            <pc:sldMk cId="2372458448" sldId="268"/>
            <ac:picMk id="11" creationId="{6C433DAD-0E60-3D42-6069-4081EAC465F5}"/>
          </ac:picMkLst>
        </pc:picChg>
        <pc:picChg chg="del">
          <ac:chgData name="蕭兆翔" userId="c09afb0b-60c9-45d8-81f2-4d7aa859f4bf" providerId="ADAL" clId="{DF990D46-37E6-46EB-BAC9-D6A90AF4C036}" dt="2024-12-16T17:00:15.232" v="44" actId="478"/>
          <ac:picMkLst>
            <pc:docMk/>
            <pc:sldMk cId="2372458448" sldId="268"/>
            <ac:picMk id="12290" creationId="{00000000-0000-0000-0000-000000000000}"/>
          </ac:picMkLst>
        </pc:picChg>
      </pc:sldChg>
      <pc:sldChg chg="del">
        <pc:chgData name="蕭兆翔" userId="c09afb0b-60c9-45d8-81f2-4d7aa859f4bf" providerId="ADAL" clId="{DF990D46-37E6-46EB-BAC9-D6A90AF4C036}" dt="2024-12-16T16:59:02.675" v="19" actId="47"/>
        <pc:sldMkLst>
          <pc:docMk/>
          <pc:sldMk cId="1527147766" sldId="269"/>
        </pc:sldMkLst>
      </pc:sldChg>
      <pc:sldChg chg="del">
        <pc:chgData name="蕭兆翔" userId="c09afb0b-60c9-45d8-81f2-4d7aa859f4bf" providerId="ADAL" clId="{DF990D46-37E6-46EB-BAC9-D6A90AF4C036}" dt="2024-12-16T16:59:02.675" v="19" actId="47"/>
        <pc:sldMkLst>
          <pc:docMk/>
          <pc:sldMk cId="2706572330" sldId="273"/>
        </pc:sldMkLst>
      </pc:sldChg>
      <pc:sldChg chg="del">
        <pc:chgData name="蕭兆翔" userId="c09afb0b-60c9-45d8-81f2-4d7aa859f4bf" providerId="ADAL" clId="{DF990D46-37E6-46EB-BAC9-D6A90AF4C036}" dt="2024-12-16T16:59:02.675" v="19" actId="47"/>
        <pc:sldMkLst>
          <pc:docMk/>
          <pc:sldMk cId="1192488509" sldId="287"/>
        </pc:sldMkLst>
      </pc:sldChg>
      <pc:sldChg chg="del">
        <pc:chgData name="蕭兆翔" userId="c09afb0b-60c9-45d8-81f2-4d7aa859f4bf" providerId="ADAL" clId="{DF990D46-37E6-46EB-BAC9-D6A90AF4C036}" dt="2024-12-16T16:59:02.675" v="19" actId="47"/>
        <pc:sldMkLst>
          <pc:docMk/>
          <pc:sldMk cId="3815835487" sldId="291"/>
        </pc:sldMkLst>
      </pc:sldChg>
      <pc:sldChg chg="del">
        <pc:chgData name="蕭兆翔" userId="c09afb0b-60c9-45d8-81f2-4d7aa859f4bf" providerId="ADAL" clId="{DF990D46-37E6-46EB-BAC9-D6A90AF4C036}" dt="2024-12-16T16:59:02.675" v="19" actId="47"/>
        <pc:sldMkLst>
          <pc:docMk/>
          <pc:sldMk cId="1858062111" sldId="301"/>
        </pc:sldMkLst>
      </pc:sldChg>
      <pc:sldChg chg="del">
        <pc:chgData name="蕭兆翔" userId="c09afb0b-60c9-45d8-81f2-4d7aa859f4bf" providerId="ADAL" clId="{DF990D46-37E6-46EB-BAC9-D6A90AF4C036}" dt="2024-12-16T16:59:02.675" v="19" actId="47"/>
        <pc:sldMkLst>
          <pc:docMk/>
          <pc:sldMk cId="1781944770" sldId="314"/>
        </pc:sldMkLst>
      </pc:sldChg>
      <pc:sldChg chg="del">
        <pc:chgData name="蕭兆翔" userId="c09afb0b-60c9-45d8-81f2-4d7aa859f4bf" providerId="ADAL" clId="{DF990D46-37E6-46EB-BAC9-D6A90AF4C036}" dt="2024-12-16T16:59:02.675" v="19" actId="47"/>
        <pc:sldMkLst>
          <pc:docMk/>
          <pc:sldMk cId="3113006125" sldId="322"/>
        </pc:sldMkLst>
      </pc:sldChg>
      <pc:sldChg chg="del">
        <pc:chgData name="蕭兆翔" userId="c09afb0b-60c9-45d8-81f2-4d7aa859f4bf" providerId="ADAL" clId="{DF990D46-37E6-46EB-BAC9-D6A90AF4C036}" dt="2024-12-16T16:59:02.675" v="19" actId="47"/>
        <pc:sldMkLst>
          <pc:docMk/>
          <pc:sldMk cId="1798496417" sldId="323"/>
        </pc:sldMkLst>
      </pc:sldChg>
      <pc:sldChg chg="del">
        <pc:chgData name="蕭兆翔" userId="c09afb0b-60c9-45d8-81f2-4d7aa859f4bf" providerId="ADAL" clId="{DF990D46-37E6-46EB-BAC9-D6A90AF4C036}" dt="2024-12-16T16:59:02.675" v="19" actId="47"/>
        <pc:sldMkLst>
          <pc:docMk/>
          <pc:sldMk cId="3925345255" sldId="324"/>
        </pc:sldMkLst>
      </pc:sldChg>
      <pc:sldChg chg="del">
        <pc:chgData name="蕭兆翔" userId="c09afb0b-60c9-45d8-81f2-4d7aa859f4bf" providerId="ADAL" clId="{DF990D46-37E6-46EB-BAC9-D6A90AF4C036}" dt="2024-12-16T16:59:02.675" v="19" actId="47"/>
        <pc:sldMkLst>
          <pc:docMk/>
          <pc:sldMk cId="2613590936" sldId="325"/>
        </pc:sldMkLst>
      </pc:sldChg>
      <pc:sldChg chg="del">
        <pc:chgData name="蕭兆翔" userId="c09afb0b-60c9-45d8-81f2-4d7aa859f4bf" providerId="ADAL" clId="{DF990D46-37E6-46EB-BAC9-D6A90AF4C036}" dt="2024-12-16T16:59:02.675" v="19" actId="47"/>
        <pc:sldMkLst>
          <pc:docMk/>
          <pc:sldMk cId="3753462151" sldId="326"/>
        </pc:sldMkLst>
      </pc:sldChg>
      <pc:sldChg chg="del">
        <pc:chgData name="蕭兆翔" userId="c09afb0b-60c9-45d8-81f2-4d7aa859f4bf" providerId="ADAL" clId="{DF990D46-37E6-46EB-BAC9-D6A90AF4C036}" dt="2024-12-16T16:59:02.675" v="19" actId="47"/>
        <pc:sldMkLst>
          <pc:docMk/>
          <pc:sldMk cId="1749226856" sldId="327"/>
        </pc:sldMkLst>
      </pc:sldChg>
      <pc:sldChg chg="del">
        <pc:chgData name="蕭兆翔" userId="c09afb0b-60c9-45d8-81f2-4d7aa859f4bf" providerId="ADAL" clId="{DF990D46-37E6-46EB-BAC9-D6A90AF4C036}" dt="2024-12-16T16:59:02.675" v="19" actId="47"/>
        <pc:sldMkLst>
          <pc:docMk/>
          <pc:sldMk cId="2477226628" sldId="328"/>
        </pc:sldMkLst>
      </pc:sldChg>
      <pc:sldChg chg="del">
        <pc:chgData name="蕭兆翔" userId="c09afb0b-60c9-45d8-81f2-4d7aa859f4bf" providerId="ADAL" clId="{DF990D46-37E6-46EB-BAC9-D6A90AF4C036}" dt="2024-12-16T16:59:02.675" v="19" actId="47"/>
        <pc:sldMkLst>
          <pc:docMk/>
          <pc:sldMk cId="2879111948" sldId="329"/>
        </pc:sldMkLst>
      </pc:sldChg>
      <pc:sldChg chg="del">
        <pc:chgData name="蕭兆翔" userId="c09afb0b-60c9-45d8-81f2-4d7aa859f4bf" providerId="ADAL" clId="{DF990D46-37E6-46EB-BAC9-D6A90AF4C036}" dt="2024-12-16T16:59:02.675" v="19" actId="47"/>
        <pc:sldMkLst>
          <pc:docMk/>
          <pc:sldMk cId="1608973864" sldId="330"/>
        </pc:sldMkLst>
      </pc:sldChg>
      <pc:sldChg chg="del">
        <pc:chgData name="蕭兆翔" userId="c09afb0b-60c9-45d8-81f2-4d7aa859f4bf" providerId="ADAL" clId="{DF990D46-37E6-46EB-BAC9-D6A90AF4C036}" dt="2024-12-16T16:59:02.675" v="19" actId="47"/>
        <pc:sldMkLst>
          <pc:docMk/>
          <pc:sldMk cId="3615148816" sldId="332"/>
        </pc:sldMkLst>
      </pc:sldChg>
      <pc:sldChg chg="del">
        <pc:chgData name="蕭兆翔" userId="c09afb0b-60c9-45d8-81f2-4d7aa859f4bf" providerId="ADAL" clId="{DF990D46-37E6-46EB-BAC9-D6A90AF4C036}" dt="2024-12-16T16:59:02.675" v="19" actId="47"/>
        <pc:sldMkLst>
          <pc:docMk/>
          <pc:sldMk cId="2930956379" sldId="333"/>
        </pc:sldMkLst>
      </pc:sldChg>
      <pc:sldChg chg="del">
        <pc:chgData name="蕭兆翔" userId="c09afb0b-60c9-45d8-81f2-4d7aa859f4bf" providerId="ADAL" clId="{DF990D46-37E6-46EB-BAC9-D6A90AF4C036}" dt="2024-12-16T16:59:02.675" v="19" actId="47"/>
        <pc:sldMkLst>
          <pc:docMk/>
          <pc:sldMk cId="3682023600" sldId="334"/>
        </pc:sldMkLst>
      </pc:sldChg>
      <pc:sldChg chg="del">
        <pc:chgData name="蕭兆翔" userId="c09afb0b-60c9-45d8-81f2-4d7aa859f4bf" providerId="ADAL" clId="{DF990D46-37E6-46EB-BAC9-D6A90AF4C036}" dt="2024-12-16T16:59:02.675" v="19" actId="47"/>
        <pc:sldMkLst>
          <pc:docMk/>
          <pc:sldMk cId="743749273" sldId="335"/>
        </pc:sldMkLst>
      </pc:sldChg>
      <pc:sldChg chg="del">
        <pc:chgData name="蕭兆翔" userId="c09afb0b-60c9-45d8-81f2-4d7aa859f4bf" providerId="ADAL" clId="{DF990D46-37E6-46EB-BAC9-D6A90AF4C036}" dt="2024-12-16T16:59:02.675" v="19" actId="47"/>
        <pc:sldMkLst>
          <pc:docMk/>
          <pc:sldMk cId="1303513368" sldId="337"/>
        </pc:sldMkLst>
      </pc:sldChg>
      <pc:sldChg chg="del">
        <pc:chgData name="蕭兆翔" userId="c09afb0b-60c9-45d8-81f2-4d7aa859f4bf" providerId="ADAL" clId="{DF990D46-37E6-46EB-BAC9-D6A90AF4C036}" dt="2024-12-16T16:59:02.675" v="19" actId="47"/>
        <pc:sldMkLst>
          <pc:docMk/>
          <pc:sldMk cId="828935818" sldId="338"/>
        </pc:sldMkLst>
      </pc:sldChg>
      <pc:sldChg chg="del">
        <pc:chgData name="蕭兆翔" userId="c09afb0b-60c9-45d8-81f2-4d7aa859f4bf" providerId="ADAL" clId="{DF990D46-37E6-46EB-BAC9-D6A90AF4C036}" dt="2024-12-16T16:59:02.675" v="19" actId="47"/>
        <pc:sldMkLst>
          <pc:docMk/>
          <pc:sldMk cId="3049916099" sldId="339"/>
        </pc:sldMkLst>
      </pc:sldChg>
      <pc:sldChg chg="del">
        <pc:chgData name="蕭兆翔" userId="c09afb0b-60c9-45d8-81f2-4d7aa859f4bf" providerId="ADAL" clId="{DF990D46-37E6-46EB-BAC9-D6A90AF4C036}" dt="2024-12-16T16:59:02.675" v="19" actId="47"/>
        <pc:sldMkLst>
          <pc:docMk/>
          <pc:sldMk cId="1239015385" sldId="340"/>
        </pc:sldMkLst>
      </pc:sldChg>
      <pc:sldChg chg="del">
        <pc:chgData name="蕭兆翔" userId="c09afb0b-60c9-45d8-81f2-4d7aa859f4bf" providerId="ADAL" clId="{DF990D46-37E6-46EB-BAC9-D6A90AF4C036}" dt="2024-12-16T16:59:02.675" v="19" actId="47"/>
        <pc:sldMkLst>
          <pc:docMk/>
          <pc:sldMk cId="770422284" sldId="341"/>
        </pc:sldMkLst>
      </pc:sldChg>
      <pc:sldChg chg="del">
        <pc:chgData name="蕭兆翔" userId="c09afb0b-60c9-45d8-81f2-4d7aa859f4bf" providerId="ADAL" clId="{DF990D46-37E6-46EB-BAC9-D6A90AF4C036}" dt="2024-12-16T16:59:02.675" v="19" actId="47"/>
        <pc:sldMkLst>
          <pc:docMk/>
          <pc:sldMk cId="4090659215" sldId="342"/>
        </pc:sldMkLst>
      </pc:sldChg>
      <pc:sldChg chg="del">
        <pc:chgData name="蕭兆翔" userId="c09afb0b-60c9-45d8-81f2-4d7aa859f4bf" providerId="ADAL" clId="{DF990D46-37E6-46EB-BAC9-D6A90AF4C036}" dt="2024-12-16T16:59:02.675" v="19" actId="47"/>
        <pc:sldMkLst>
          <pc:docMk/>
          <pc:sldMk cId="1869237068" sldId="343"/>
        </pc:sldMkLst>
      </pc:sldChg>
      <pc:sldChg chg="del">
        <pc:chgData name="蕭兆翔" userId="c09afb0b-60c9-45d8-81f2-4d7aa859f4bf" providerId="ADAL" clId="{DF990D46-37E6-46EB-BAC9-D6A90AF4C036}" dt="2024-12-16T16:59:02.675" v="19" actId="47"/>
        <pc:sldMkLst>
          <pc:docMk/>
          <pc:sldMk cId="734047109" sldId="345"/>
        </pc:sldMkLst>
      </pc:sldChg>
      <pc:sldChg chg="del">
        <pc:chgData name="蕭兆翔" userId="c09afb0b-60c9-45d8-81f2-4d7aa859f4bf" providerId="ADAL" clId="{DF990D46-37E6-46EB-BAC9-D6A90AF4C036}" dt="2024-12-16T16:59:02.675" v="19" actId="47"/>
        <pc:sldMkLst>
          <pc:docMk/>
          <pc:sldMk cId="509095717" sldId="346"/>
        </pc:sldMkLst>
      </pc:sldChg>
      <pc:sldChg chg="del">
        <pc:chgData name="蕭兆翔" userId="c09afb0b-60c9-45d8-81f2-4d7aa859f4bf" providerId="ADAL" clId="{DF990D46-37E6-46EB-BAC9-D6A90AF4C036}" dt="2024-12-16T16:59:02.675" v="19" actId="47"/>
        <pc:sldMkLst>
          <pc:docMk/>
          <pc:sldMk cId="681588070" sldId="347"/>
        </pc:sldMkLst>
      </pc:sldChg>
      <pc:sldChg chg="del">
        <pc:chgData name="蕭兆翔" userId="c09afb0b-60c9-45d8-81f2-4d7aa859f4bf" providerId="ADAL" clId="{DF990D46-37E6-46EB-BAC9-D6A90AF4C036}" dt="2024-12-16T16:59:02.675" v="19" actId="47"/>
        <pc:sldMkLst>
          <pc:docMk/>
          <pc:sldMk cId="1223767976" sldId="348"/>
        </pc:sldMkLst>
      </pc:sldChg>
      <pc:sldChg chg="del">
        <pc:chgData name="蕭兆翔" userId="c09afb0b-60c9-45d8-81f2-4d7aa859f4bf" providerId="ADAL" clId="{DF990D46-37E6-46EB-BAC9-D6A90AF4C036}" dt="2024-12-16T16:59:02.675" v="19" actId="47"/>
        <pc:sldMkLst>
          <pc:docMk/>
          <pc:sldMk cId="829063449" sldId="350"/>
        </pc:sldMkLst>
      </pc:sldChg>
      <pc:sldChg chg="del">
        <pc:chgData name="蕭兆翔" userId="c09afb0b-60c9-45d8-81f2-4d7aa859f4bf" providerId="ADAL" clId="{DF990D46-37E6-46EB-BAC9-D6A90AF4C036}" dt="2024-12-16T16:59:02.675" v="19" actId="47"/>
        <pc:sldMkLst>
          <pc:docMk/>
          <pc:sldMk cId="172403905" sldId="352"/>
        </pc:sldMkLst>
      </pc:sldChg>
      <pc:sldChg chg="del">
        <pc:chgData name="蕭兆翔" userId="c09afb0b-60c9-45d8-81f2-4d7aa859f4bf" providerId="ADAL" clId="{DF990D46-37E6-46EB-BAC9-D6A90AF4C036}" dt="2024-12-16T16:59:02.675" v="19" actId="47"/>
        <pc:sldMkLst>
          <pc:docMk/>
          <pc:sldMk cId="2730371793" sldId="353"/>
        </pc:sldMkLst>
      </pc:sldChg>
      <pc:sldChg chg="del">
        <pc:chgData name="蕭兆翔" userId="c09afb0b-60c9-45d8-81f2-4d7aa859f4bf" providerId="ADAL" clId="{DF990D46-37E6-46EB-BAC9-D6A90AF4C036}" dt="2024-12-16T16:59:02.675" v="19" actId="47"/>
        <pc:sldMkLst>
          <pc:docMk/>
          <pc:sldMk cId="933998459" sldId="354"/>
        </pc:sldMkLst>
      </pc:sldChg>
      <pc:sldChg chg="del">
        <pc:chgData name="蕭兆翔" userId="c09afb0b-60c9-45d8-81f2-4d7aa859f4bf" providerId="ADAL" clId="{DF990D46-37E6-46EB-BAC9-D6A90AF4C036}" dt="2024-12-16T16:59:02.675" v="19" actId="47"/>
        <pc:sldMkLst>
          <pc:docMk/>
          <pc:sldMk cId="3553910099" sldId="355"/>
        </pc:sldMkLst>
      </pc:sldChg>
      <pc:sldChg chg="del">
        <pc:chgData name="蕭兆翔" userId="c09afb0b-60c9-45d8-81f2-4d7aa859f4bf" providerId="ADAL" clId="{DF990D46-37E6-46EB-BAC9-D6A90AF4C036}" dt="2024-12-16T16:59:02.675" v="19" actId="47"/>
        <pc:sldMkLst>
          <pc:docMk/>
          <pc:sldMk cId="1267499806" sldId="356"/>
        </pc:sldMkLst>
      </pc:sldChg>
      <pc:sldChg chg="modSp mod">
        <pc:chgData name="蕭兆翔" userId="c09afb0b-60c9-45d8-81f2-4d7aa859f4bf" providerId="ADAL" clId="{DF990D46-37E6-46EB-BAC9-D6A90AF4C036}" dt="2024-12-16T16:59:46.596" v="42" actId="20577"/>
        <pc:sldMkLst>
          <pc:docMk/>
          <pc:sldMk cId="2723020223" sldId="384"/>
        </pc:sldMkLst>
        <pc:spChg chg="mod">
          <ac:chgData name="蕭兆翔" userId="c09afb0b-60c9-45d8-81f2-4d7aa859f4bf" providerId="ADAL" clId="{DF990D46-37E6-46EB-BAC9-D6A90AF4C036}" dt="2024-12-16T16:59:46.596" v="42" actId="20577"/>
          <ac:spMkLst>
            <pc:docMk/>
            <pc:sldMk cId="2723020223" sldId="384"/>
            <ac:spMk id="11" creationId="{F08064B8-E3EA-A913-BFE4-B87EFB463F67}"/>
          </ac:spMkLst>
        </pc:spChg>
      </pc:sldChg>
      <pc:sldChg chg="del">
        <pc:chgData name="蕭兆翔" userId="c09afb0b-60c9-45d8-81f2-4d7aa859f4bf" providerId="ADAL" clId="{DF990D46-37E6-46EB-BAC9-D6A90AF4C036}" dt="2024-12-16T16:59:02.675" v="19" actId="47"/>
        <pc:sldMkLst>
          <pc:docMk/>
          <pc:sldMk cId="315754070" sldId="385"/>
        </pc:sldMkLst>
      </pc:sldChg>
      <pc:sldChg chg="addSp modSp new mod">
        <pc:chgData name="蕭兆翔" userId="c09afb0b-60c9-45d8-81f2-4d7aa859f4bf" providerId="ADAL" clId="{DF990D46-37E6-46EB-BAC9-D6A90AF4C036}" dt="2024-12-16T17:04:05.284" v="130" actId="207"/>
        <pc:sldMkLst>
          <pc:docMk/>
          <pc:sldMk cId="1125076447" sldId="385"/>
        </pc:sldMkLst>
        <pc:spChg chg="add mod">
          <ac:chgData name="蕭兆翔" userId="c09afb0b-60c9-45d8-81f2-4d7aa859f4bf" providerId="ADAL" clId="{DF990D46-37E6-46EB-BAC9-D6A90AF4C036}" dt="2024-12-16T17:01:38.196" v="70"/>
          <ac:spMkLst>
            <pc:docMk/>
            <pc:sldMk cId="1125076447" sldId="385"/>
            <ac:spMk id="5" creationId="{458A94E7-9C38-0760-87EF-1D2EB6929C6F}"/>
          </ac:spMkLst>
        </pc:spChg>
        <pc:spChg chg="add mod">
          <ac:chgData name="蕭兆翔" userId="c09afb0b-60c9-45d8-81f2-4d7aa859f4bf" providerId="ADAL" clId="{DF990D46-37E6-46EB-BAC9-D6A90AF4C036}" dt="2024-12-16T17:02:45.858" v="104" actId="207"/>
          <ac:spMkLst>
            <pc:docMk/>
            <pc:sldMk cId="1125076447" sldId="385"/>
            <ac:spMk id="6" creationId="{E838D7D9-0674-A601-38C2-2DA5FC2D46AC}"/>
          </ac:spMkLst>
        </pc:spChg>
        <pc:spChg chg="add mod">
          <ac:chgData name="蕭兆翔" userId="c09afb0b-60c9-45d8-81f2-4d7aa859f4bf" providerId="ADAL" clId="{DF990D46-37E6-46EB-BAC9-D6A90AF4C036}" dt="2024-12-16T17:03:07.338" v="111" actId="14100"/>
          <ac:spMkLst>
            <pc:docMk/>
            <pc:sldMk cId="1125076447" sldId="385"/>
            <ac:spMk id="7" creationId="{AF332691-300D-A4A8-4DF5-41E3E923FFFE}"/>
          </ac:spMkLst>
        </pc:spChg>
        <pc:spChg chg="add mod">
          <ac:chgData name="蕭兆翔" userId="c09afb0b-60c9-45d8-81f2-4d7aa859f4bf" providerId="ADAL" clId="{DF990D46-37E6-46EB-BAC9-D6A90AF4C036}" dt="2024-12-16T17:04:05.284" v="130" actId="207"/>
          <ac:spMkLst>
            <pc:docMk/>
            <pc:sldMk cId="1125076447" sldId="385"/>
            <ac:spMk id="9" creationId="{A5AEB25F-361B-5CC6-3F6D-4F6326747565}"/>
          </ac:spMkLst>
        </pc:spChg>
        <pc:picChg chg="add mod">
          <ac:chgData name="蕭兆翔" userId="c09afb0b-60c9-45d8-81f2-4d7aa859f4bf" providerId="ADAL" clId="{DF990D46-37E6-46EB-BAC9-D6A90AF4C036}" dt="2024-12-16T17:01:44.940" v="73" actId="1076"/>
          <ac:picMkLst>
            <pc:docMk/>
            <pc:sldMk cId="1125076447" sldId="385"/>
            <ac:picMk id="4" creationId="{0DC6D9D8-F12D-E0C0-CAB6-221573A305D1}"/>
          </ac:picMkLst>
        </pc:picChg>
      </pc:sldChg>
      <pc:sldChg chg="addSp delSp modSp add mod">
        <pc:chgData name="蕭兆翔" userId="c09afb0b-60c9-45d8-81f2-4d7aa859f4bf" providerId="ADAL" clId="{DF990D46-37E6-46EB-BAC9-D6A90AF4C036}" dt="2024-12-16T17:07:22.245" v="269" actId="207"/>
        <pc:sldMkLst>
          <pc:docMk/>
          <pc:sldMk cId="2420856522" sldId="386"/>
        </pc:sldMkLst>
        <pc:spChg chg="add mod">
          <ac:chgData name="蕭兆翔" userId="c09afb0b-60c9-45d8-81f2-4d7aa859f4bf" providerId="ADAL" clId="{DF990D46-37E6-46EB-BAC9-D6A90AF4C036}" dt="2024-12-16T17:07:19.803" v="268" actId="207"/>
          <ac:spMkLst>
            <pc:docMk/>
            <pc:sldMk cId="2420856522" sldId="386"/>
            <ac:spMk id="4" creationId="{790E2D13-AA4A-30CD-D7CA-B48CBF66E8A3}"/>
          </ac:spMkLst>
        </pc:spChg>
        <pc:spChg chg="add mod">
          <ac:chgData name="蕭兆翔" userId="c09afb0b-60c9-45d8-81f2-4d7aa859f4bf" providerId="ADAL" clId="{DF990D46-37E6-46EB-BAC9-D6A90AF4C036}" dt="2024-12-16T17:07:22.245" v="269" actId="207"/>
          <ac:spMkLst>
            <pc:docMk/>
            <pc:sldMk cId="2420856522" sldId="386"/>
            <ac:spMk id="5" creationId="{DE26210D-6ACF-952F-E7ED-850BC0FA0EBB}"/>
          </ac:spMkLst>
        </pc:spChg>
        <pc:picChg chg="add mod">
          <ac:chgData name="蕭兆翔" userId="c09afb0b-60c9-45d8-81f2-4d7aa859f4bf" providerId="ADAL" clId="{DF990D46-37E6-46EB-BAC9-D6A90AF4C036}" dt="2024-12-16T17:05:09.885" v="135" actId="1076"/>
          <ac:picMkLst>
            <pc:docMk/>
            <pc:sldMk cId="2420856522" sldId="386"/>
            <ac:picMk id="3" creationId="{63ED518A-F7E9-A0BD-6E42-D031126A1266}"/>
          </ac:picMkLst>
        </pc:picChg>
        <pc:picChg chg="del">
          <ac:chgData name="蕭兆翔" userId="c09afb0b-60c9-45d8-81f2-4d7aa859f4bf" providerId="ADAL" clId="{DF990D46-37E6-46EB-BAC9-D6A90AF4C036}" dt="2024-12-16T17:05:04.864" v="132" actId="478"/>
          <ac:picMkLst>
            <pc:docMk/>
            <pc:sldMk cId="2420856522" sldId="386"/>
            <ac:picMk id="11" creationId="{513094FB-5764-C12A-8A29-00543C887C84}"/>
          </ac:picMkLst>
        </pc:picChg>
      </pc:sldChg>
      <pc:sldChg chg="del">
        <pc:chgData name="蕭兆翔" userId="c09afb0b-60c9-45d8-81f2-4d7aa859f4bf" providerId="ADAL" clId="{DF990D46-37E6-46EB-BAC9-D6A90AF4C036}" dt="2024-12-16T16:59:02.675" v="19" actId="47"/>
        <pc:sldMkLst>
          <pc:docMk/>
          <pc:sldMk cId="3633042638" sldId="386"/>
        </pc:sldMkLst>
      </pc:sldChg>
      <pc:sldChg chg="addSp modSp new mod">
        <pc:chgData name="蕭兆翔" userId="c09afb0b-60c9-45d8-81f2-4d7aa859f4bf" providerId="ADAL" clId="{DF990D46-37E6-46EB-BAC9-D6A90AF4C036}" dt="2024-12-16T17:20:13.985" v="360" actId="1076"/>
        <pc:sldMkLst>
          <pc:docMk/>
          <pc:sldMk cId="1759781765" sldId="387"/>
        </pc:sldMkLst>
        <pc:spChg chg="add mod">
          <ac:chgData name="蕭兆翔" userId="c09afb0b-60c9-45d8-81f2-4d7aa859f4bf" providerId="ADAL" clId="{DF990D46-37E6-46EB-BAC9-D6A90AF4C036}" dt="2024-12-16T17:20:10.381" v="359" actId="20577"/>
          <ac:spMkLst>
            <pc:docMk/>
            <pc:sldMk cId="1759781765" sldId="387"/>
            <ac:spMk id="3" creationId="{17918DAC-F04F-D909-6E18-14F70E02C1F8}"/>
          </ac:spMkLst>
        </pc:spChg>
        <pc:picChg chg="add mod">
          <ac:chgData name="蕭兆翔" userId="c09afb0b-60c9-45d8-81f2-4d7aa859f4bf" providerId="ADAL" clId="{DF990D46-37E6-46EB-BAC9-D6A90AF4C036}" dt="2024-12-16T17:20:13.985" v="360" actId="1076"/>
          <ac:picMkLst>
            <pc:docMk/>
            <pc:sldMk cId="1759781765" sldId="387"/>
            <ac:picMk id="1026" creationId="{E56A08D5-04F3-E249-C8CD-FF30CE6DF76D}"/>
          </ac:picMkLst>
        </pc:picChg>
      </pc:sldChg>
      <pc:sldChg chg="del">
        <pc:chgData name="蕭兆翔" userId="c09afb0b-60c9-45d8-81f2-4d7aa859f4bf" providerId="ADAL" clId="{DF990D46-37E6-46EB-BAC9-D6A90AF4C036}" dt="2024-12-16T16:59:02.675" v="19" actId="47"/>
        <pc:sldMkLst>
          <pc:docMk/>
          <pc:sldMk cId="371804138" sldId="388"/>
        </pc:sldMkLst>
      </pc:sldChg>
      <pc:sldChg chg="addSp modSp new mod">
        <pc:chgData name="蕭兆翔" userId="c09afb0b-60c9-45d8-81f2-4d7aa859f4bf" providerId="ADAL" clId="{DF990D46-37E6-46EB-BAC9-D6A90AF4C036}" dt="2024-12-16T17:31:06.714" v="403" actId="20577"/>
        <pc:sldMkLst>
          <pc:docMk/>
          <pc:sldMk cId="1193386350" sldId="388"/>
        </pc:sldMkLst>
        <pc:spChg chg="add mod">
          <ac:chgData name="蕭兆翔" userId="c09afb0b-60c9-45d8-81f2-4d7aa859f4bf" providerId="ADAL" clId="{DF990D46-37E6-46EB-BAC9-D6A90AF4C036}" dt="2024-12-16T17:31:06.714" v="403" actId="20577"/>
          <ac:spMkLst>
            <pc:docMk/>
            <pc:sldMk cId="1193386350" sldId="388"/>
            <ac:spMk id="5" creationId="{498FF0B7-2BC2-B047-F20D-B20DCFD1EA1A}"/>
          </ac:spMkLst>
        </pc:spChg>
        <pc:picChg chg="add mod">
          <ac:chgData name="蕭兆翔" userId="c09afb0b-60c9-45d8-81f2-4d7aa859f4bf" providerId="ADAL" clId="{DF990D46-37E6-46EB-BAC9-D6A90AF4C036}" dt="2024-12-16T17:31:03.340" v="387" actId="1076"/>
          <ac:picMkLst>
            <pc:docMk/>
            <pc:sldMk cId="1193386350" sldId="388"/>
            <ac:picMk id="4" creationId="{8B9A3B0F-1E70-89AE-A72E-69568C2D11CF}"/>
          </ac:picMkLst>
        </pc:picChg>
      </pc:sldChg>
      <pc:sldChg chg="del">
        <pc:chgData name="蕭兆翔" userId="c09afb0b-60c9-45d8-81f2-4d7aa859f4bf" providerId="ADAL" clId="{DF990D46-37E6-46EB-BAC9-D6A90AF4C036}" dt="2024-12-16T16:59:02.675" v="19" actId="47"/>
        <pc:sldMkLst>
          <pc:docMk/>
          <pc:sldMk cId="1555902403" sldId="389"/>
        </pc:sldMkLst>
      </pc:sldChg>
      <pc:sldChg chg="addSp modSp new mod">
        <pc:chgData name="蕭兆翔" userId="c09afb0b-60c9-45d8-81f2-4d7aa859f4bf" providerId="ADAL" clId="{DF990D46-37E6-46EB-BAC9-D6A90AF4C036}" dt="2024-12-16T17:30:56.624" v="385" actId="20577"/>
        <pc:sldMkLst>
          <pc:docMk/>
          <pc:sldMk cId="2733965030" sldId="389"/>
        </pc:sldMkLst>
        <pc:spChg chg="add mod">
          <ac:chgData name="蕭兆翔" userId="c09afb0b-60c9-45d8-81f2-4d7aa859f4bf" providerId="ADAL" clId="{DF990D46-37E6-46EB-BAC9-D6A90AF4C036}" dt="2024-12-16T17:30:56.624" v="385" actId="20577"/>
          <ac:spMkLst>
            <pc:docMk/>
            <pc:sldMk cId="2733965030" sldId="389"/>
            <ac:spMk id="5" creationId="{F8877608-6D10-EF0F-EB2F-012C41E99DAC}"/>
          </ac:spMkLst>
        </pc:spChg>
        <pc:picChg chg="add mod modCrop">
          <ac:chgData name="蕭兆翔" userId="c09afb0b-60c9-45d8-81f2-4d7aa859f4bf" providerId="ADAL" clId="{DF990D46-37E6-46EB-BAC9-D6A90AF4C036}" dt="2024-12-16T17:30:45.194" v="373" actId="1076"/>
          <ac:picMkLst>
            <pc:docMk/>
            <pc:sldMk cId="2733965030" sldId="389"/>
            <ac:picMk id="4" creationId="{6101BF6E-4FA2-22B7-7BAE-8A9D80BF5EB4}"/>
          </ac:picMkLst>
        </pc:picChg>
      </pc:sldChg>
      <pc:sldChg chg="addSp delSp modSp new mod ord">
        <pc:chgData name="蕭兆翔" userId="c09afb0b-60c9-45d8-81f2-4d7aa859f4bf" providerId="ADAL" clId="{DF990D46-37E6-46EB-BAC9-D6A90AF4C036}" dt="2024-12-16T17:33:35.114" v="451" actId="1076"/>
        <pc:sldMkLst>
          <pc:docMk/>
          <pc:sldMk cId="2109492091" sldId="390"/>
        </pc:sldMkLst>
        <pc:spChg chg="add mod">
          <ac:chgData name="蕭兆翔" userId="c09afb0b-60c9-45d8-81f2-4d7aa859f4bf" providerId="ADAL" clId="{DF990D46-37E6-46EB-BAC9-D6A90AF4C036}" dt="2024-12-16T17:33:32.384" v="450" actId="20577"/>
          <ac:spMkLst>
            <pc:docMk/>
            <pc:sldMk cId="2109492091" sldId="390"/>
            <ac:spMk id="6" creationId="{F6A24438-4B36-216C-8582-2A2BF973C645}"/>
          </ac:spMkLst>
        </pc:spChg>
        <pc:picChg chg="add del">
          <ac:chgData name="蕭兆翔" userId="c09afb0b-60c9-45d8-81f2-4d7aa859f4bf" providerId="ADAL" clId="{DF990D46-37E6-46EB-BAC9-D6A90AF4C036}" dt="2024-12-16T17:33:13.499" v="406" actId="21"/>
          <ac:picMkLst>
            <pc:docMk/>
            <pc:sldMk cId="2109492091" sldId="390"/>
            <ac:picMk id="4" creationId="{40DB5898-7166-8E98-7209-2EDF6CE5E163}"/>
          </ac:picMkLst>
        </pc:picChg>
        <pc:picChg chg="add mod">
          <ac:chgData name="蕭兆翔" userId="c09afb0b-60c9-45d8-81f2-4d7aa859f4bf" providerId="ADAL" clId="{DF990D46-37E6-46EB-BAC9-D6A90AF4C036}" dt="2024-12-16T17:33:35.114" v="451" actId="1076"/>
          <ac:picMkLst>
            <pc:docMk/>
            <pc:sldMk cId="2109492091" sldId="390"/>
            <ac:picMk id="5" creationId="{40DB5898-7166-8E98-7209-2EDF6CE5E163}"/>
          </ac:picMkLst>
        </pc:picChg>
      </pc:sldChg>
      <pc:sldChg chg="del">
        <pc:chgData name="蕭兆翔" userId="c09afb0b-60c9-45d8-81f2-4d7aa859f4bf" providerId="ADAL" clId="{DF990D46-37E6-46EB-BAC9-D6A90AF4C036}" dt="2024-12-16T16:59:02.675" v="19" actId="47"/>
        <pc:sldMkLst>
          <pc:docMk/>
          <pc:sldMk cId="3557900746" sldId="390"/>
        </pc:sldMkLst>
      </pc:sldChg>
      <pc:sldChg chg="new">
        <pc:chgData name="蕭兆翔" userId="c09afb0b-60c9-45d8-81f2-4d7aa859f4bf" providerId="ADAL" clId="{DF990D46-37E6-46EB-BAC9-D6A90AF4C036}" dt="2024-12-16T17:37:04.592" v="452" actId="680"/>
        <pc:sldMkLst>
          <pc:docMk/>
          <pc:sldMk cId="2083833448" sldId="391"/>
        </pc:sldMkLst>
      </pc:sldChg>
      <pc:sldChg chg="del">
        <pc:chgData name="蕭兆翔" userId="c09afb0b-60c9-45d8-81f2-4d7aa859f4bf" providerId="ADAL" clId="{DF990D46-37E6-46EB-BAC9-D6A90AF4C036}" dt="2024-12-16T16:59:02.675" v="19" actId="47"/>
        <pc:sldMkLst>
          <pc:docMk/>
          <pc:sldMk cId="2605921587" sldId="391"/>
        </pc:sldMkLst>
      </pc:sldChg>
      <pc:sldChg chg="del">
        <pc:chgData name="蕭兆翔" userId="c09afb0b-60c9-45d8-81f2-4d7aa859f4bf" providerId="ADAL" clId="{DF990D46-37E6-46EB-BAC9-D6A90AF4C036}" dt="2024-12-16T16:59:02.675" v="19" actId="47"/>
        <pc:sldMkLst>
          <pc:docMk/>
          <pc:sldMk cId="2319472876" sldId="392"/>
        </pc:sldMkLst>
      </pc:sldChg>
    </pc:docChg>
  </pc:docChgLst>
  <pc:docChgLst>
    <pc:chgData name="蕭兆翔" userId="c09afb0b-60c9-45d8-81f2-4d7aa859f4bf" providerId="ADAL" clId="{6B128897-3EF7-40D4-AB02-1C06B57BF487}"/>
    <pc:docChg chg="addSld delSld modSld sldOrd">
      <pc:chgData name="蕭兆翔" userId="c09afb0b-60c9-45d8-81f2-4d7aa859f4bf" providerId="ADAL" clId="{6B128897-3EF7-40D4-AB02-1C06B57BF487}" dt="2024-12-17T00:15:22.758" v="21" actId="1076"/>
      <pc:docMkLst>
        <pc:docMk/>
      </pc:docMkLst>
      <pc:sldChg chg="modSp mod">
        <pc:chgData name="蕭兆翔" userId="c09afb0b-60c9-45d8-81f2-4d7aa859f4bf" providerId="ADAL" clId="{6B128897-3EF7-40D4-AB02-1C06B57BF487}" dt="2024-12-17T00:14:05.812" v="1" actId="1076"/>
        <pc:sldMkLst>
          <pc:docMk/>
          <pc:sldMk cId="2109492091" sldId="390"/>
        </pc:sldMkLst>
        <pc:spChg chg="mod">
          <ac:chgData name="蕭兆翔" userId="c09afb0b-60c9-45d8-81f2-4d7aa859f4bf" providerId="ADAL" clId="{6B128897-3EF7-40D4-AB02-1C06B57BF487}" dt="2024-12-17T00:14:05.812" v="1" actId="1076"/>
          <ac:spMkLst>
            <pc:docMk/>
            <pc:sldMk cId="2109492091" sldId="390"/>
            <ac:spMk id="3" creationId="{7FB71D2E-EAAB-6AAE-3FA6-0955CDD89BBE}"/>
          </ac:spMkLst>
        </pc:spChg>
      </pc:sldChg>
      <pc:sldChg chg="del">
        <pc:chgData name="蕭兆翔" userId="c09afb0b-60c9-45d8-81f2-4d7aa859f4bf" providerId="ADAL" clId="{6B128897-3EF7-40D4-AB02-1C06B57BF487}" dt="2024-12-17T00:12:59.145" v="0" actId="47"/>
        <pc:sldMkLst>
          <pc:docMk/>
          <pc:sldMk cId="2083833448" sldId="391"/>
        </pc:sldMkLst>
      </pc:sldChg>
      <pc:sldChg chg="addSp modSp new mod ord">
        <pc:chgData name="蕭兆翔" userId="c09afb0b-60c9-45d8-81f2-4d7aa859f4bf" providerId="ADAL" clId="{6B128897-3EF7-40D4-AB02-1C06B57BF487}" dt="2024-12-17T00:15:22.758" v="21" actId="1076"/>
        <pc:sldMkLst>
          <pc:docMk/>
          <pc:sldMk cId="3251736254" sldId="391"/>
        </pc:sldMkLst>
        <pc:spChg chg="add mod">
          <ac:chgData name="蕭兆翔" userId="c09afb0b-60c9-45d8-81f2-4d7aa859f4bf" providerId="ADAL" clId="{6B128897-3EF7-40D4-AB02-1C06B57BF487}" dt="2024-12-17T00:14:24.518" v="12" actId="20577"/>
          <ac:spMkLst>
            <pc:docMk/>
            <pc:sldMk cId="3251736254" sldId="391"/>
            <ac:spMk id="3" creationId="{81257856-78D6-B6A8-CE5C-1DCEC0EC4245}"/>
          </ac:spMkLst>
        </pc:spChg>
        <pc:spChg chg="add mod">
          <ac:chgData name="蕭兆翔" userId="c09afb0b-60c9-45d8-81f2-4d7aa859f4bf" providerId="ADAL" clId="{6B128897-3EF7-40D4-AB02-1C06B57BF487}" dt="2024-12-17T00:15:20.031" v="20" actId="1076"/>
          <ac:spMkLst>
            <pc:docMk/>
            <pc:sldMk cId="3251736254" sldId="391"/>
            <ac:spMk id="5" creationId="{9EB6DDAD-F553-09D8-4636-AE445B59D41D}"/>
          </ac:spMkLst>
        </pc:spChg>
        <pc:picChg chg="add mod">
          <ac:chgData name="蕭兆翔" userId="c09afb0b-60c9-45d8-81f2-4d7aa859f4bf" providerId="ADAL" clId="{6B128897-3EF7-40D4-AB02-1C06B57BF487}" dt="2024-12-17T00:15:22.758" v="21" actId="1076"/>
          <ac:picMkLst>
            <pc:docMk/>
            <pc:sldMk cId="3251736254" sldId="391"/>
            <ac:picMk id="1026" creationId="{411B9D24-239C-DF9E-521E-E01A90A2C863}"/>
          </ac:picMkLst>
        </pc:picChg>
      </pc:sldChg>
    </pc:docChg>
  </pc:docChgLst>
  <pc:docChgLst>
    <pc:chgData name="蕭兆翔" userId="c09afb0b-60c9-45d8-81f2-4d7aa859f4bf" providerId="ADAL" clId="{1945A1B3-D44F-4AE0-A472-B482D7E57241}"/>
    <pc:docChg chg="undo redo custSel addSld delSld modSld sldOrd">
      <pc:chgData name="蕭兆翔" userId="c09afb0b-60c9-45d8-81f2-4d7aa859f4bf" providerId="ADAL" clId="{1945A1B3-D44F-4AE0-A472-B482D7E57241}" dt="2024-12-04T05:01:49.117" v="9944" actId="1076"/>
      <pc:docMkLst>
        <pc:docMk/>
      </pc:docMkLst>
      <pc:sldChg chg="modSp mod">
        <pc:chgData name="蕭兆翔" userId="c09afb0b-60c9-45d8-81f2-4d7aa859f4bf" providerId="ADAL" clId="{1945A1B3-D44F-4AE0-A472-B482D7E57241}" dt="2024-12-02T15:28:44.469" v="6645" actId="20577"/>
        <pc:sldMkLst>
          <pc:docMk/>
          <pc:sldMk cId="1343009528" sldId="256"/>
        </pc:sldMkLst>
        <pc:spChg chg="mod">
          <ac:chgData name="蕭兆翔" userId="c09afb0b-60c9-45d8-81f2-4d7aa859f4bf" providerId="ADAL" clId="{1945A1B3-D44F-4AE0-A472-B482D7E57241}" dt="2024-12-02T15:28:44.469" v="6645" actId="20577"/>
          <ac:spMkLst>
            <pc:docMk/>
            <pc:sldMk cId="1343009528" sldId="256"/>
            <ac:spMk id="9" creationId="{B49B9DE3-2C0C-4512-514F-D92557F4E5E7}"/>
          </ac:spMkLst>
        </pc:spChg>
      </pc:sldChg>
      <pc:sldChg chg="del">
        <pc:chgData name="蕭兆翔" userId="c09afb0b-60c9-45d8-81f2-4d7aa859f4bf" providerId="ADAL" clId="{1945A1B3-D44F-4AE0-A472-B482D7E57241}" dt="2024-12-01T14:17:35.177" v="86" actId="47"/>
        <pc:sldMkLst>
          <pc:docMk/>
          <pc:sldMk cId="1198742510" sldId="257"/>
        </pc:sldMkLst>
      </pc:sldChg>
      <pc:sldChg chg="addSp delSp modSp add mod ord">
        <pc:chgData name="蕭兆翔" userId="c09afb0b-60c9-45d8-81f2-4d7aa859f4bf" providerId="ADAL" clId="{1945A1B3-D44F-4AE0-A472-B482D7E57241}" dt="2024-12-02T16:39:57.057" v="7655"/>
        <pc:sldMkLst>
          <pc:docMk/>
          <pc:sldMk cId="1730443094" sldId="257"/>
        </pc:sldMkLst>
        <pc:spChg chg="del mod">
          <ac:chgData name="蕭兆翔" userId="c09afb0b-60c9-45d8-81f2-4d7aa859f4bf" providerId="ADAL" clId="{1945A1B3-D44F-4AE0-A472-B482D7E57241}" dt="2024-12-02T16:20:15.261" v="7307" actId="478"/>
          <ac:spMkLst>
            <pc:docMk/>
            <pc:sldMk cId="1730443094" sldId="257"/>
            <ac:spMk id="2" creationId="{00000000-0000-0000-0000-000000000000}"/>
          </ac:spMkLst>
        </pc:spChg>
        <pc:spChg chg="add mod">
          <ac:chgData name="蕭兆翔" userId="c09afb0b-60c9-45d8-81f2-4d7aa859f4bf" providerId="ADAL" clId="{1945A1B3-D44F-4AE0-A472-B482D7E57241}" dt="2024-12-02T16:20:05.920" v="7302"/>
          <ac:spMkLst>
            <pc:docMk/>
            <pc:sldMk cId="1730443094" sldId="257"/>
            <ac:spMk id="3" creationId="{0C644909-AEFA-CF90-8943-0E351CE655C9}"/>
          </ac:spMkLst>
        </pc:spChg>
        <pc:picChg chg="mod">
          <ac:chgData name="蕭兆翔" userId="c09afb0b-60c9-45d8-81f2-4d7aa859f4bf" providerId="ADAL" clId="{1945A1B3-D44F-4AE0-A472-B482D7E57241}" dt="2024-12-02T16:39:19.502" v="7653" actId="1076"/>
          <ac:picMkLst>
            <pc:docMk/>
            <pc:sldMk cId="1730443094" sldId="257"/>
            <ac:picMk id="1026" creationId="{00000000-0000-0000-0000-000000000000}"/>
          </ac:picMkLst>
        </pc:picChg>
        <pc:picChg chg="mod">
          <ac:chgData name="蕭兆翔" userId="c09afb0b-60c9-45d8-81f2-4d7aa859f4bf" providerId="ADAL" clId="{1945A1B3-D44F-4AE0-A472-B482D7E57241}" dt="2024-12-02T16:29:16.410" v="7450" actId="1076"/>
          <ac:picMkLst>
            <pc:docMk/>
            <pc:sldMk cId="1730443094" sldId="257"/>
            <ac:picMk id="1027" creationId="{00000000-0000-0000-0000-000000000000}"/>
          </ac:picMkLst>
        </pc:picChg>
      </pc:sldChg>
      <pc:sldChg chg="del">
        <pc:chgData name="蕭兆翔" userId="c09afb0b-60c9-45d8-81f2-4d7aa859f4bf" providerId="ADAL" clId="{1945A1B3-D44F-4AE0-A472-B482D7E57241}" dt="2024-12-01T09:56:20.250" v="51" actId="47"/>
        <pc:sldMkLst>
          <pc:docMk/>
          <pc:sldMk cId="126447212" sldId="258"/>
        </pc:sldMkLst>
      </pc:sldChg>
      <pc:sldChg chg="add del">
        <pc:chgData name="蕭兆翔" userId="c09afb0b-60c9-45d8-81f2-4d7aa859f4bf" providerId="ADAL" clId="{1945A1B3-D44F-4AE0-A472-B482D7E57241}" dt="2024-12-02T16:24:15.890" v="7316" actId="47"/>
        <pc:sldMkLst>
          <pc:docMk/>
          <pc:sldMk cId="1019723272" sldId="258"/>
        </pc:sldMkLst>
      </pc:sldChg>
      <pc:sldChg chg="delSp add del">
        <pc:chgData name="蕭兆翔" userId="c09afb0b-60c9-45d8-81f2-4d7aa859f4bf" providerId="ADAL" clId="{1945A1B3-D44F-4AE0-A472-B482D7E57241}" dt="2024-12-01T10:02:03.772" v="73" actId="47"/>
        <pc:sldMkLst>
          <pc:docMk/>
          <pc:sldMk cId="1590792500" sldId="258"/>
        </pc:sldMkLst>
        <pc:picChg chg="del">
          <ac:chgData name="蕭兆翔" userId="c09afb0b-60c9-45d8-81f2-4d7aa859f4bf" providerId="ADAL" clId="{1945A1B3-D44F-4AE0-A472-B482D7E57241}" dt="2024-12-01T10:01:30.509" v="61" actId="21"/>
          <ac:picMkLst>
            <pc:docMk/>
            <pc:sldMk cId="1590792500" sldId="258"/>
            <ac:picMk id="3074" creationId="{00000000-0000-0000-0000-000000000000}"/>
          </ac:picMkLst>
        </pc:picChg>
      </pc:sldChg>
      <pc:sldChg chg="del">
        <pc:chgData name="蕭兆翔" userId="c09afb0b-60c9-45d8-81f2-4d7aa859f4bf" providerId="ADAL" clId="{1945A1B3-D44F-4AE0-A472-B482D7E57241}" dt="2024-12-01T09:56:20.250" v="51" actId="47"/>
        <pc:sldMkLst>
          <pc:docMk/>
          <pc:sldMk cId="1093105433" sldId="259"/>
        </pc:sldMkLst>
      </pc:sldChg>
      <pc:sldChg chg="addSp modSp add del mod">
        <pc:chgData name="蕭兆翔" userId="c09afb0b-60c9-45d8-81f2-4d7aa859f4bf" providerId="ADAL" clId="{1945A1B3-D44F-4AE0-A472-B482D7E57241}" dt="2024-12-02T09:15:02.346" v="2207" actId="113"/>
        <pc:sldMkLst>
          <pc:docMk/>
          <pc:sldMk cId="1685594156" sldId="259"/>
        </pc:sldMkLst>
        <pc:spChg chg="add mod">
          <ac:chgData name="蕭兆翔" userId="c09afb0b-60c9-45d8-81f2-4d7aa859f4bf" providerId="ADAL" clId="{1945A1B3-D44F-4AE0-A472-B482D7E57241}" dt="2024-12-02T07:47:20.314" v="1235" actId="20577"/>
          <ac:spMkLst>
            <pc:docMk/>
            <pc:sldMk cId="1685594156" sldId="259"/>
            <ac:spMk id="3" creationId="{09760005-24E8-C70A-6E15-72F72DF6D3E1}"/>
          </ac:spMkLst>
        </pc:spChg>
        <pc:spChg chg="add mod">
          <ac:chgData name="蕭兆翔" userId="c09afb0b-60c9-45d8-81f2-4d7aa859f4bf" providerId="ADAL" clId="{1945A1B3-D44F-4AE0-A472-B482D7E57241}" dt="2024-12-02T09:15:02.346" v="2207" actId="113"/>
          <ac:spMkLst>
            <pc:docMk/>
            <pc:sldMk cId="1685594156" sldId="259"/>
            <ac:spMk id="4" creationId="{22807389-1BF1-EF1E-7EFE-66F81B96B185}"/>
          </ac:spMkLst>
        </pc:spChg>
        <pc:picChg chg="mod">
          <ac:chgData name="蕭兆翔" userId="c09afb0b-60c9-45d8-81f2-4d7aa859f4bf" providerId="ADAL" clId="{1945A1B3-D44F-4AE0-A472-B482D7E57241}" dt="2024-12-02T07:48:44.866" v="1381" actId="1076"/>
          <ac:picMkLst>
            <pc:docMk/>
            <pc:sldMk cId="1685594156" sldId="259"/>
            <ac:picMk id="4098" creationId="{00000000-0000-0000-0000-000000000000}"/>
          </ac:picMkLst>
        </pc:picChg>
      </pc:sldChg>
      <pc:sldChg chg="del">
        <pc:chgData name="蕭兆翔" userId="c09afb0b-60c9-45d8-81f2-4d7aa859f4bf" providerId="ADAL" clId="{1945A1B3-D44F-4AE0-A472-B482D7E57241}" dt="2024-12-01T09:56:20.250" v="51" actId="47"/>
        <pc:sldMkLst>
          <pc:docMk/>
          <pc:sldMk cId="593099828" sldId="260"/>
        </pc:sldMkLst>
      </pc:sldChg>
      <pc:sldChg chg="addSp modSp add del mod">
        <pc:chgData name="蕭兆翔" userId="c09afb0b-60c9-45d8-81f2-4d7aa859f4bf" providerId="ADAL" clId="{1945A1B3-D44F-4AE0-A472-B482D7E57241}" dt="2024-12-02T07:55:20.629" v="1608" actId="1076"/>
        <pc:sldMkLst>
          <pc:docMk/>
          <pc:sldMk cId="1527372765" sldId="260"/>
        </pc:sldMkLst>
        <pc:spChg chg="add mod">
          <ac:chgData name="蕭兆翔" userId="c09afb0b-60c9-45d8-81f2-4d7aa859f4bf" providerId="ADAL" clId="{1945A1B3-D44F-4AE0-A472-B482D7E57241}" dt="2024-12-02T07:55:17.769" v="1607" actId="20577"/>
          <ac:spMkLst>
            <pc:docMk/>
            <pc:sldMk cId="1527372765" sldId="260"/>
            <ac:spMk id="3" creationId="{D4FECC95-9032-84D7-E20D-8BF7D4BC5E20}"/>
          </ac:spMkLst>
        </pc:spChg>
        <pc:spChg chg="add mod">
          <ac:chgData name="蕭兆翔" userId="c09afb0b-60c9-45d8-81f2-4d7aa859f4bf" providerId="ADAL" clId="{1945A1B3-D44F-4AE0-A472-B482D7E57241}" dt="2024-12-02T07:55:20.629" v="1608" actId="1076"/>
          <ac:spMkLst>
            <pc:docMk/>
            <pc:sldMk cId="1527372765" sldId="260"/>
            <ac:spMk id="4" creationId="{66CDBD1F-369B-7800-CD98-F98081E1502D}"/>
          </ac:spMkLst>
        </pc:spChg>
        <pc:picChg chg="mod">
          <ac:chgData name="蕭兆翔" userId="c09afb0b-60c9-45d8-81f2-4d7aa859f4bf" providerId="ADAL" clId="{1945A1B3-D44F-4AE0-A472-B482D7E57241}" dt="2024-12-02T07:50:13.774" v="1387" actId="732"/>
          <ac:picMkLst>
            <pc:docMk/>
            <pc:sldMk cId="1527372765" sldId="260"/>
            <ac:picMk id="5122" creationId="{00000000-0000-0000-0000-000000000000}"/>
          </ac:picMkLst>
        </pc:picChg>
      </pc:sldChg>
      <pc:sldChg chg="add del">
        <pc:chgData name="蕭兆翔" userId="c09afb0b-60c9-45d8-81f2-4d7aa859f4bf" providerId="ADAL" clId="{1945A1B3-D44F-4AE0-A472-B482D7E57241}" dt="2024-12-02T15:20:53.502" v="6370" actId="47"/>
        <pc:sldMkLst>
          <pc:docMk/>
          <pc:sldMk cId="1871341714" sldId="261"/>
        </pc:sldMkLst>
      </pc:sldChg>
      <pc:sldChg chg="add del">
        <pc:chgData name="蕭兆翔" userId="c09afb0b-60c9-45d8-81f2-4d7aa859f4bf" providerId="ADAL" clId="{1945A1B3-D44F-4AE0-A472-B482D7E57241}" dt="2024-12-02T16:24:15.890" v="7316" actId="47"/>
        <pc:sldMkLst>
          <pc:docMk/>
          <pc:sldMk cId="1978988027" sldId="261"/>
        </pc:sldMkLst>
      </pc:sldChg>
      <pc:sldChg chg="del">
        <pc:chgData name="蕭兆翔" userId="c09afb0b-60c9-45d8-81f2-4d7aa859f4bf" providerId="ADAL" clId="{1945A1B3-D44F-4AE0-A472-B482D7E57241}" dt="2024-12-01T09:56:20.250" v="51" actId="47"/>
        <pc:sldMkLst>
          <pc:docMk/>
          <pc:sldMk cId="2471906547" sldId="261"/>
        </pc:sldMkLst>
      </pc:sldChg>
      <pc:sldChg chg="add del">
        <pc:chgData name="蕭兆翔" userId="c09afb0b-60c9-45d8-81f2-4d7aa859f4bf" providerId="ADAL" clId="{1945A1B3-D44F-4AE0-A472-B482D7E57241}" dt="2024-12-02T15:20:53.502" v="6370" actId="47"/>
        <pc:sldMkLst>
          <pc:docMk/>
          <pc:sldMk cId="2085281050" sldId="262"/>
        </pc:sldMkLst>
      </pc:sldChg>
      <pc:sldChg chg="add del">
        <pc:chgData name="蕭兆翔" userId="c09afb0b-60c9-45d8-81f2-4d7aa859f4bf" providerId="ADAL" clId="{1945A1B3-D44F-4AE0-A472-B482D7E57241}" dt="2024-12-02T16:24:15.890" v="7316" actId="47"/>
        <pc:sldMkLst>
          <pc:docMk/>
          <pc:sldMk cId="2792978762" sldId="262"/>
        </pc:sldMkLst>
      </pc:sldChg>
      <pc:sldChg chg="add del">
        <pc:chgData name="蕭兆翔" userId="c09afb0b-60c9-45d8-81f2-4d7aa859f4bf" providerId="ADAL" clId="{1945A1B3-D44F-4AE0-A472-B482D7E57241}" dt="2024-12-02T15:20:53.502" v="6370" actId="47"/>
        <pc:sldMkLst>
          <pc:docMk/>
          <pc:sldMk cId="785978739" sldId="263"/>
        </pc:sldMkLst>
      </pc:sldChg>
      <pc:sldChg chg="add del">
        <pc:chgData name="蕭兆翔" userId="c09afb0b-60c9-45d8-81f2-4d7aa859f4bf" providerId="ADAL" clId="{1945A1B3-D44F-4AE0-A472-B482D7E57241}" dt="2024-12-02T16:24:15.890" v="7316" actId="47"/>
        <pc:sldMkLst>
          <pc:docMk/>
          <pc:sldMk cId="1475195946" sldId="263"/>
        </pc:sldMkLst>
      </pc:sldChg>
      <pc:sldChg chg="addSp delSp modSp add del mod ord">
        <pc:chgData name="蕭兆翔" userId="c09afb0b-60c9-45d8-81f2-4d7aa859f4bf" providerId="ADAL" clId="{1945A1B3-D44F-4AE0-A472-B482D7E57241}" dt="2024-12-02T10:06:55.307" v="3143" actId="1076"/>
        <pc:sldMkLst>
          <pc:docMk/>
          <pc:sldMk cId="1979135620" sldId="264"/>
        </pc:sldMkLst>
        <pc:spChg chg="del">
          <ac:chgData name="蕭兆翔" userId="c09afb0b-60c9-45d8-81f2-4d7aa859f4bf" providerId="ADAL" clId="{1945A1B3-D44F-4AE0-A472-B482D7E57241}" dt="2024-12-02T09:23:46.462" v="2567" actId="478"/>
          <ac:spMkLst>
            <pc:docMk/>
            <pc:sldMk cId="1979135620" sldId="264"/>
            <ac:spMk id="2" creationId="{00000000-0000-0000-0000-000000000000}"/>
          </ac:spMkLst>
        </pc:spChg>
        <pc:spChg chg="add mod">
          <ac:chgData name="蕭兆翔" userId="c09afb0b-60c9-45d8-81f2-4d7aa859f4bf" providerId="ADAL" clId="{1945A1B3-D44F-4AE0-A472-B482D7E57241}" dt="2024-12-02T09:24:24.532" v="2596" actId="207"/>
          <ac:spMkLst>
            <pc:docMk/>
            <pc:sldMk cId="1979135620" sldId="264"/>
            <ac:spMk id="4" creationId="{06632CE1-C318-6614-99E3-33BF27D87626}"/>
          </ac:spMkLst>
        </pc:spChg>
        <pc:spChg chg="add mod">
          <ac:chgData name="蕭兆翔" userId="c09afb0b-60c9-45d8-81f2-4d7aa859f4bf" providerId="ADAL" clId="{1945A1B3-D44F-4AE0-A472-B482D7E57241}" dt="2024-12-02T10:06:55.307" v="3143" actId="1076"/>
          <ac:spMkLst>
            <pc:docMk/>
            <pc:sldMk cId="1979135620" sldId="264"/>
            <ac:spMk id="5" creationId="{C07B4883-EB13-D9BE-CA58-01B738B5A596}"/>
          </ac:spMkLst>
        </pc:spChg>
        <pc:spChg chg="add mod">
          <ac:chgData name="蕭兆翔" userId="c09afb0b-60c9-45d8-81f2-4d7aa859f4bf" providerId="ADAL" clId="{1945A1B3-D44F-4AE0-A472-B482D7E57241}" dt="2024-12-02T09:29:09.675" v="2850" actId="1076"/>
          <ac:spMkLst>
            <pc:docMk/>
            <pc:sldMk cId="1979135620" sldId="264"/>
            <ac:spMk id="6" creationId="{21D6F25B-3466-4DF2-6C89-48BA4007F3DA}"/>
          </ac:spMkLst>
        </pc:spChg>
        <pc:spChg chg="add mod">
          <ac:chgData name="蕭兆翔" userId="c09afb0b-60c9-45d8-81f2-4d7aa859f4bf" providerId="ADAL" clId="{1945A1B3-D44F-4AE0-A472-B482D7E57241}" dt="2024-12-02T09:29:09.675" v="2850" actId="1076"/>
          <ac:spMkLst>
            <pc:docMk/>
            <pc:sldMk cId="1979135620" sldId="264"/>
            <ac:spMk id="7" creationId="{1DE00F47-8CF1-5374-017D-79A6E7190AE3}"/>
          </ac:spMkLst>
        </pc:spChg>
        <pc:spChg chg="add mod">
          <ac:chgData name="蕭兆翔" userId="c09afb0b-60c9-45d8-81f2-4d7aa859f4bf" providerId="ADAL" clId="{1945A1B3-D44F-4AE0-A472-B482D7E57241}" dt="2024-12-02T09:29:09.675" v="2850" actId="1076"/>
          <ac:spMkLst>
            <pc:docMk/>
            <pc:sldMk cId="1979135620" sldId="264"/>
            <ac:spMk id="8" creationId="{44953CA4-105C-12A7-2001-D6E9F2BCEC58}"/>
          </ac:spMkLst>
        </pc:spChg>
        <pc:spChg chg="add mod">
          <ac:chgData name="蕭兆翔" userId="c09afb0b-60c9-45d8-81f2-4d7aa859f4bf" providerId="ADAL" clId="{1945A1B3-D44F-4AE0-A472-B482D7E57241}" dt="2024-12-02T09:29:09.675" v="2850" actId="1076"/>
          <ac:spMkLst>
            <pc:docMk/>
            <pc:sldMk cId="1979135620" sldId="264"/>
            <ac:spMk id="9" creationId="{8AC72D64-BF38-18A6-E448-9365FC226382}"/>
          </ac:spMkLst>
        </pc:spChg>
        <pc:spChg chg="add mod">
          <ac:chgData name="蕭兆翔" userId="c09afb0b-60c9-45d8-81f2-4d7aa859f4bf" providerId="ADAL" clId="{1945A1B3-D44F-4AE0-A472-B482D7E57241}" dt="2024-12-02T09:29:09.675" v="2850" actId="1076"/>
          <ac:spMkLst>
            <pc:docMk/>
            <pc:sldMk cId="1979135620" sldId="264"/>
            <ac:spMk id="10" creationId="{529FFECB-4237-0640-402A-C74285A03754}"/>
          </ac:spMkLst>
        </pc:spChg>
        <pc:spChg chg="add mod">
          <ac:chgData name="蕭兆翔" userId="c09afb0b-60c9-45d8-81f2-4d7aa859f4bf" providerId="ADAL" clId="{1945A1B3-D44F-4AE0-A472-B482D7E57241}" dt="2024-12-02T09:29:09.675" v="2850" actId="1076"/>
          <ac:spMkLst>
            <pc:docMk/>
            <pc:sldMk cId="1979135620" sldId="264"/>
            <ac:spMk id="11" creationId="{9ED01E18-9591-26BB-1596-65A87F66207D}"/>
          </ac:spMkLst>
        </pc:spChg>
        <pc:spChg chg="add mod">
          <ac:chgData name="蕭兆翔" userId="c09afb0b-60c9-45d8-81f2-4d7aa859f4bf" providerId="ADAL" clId="{1945A1B3-D44F-4AE0-A472-B482D7E57241}" dt="2024-12-02T09:29:09.675" v="2850" actId="1076"/>
          <ac:spMkLst>
            <pc:docMk/>
            <pc:sldMk cId="1979135620" sldId="264"/>
            <ac:spMk id="12" creationId="{AB6A5CC9-1C3B-27DF-3C22-2DFAE9DB4D29}"/>
          </ac:spMkLst>
        </pc:spChg>
        <pc:spChg chg="add mod">
          <ac:chgData name="蕭兆翔" userId="c09afb0b-60c9-45d8-81f2-4d7aa859f4bf" providerId="ADAL" clId="{1945A1B3-D44F-4AE0-A472-B482D7E57241}" dt="2024-12-02T09:29:09.675" v="2850" actId="1076"/>
          <ac:spMkLst>
            <pc:docMk/>
            <pc:sldMk cId="1979135620" sldId="264"/>
            <ac:spMk id="13" creationId="{A5032501-2B2F-C8E7-4A29-5C96A5D703E4}"/>
          </ac:spMkLst>
        </pc:spChg>
        <pc:spChg chg="add mod">
          <ac:chgData name="蕭兆翔" userId="c09afb0b-60c9-45d8-81f2-4d7aa859f4bf" providerId="ADAL" clId="{1945A1B3-D44F-4AE0-A472-B482D7E57241}" dt="2024-12-02T10:06:55.307" v="3143" actId="1076"/>
          <ac:spMkLst>
            <pc:docMk/>
            <pc:sldMk cId="1979135620" sldId="264"/>
            <ac:spMk id="16" creationId="{1649A4D5-15A4-0A7A-BF73-082D1B5FED54}"/>
          </ac:spMkLst>
        </pc:spChg>
        <pc:picChg chg="mod">
          <ac:chgData name="蕭兆翔" userId="c09afb0b-60c9-45d8-81f2-4d7aa859f4bf" providerId="ADAL" clId="{1945A1B3-D44F-4AE0-A472-B482D7E57241}" dt="2024-12-02T09:29:09.675" v="2850" actId="1076"/>
          <ac:picMkLst>
            <pc:docMk/>
            <pc:sldMk cId="1979135620" sldId="264"/>
            <ac:picMk id="9218" creationId="{00000000-0000-0000-0000-000000000000}"/>
          </ac:picMkLst>
        </pc:picChg>
        <pc:cxnChg chg="add mod">
          <ac:chgData name="蕭兆翔" userId="c09afb0b-60c9-45d8-81f2-4d7aa859f4bf" providerId="ADAL" clId="{1945A1B3-D44F-4AE0-A472-B482D7E57241}" dt="2024-12-02T09:29:09.675" v="2850" actId="1076"/>
          <ac:cxnSpMkLst>
            <pc:docMk/>
            <pc:sldMk cId="1979135620" sldId="264"/>
            <ac:cxnSpMk id="15" creationId="{5DD52BCD-C066-ADBA-81F3-840C5A936869}"/>
          </ac:cxnSpMkLst>
        </pc:cxnChg>
      </pc:sldChg>
      <pc:sldChg chg="add del">
        <pc:chgData name="蕭兆翔" userId="c09afb0b-60c9-45d8-81f2-4d7aa859f4bf" providerId="ADAL" clId="{1945A1B3-D44F-4AE0-A472-B482D7E57241}" dt="2024-12-02T16:24:15.890" v="7316" actId="47"/>
        <pc:sldMkLst>
          <pc:docMk/>
          <pc:sldMk cId="916784684" sldId="265"/>
        </pc:sldMkLst>
      </pc:sldChg>
      <pc:sldChg chg="add del">
        <pc:chgData name="蕭兆翔" userId="c09afb0b-60c9-45d8-81f2-4d7aa859f4bf" providerId="ADAL" clId="{1945A1B3-D44F-4AE0-A472-B482D7E57241}" dt="2024-12-02T10:41:48.061" v="3816" actId="47"/>
        <pc:sldMkLst>
          <pc:docMk/>
          <pc:sldMk cId="1605577144" sldId="265"/>
        </pc:sldMkLst>
      </pc:sldChg>
      <pc:sldChg chg="del">
        <pc:chgData name="蕭兆翔" userId="c09afb0b-60c9-45d8-81f2-4d7aa859f4bf" providerId="ADAL" clId="{1945A1B3-D44F-4AE0-A472-B482D7E57241}" dt="2024-12-01T09:56:20.250" v="51" actId="47"/>
        <pc:sldMkLst>
          <pc:docMk/>
          <pc:sldMk cId="2926718126" sldId="265"/>
        </pc:sldMkLst>
      </pc:sldChg>
      <pc:sldChg chg="add del">
        <pc:chgData name="蕭兆翔" userId="c09afb0b-60c9-45d8-81f2-4d7aa859f4bf" providerId="ADAL" clId="{1945A1B3-D44F-4AE0-A472-B482D7E57241}" dt="2024-12-02T16:24:15.890" v="7316" actId="47"/>
        <pc:sldMkLst>
          <pc:docMk/>
          <pc:sldMk cId="2606322166" sldId="266"/>
        </pc:sldMkLst>
      </pc:sldChg>
      <pc:sldChg chg="add del">
        <pc:chgData name="蕭兆翔" userId="c09afb0b-60c9-45d8-81f2-4d7aa859f4bf" providerId="ADAL" clId="{1945A1B3-D44F-4AE0-A472-B482D7E57241}" dt="2024-12-02T15:20:53.502" v="6370" actId="47"/>
        <pc:sldMkLst>
          <pc:docMk/>
          <pc:sldMk cId="3717005040" sldId="266"/>
        </pc:sldMkLst>
      </pc:sldChg>
      <pc:sldChg chg="del">
        <pc:chgData name="蕭兆翔" userId="c09afb0b-60c9-45d8-81f2-4d7aa859f4bf" providerId="ADAL" clId="{1945A1B3-D44F-4AE0-A472-B482D7E57241}" dt="2024-12-01T09:56:20.250" v="51" actId="47"/>
        <pc:sldMkLst>
          <pc:docMk/>
          <pc:sldMk cId="237024580" sldId="267"/>
        </pc:sldMkLst>
      </pc:sldChg>
      <pc:sldChg chg="add del">
        <pc:chgData name="蕭兆翔" userId="c09afb0b-60c9-45d8-81f2-4d7aa859f4bf" providerId="ADAL" clId="{1945A1B3-D44F-4AE0-A472-B482D7E57241}" dt="2024-12-02T10:41:46.707" v="3815" actId="47"/>
        <pc:sldMkLst>
          <pc:docMk/>
          <pc:sldMk cId="579645187" sldId="267"/>
        </pc:sldMkLst>
      </pc:sldChg>
      <pc:sldChg chg="add del">
        <pc:chgData name="蕭兆翔" userId="c09afb0b-60c9-45d8-81f2-4d7aa859f4bf" providerId="ADAL" clId="{1945A1B3-D44F-4AE0-A472-B482D7E57241}" dt="2024-12-02T16:24:15.890" v="7316" actId="47"/>
        <pc:sldMkLst>
          <pc:docMk/>
          <pc:sldMk cId="869405797" sldId="267"/>
        </pc:sldMkLst>
      </pc:sldChg>
      <pc:sldChg chg="del">
        <pc:chgData name="蕭兆翔" userId="c09afb0b-60c9-45d8-81f2-4d7aa859f4bf" providerId="ADAL" clId="{1945A1B3-D44F-4AE0-A472-B482D7E57241}" dt="2024-12-01T09:56:20.250" v="51" actId="47"/>
        <pc:sldMkLst>
          <pc:docMk/>
          <pc:sldMk cId="1105770395" sldId="268"/>
        </pc:sldMkLst>
      </pc:sldChg>
      <pc:sldChg chg="addSp modSp add mod ord">
        <pc:chgData name="蕭兆翔" userId="c09afb0b-60c9-45d8-81f2-4d7aa859f4bf" providerId="ADAL" clId="{1945A1B3-D44F-4AE0-A472-B482D7E57241}" dt="2024-12-02T16:29:43.550" v="7500" actId="20577"/>
        <pc:sldMkLst>
          <pc:docMk/>
          <pc:sldMk cId="2372458448" sldId="268"/>
        </pc:sldMkLst>
        <pc:spChg chg="add mod">
          <ac:chgData name="蕭兆翔" userId="c09afb0b-60c9-45d8-81f2-4d7aa859f4bf" providerId="ADAL" clId="{1945A1B3-D44F-4AE0-A472-B482D7E57241}" dt="2024-12-02T16:29:08.303" v="7448" actId="1076"/>
          <ac:spMkLst>
            <pc:docMk/>
            <pc:sldMk cId="2372458448" sldId="268"/>
            <ac:spMk id="3" creationId="{0092356C-10AD-3F80-54F7-D665476D3FED}"/>
          </ac:spMkLst>
        </pc:spChg>
        <pc:spChg chg="add mod">
          <ac:chgData name="蕭兆翔" userId="c09afb0b-60c9-45d8-81f2-4d7aa859f4bf" providerId="ADAL" clId="{1945A1B3-D44F-4AE0-A472-B482D7E57241}" dt="2024-12-02T16:29:08.303" v="7448" actId="1076"/>
          <ac:spMkLst>
            <pc:docMk/>
            <pc:sldMk cId="2372458448" sldId="268"/>
            <ac:spMk id="4" creationId="{F38A0366-662A-FE0F-8DBC-D14D29FB6403}"/>
          </ac:spMkLst>
        </pc:spChg>
        <pc:spChg chg="add mod">
          <ac:chgData name="蕭兆翔" userId="c09afb0b-60c9-45d8-81f2-4d7aa859f4bf" providerId="ADAL" clId="{1945A1B3-D44F-4AE0-A472-B482D7E57241}" dt="2024-12-02T16:29:08.303" v="7448" actId="1076"/>
          <ac:spMkLst>
            <pc:docMk/>
            <pc:sldMk cId="2372458448" sldId="268"/>
            <ac:spMk id="5" creationId="{578A2297-8413-ED9B-A7D7-D58F093A1AED}"/>
          </ac:spMkLst>
        </pc:spChg>
        <pc:spChg chg="add mod">
          <ac:chgData name="蕭兆翔" userId="c09afb0b-60c9-45d8-81f2-4d7aa859f4bf" providerId="ADAL" clId="{1945A1B3-D44F-4AE0-A472-B482D7E57241}" dt="2024-12-02T16:29:08.303" v="7448" actId="1076"/>
          <ac:spMkLst>
            <pc:docMk/>
            <pc:sldMk cId="2372458448" sldId="268"/>
            <ac:spMk id="6" creationId="{99735CEE-8C70-AEFB-9EF8-C250BED17028}"/>
          </ac:spMkLst>
        </pc:spChg>
        <pc:spChg chg="add mod">
          <ac:chgData name="蕭兆翔" userId="c09afb0b-60c9-45d8-81f2-4d7aa859f4bf" providerId="ADAL" clId="{1945A1B3-D44F-4AE0-A472-B482D7E57241}" dt="2024-12-02T16:29:08.303" v="7448" actId="1076"/>
          <ac:spMkLst>
            <pc:docMk/>
            <pc:sldMk cId="2372458448" sldId="268"/>
            <ac:spMk id="7" creationId="{614449DE-E53D-CAA0-0F65-C0B0B2D773D1}"/>
          </ac:spMkLst>
        </pc:spChg>
        <pc:spChg chg="add mod">
          <ac:chgData name="蕭兆翔" userId="c09afb0b-60c9-45d8-81f2-4d7aa859f4bf" providerId="ADAL" clId="{1945A1B3-D44F-4AE0-A472-B482D7E57241}" dt="2024-12-02T16:29:08.303" v="7448" actId="1076"/>
          <ac:spMkLst>
            <pc:docMk/>
            <pc:sldMk cId="2372458448" sldId="268"/>
            <ac:spMk id="8" creationId="{BAEAA50A-787D-14BE-A3D6-CF788CFA9E62}"/>
          </ac:spMkLst>
        </pc:spChg>
        <pc:spChg chg="add mod">
          <ac:chgData name="蕭兆翔" userId="c09afb0b-60c9-45d8-81f2-4d7aa859f4bf" providerId="ADAL" clId="{1945A1B3-D44F-4AE0-A472-B482D7E57241}" dt="2024-12-02T16:29:43.550" v="7500" actId="20577"/>
          <ac:spMkLst>
            <pc:docMk/>
            <pc:sldMk cId="2372458448" sldId="268"/>
            <ac:spMk id="10" creationId="{3476B6AF-7304-7B82-A2EE-94A622C8C411}"/>
          </ac:spMkLst>
        </pc:spChg>
        <pc:picChg chg="add mod">
          <ac:chgData name="蕭兆翔" userId="c09afb0b-60c9-45d8-81f2-4d7aa859f4bf" providerId="ADAL" clId="{1945A1B3-D44F-4AE0-A472-B482D7E57241}" dt="2024-12-02T16:29:03.464" v="7447" actId="1076"/>
          <ac:picMkLst>
            <pc:docMk/>
            <pc:sldMk cId="2372458448" sldId="268"/>
            <ac:picMk id="2" creationId="{16CDD499-E769-99E6-2418-DA107F1A0BFF}"/>
          </ac:picMkLst>
        </pc:picChg>
        <pc:picChg chg="add mod">
          <ac:chgData name="蕭兆翔" userId="c09afb0b-60c9-45d8-81f2-4d7aa859f4bf" providerId="ADAL" clId="{1945A1B3-D44F-4AE0-A472-B482D7E57241}" dt="2024-12-02T16:29:30.083" v="7454"/>
          <ac:picMkLst>
            <pc:docMk/>
            <pc:sldMk cId="2372458448" sldId="268"/>
            <ac:picMk id="9" creationId="{6D0E7633-9C66-880F-C4AF-A550CF087E6E}"/>
          </ac:picMkLst>
        </pc:picChg>
        <pc:picChg chg="mod">
          <ac:chgData name="蕭兆翔" userId="c09afb0b-60c9-45d8-81f2-4d7aa859f4bf" providerId="ADAL" clId="{1945A1B3-D44F-4AE0-A472-B482D7E57241}" dt="2024-12-02T16:29:03.464" v="7447" actId="1076"/>
          <ac:picMkLst>
            <pc:docMk/>
            <pc:sldMk cId="2372458448" sldId="268"/>
            <ac:picMk id="12290" creationId="{00000000-0000-0000-0000-000000000000}"/>
          </ac:picMkLst>
        </pc:picChg>
      </pc:sldChg>
      <pc:sldChg chg="addSp modSp add del ord">
        <pc:chgData name="蕭兆翔" userId="c09afb0b-60c9-45d8-81f2-4d7aa859f4bf" providerId="ADAL" clId="{1945A1B3-D44F-4AE0-A472-B482D7E57241}" dt="2024-12-02T13:41:54.086" v="4641" actId="47"/>
        <pc:sldMkLst>
          <pc:docMk/>
          <pc:sldMk cId="2579760454" sldId="268"/>
        </pc:sldMkLst>
        <pc:spChg chg="add mod">
          <ac:chgData name="蕭兆翔" userId="c09afb0b-60c9-45d8-81f2-4d7aa859f4bf" providerId="ADAL" clId="{1945A1B3-D44F-4AE0-A472-B482D7E57241}" dt="2024-12-02T11:45:50.426" v="4342"/>
          <ac:spMkLst>
            <pc:docMk/>
            <pc:sldMk cId="2579760454" sldId="268"/>
            <ac:spMk id="3" creationId="{9E080AB9-E35A-1EC5-4B4F-0C490C6FF1A1}"/>
          </ac:spMkLst>
        </pc:spChg>
      </pc:sldChg>
      <pc:sldChg chg="addSp modSp add mod ord">
        <pc:chgData name="蕭兆翔" userId="c09afb0b-60c9-45d8-81f2-4d7aa859f4bf" providerId="ADAL" clId="{1945A1B3-D44F-4AE0-A472-B482D7E57241}" dt="2024-12-02T16:31:12.963" v="7633" actId="1076"/>
        <pc:sldMkLst>
          <pc:docMk/>
          <pc:sldMk cId="1527147766" sldId="269"/>
        </pc:sldMkLst>
        <pc:spChg chg="add mod">
          <ac:chgData name="蕭兆翔" userId="c09afb0b-60c9-45d8-81f2-4d7aa859f4bf" providerId="ADAL" clId="{1945A1B3-D44F-4AE0-A472-B482D7E57241}" dt="2024-12-02T16:30:20.120" v="7586" actId="20577"/>
          <ac:spMkLst>
            <pc:docMk/>
            <pc:sldMk cId="1527147766" sldId="269"/>
            <ac:spMk id="2" creationId="{46504409-D354-446D-66F0-DA5F1065CC4E}"/>
          </ac:spMkLst>
        </pc:spChg>
        <pc:spChg chg="add mod">
          <ac:chgData name="蕭兆翔" userId="c09afb0b-60c9-45d8-81f2-4d7aa859f4bf" providerId="ADAL" clId="{1945A1B3-D44F-4AE0-A472-B482D7E57241}" dt="2024-12-02T16:31:12.963" v="7633" actId="1076"/>
          <ac:spMkLst>
            <pc:docMk/>
            <pc:sldMk cId="1527147766" sldId="269"/>
            <ac:spMk id="3" creationId="{6F5FE7F0-0463-62C4-2986-ED7B3351EA35}"/>
          </ac:spMkLst>
        </pc:spChg>
        <pc:picChg chg="mod">
          <ac:chgData name="蕭兆翔" userId="c09afb0b-60c9-45d8-81f2-4d7aa859f4bf" providerId="ADAL" clId="{1945A1B3-D44F-4AE0-A472-B482D7E57241}" dt="2024-12-02T16:31:05.833" v="7631" actId="1076"/>
          <ac:picMkLst>
            <pc:docMk/>
            <pc:sldMk cId="1527147766" sldId="269"/>
            <ac:picMk id="13314" creationId="{00000000-0000-0000-0000-000000000000}"/>
          </ac:picMkLst>
        </pc:picChg>
      </pc:sldChg>
      <pc:sldChg chg="add del">
        <pc:chgData name="蕭兆翔" userId="c09afb0b-60c9-45d8-81f2-4d7aa859f4bf" providerId="ADAL" clId="{1945A1B3-D44F-4AE0-A472-B482D7E57241}" dt="2024-12-02T14:38:15.193" v="5427" actId="47"/>
        <pc:sldMkLst>
          <pc:docMk/>
          <pc:sldMk cId="1648460073" sldId="269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237344717" sldId="270"/>
        </pc:sldMkLst>
      </pc:sldChg>
      <pc:sldChg chg="add del">
        <pc:chgData name="蕭兆翔" userId="c09afb0b-60c9-45d8-81f2-4d7aa859f4bf" providerId="ADAL" clId="{1945A1B3-D44F-4AE0-A472-B482D7E57241}" dt="2024-12-02T16:31:19.895" v="7634" actId="47"/>
        <pc:sldMkLst>
          <pc:docMk/>
          <pc:sldMk cId="2580604485" sldId="270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2836348291" sldId="270"/>
        </pc:sldMkLst>
      </pc:sldChg>
      <pc:sldChg chg="add del">
        <pc:chgData name="蕭兆翔" userId="c09afb0b-60c9-45d8-81f2-4d7aa859f4bf" providerId="ADAL" clId="{1945A1B3-D44F-4AE0-A472-B482D7E57241}" dt="2024-12-02T11:43:23.939" v="4272" actId="47"/>
        <pc:sldMkLst>
          <pc:docMk/>
          <pc:sldMk cId="3525970170" sldId="270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1610215973" sldId="271"/>
        </pc:sldMkLst>
      </pc:sldChg>
      <pc:sldChg chg="add del">
        <pc:chgData name="蕭兆翔" userId="c09afb0b-60c9-45d8-81f2-4d7aa859f4bf" providerId="ADAL" clId="{1945A1B3-D44F-4AE0-A472-B482D7E57241}" dt="2024-12-02T14:38:14.605" v="5426" actId="47"/>
        <pc:sldMkLst>
          <pc:docMk/>
          <pc:sldMk cId="1702521927" sldId="271"/>
        </pc:sldMkLst>
      </pc:sldChg>
      <pc:sldChg chg="add del">
        <pc:chgData name="蕭兆翔" userId="c09afb0b-60c9-45d8-81f2-4d7aa859f4bf" providerId="ADAL" clId="{1945A1B3-D44F-4AE0-A472-B482D7E57241}" dt="2024-12-02T16:31:44.930" v="7635" actId="47"/>
        <pc:sldMkLst>
          <pc:docMk/>
          <pc:sldMk cId="2028201841" sldId="271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3273173811" sldId="271"/>
        </pc:sldMkLst>
      </pc:sldChg>
      <pc:sldChg chg="add del">
        <pc:chgData name="蕭兆翔" userId="c09afb0b-60c9-45d8-81f2-4d7aa859f4bf" providerId="ADAL" clId="{1945A1B3-D44F-4AE0-A472-B482D7E57241}" dt="2024-12-02T16:31:44.930" v="7635" actId="47"/>
        <pc:sldMkLst>
          <pc:docMk/>
          <pc:sldMk cId="1108522378" sldId="272"/>
        </pc:sldMkLst>
      </pc:sldChg>
      <pc:sldChg chg="add del">
        <pc:chgData name="蕭兆翔" userId="c09afb0b-60c9-45d8-81f2-4d7aa859f4bf" providerId="ADAL" clId="{1945A1B3-D44F-4AE0-A472-B482D7E57241}" dt="2024-12-02T11:43:10.681" v="4267" actId="47"/>
        <pc:sldMkLst>
          <pc:docMk/>
          <pc:sldMk cId="1407932214" sldId="272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2923517398" sldId="272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3330593839" sldId="272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1026325569" sldId="273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2689883032" sldId="273"/>
        </pc:sldMkLst>
      </pc:sldChg>
      <pc:sldChg chg="addSp delSp modSp add mod ord">
        <pc:chgData name="蕭兆翔" userId="c09afb0b-60c9-45d8-81f2-4d7aa859f4bf" providerId="ADAL" clId="{1945A1B3-D44F-4AE0-A472-B482D7E57241}" dt="2024-12-02T15:56:58.321" v="6871" actId="1076"/>
        <pc:sldMkLst>
          <pc:docMk/>
          <pc:sldMk cId="2706572330" sldId="273"/>
        </pc:sldMkLst>
        <pc:spChg chg="add mod">
          <ac:chgData name="蕭兆翔" userId="c09afb0b-60c9-45d8-81f2-4d7aa859f4bf" providerId="ADAL" clId="{1945A1B3-D44F-4AE0-A472-B482D7E57241}" dt="2024-12-02T11:45:47.827" v="4341" actId="20577"/>
          <ac:spMkLst>
            <pc:docMk/>
            <pc:sldMk cId="2706572330" sldId="273"/>
            <ac:spMk id="3" creationId="{588C9493-A0A5-A5D4-AC47-24A66AC3A2DB}"/>
          </ac:spMkLst>
        </pc:spChg>
        <pc:spChg chg="add mod">
          <ac:chgData name="蕭兆翔" userId="c09afb0b-60c9-45d8-81f2-4d7aa859f4bf" providerId="ADAL" clId="{1945A1B3-D44F-4AE0-A472-B482D7E57241}" dt="2024-12-02T13:33:23.134" v="4549" actId="1076"/>
          <ac:spMkLst>
            <pc:docMk/>
            <pc:sldMk cId="2706572330" sldId="273"/>
            <ac:spMk id="7" creationId="{5FFD10AA-391B-AD23-D30C-39CD7255A72F}"/>
          </ac:spMkLst>
        </pc:spChg>
        <pc:spChg chg="add del mod">
          <ac:chgData name="蕭兆翔" userId="c09afb0b-60c9-45d8-81f2-4d7aa859f4bf" providerId="ADAL" clId="{1945A1B3-D44F-4AE0-A472-B482D7E57241}" dt="2024-12-02T13:28:20.953" v="4492" actId="478"/>
          <ac:spMkLst>
            <pc:docMk/>
            <pc:sldMk cId="2706572330" sldId="273"/>
            <ac:spMk id="9" creationId="{86D69152-080F-E0F2-AA79-2182E55B8A3D}"/>
          </ac:spMkLst>
        </pc:spChg>
        <pc:spChg chg="add mod">
          <ac:chgData name="蕭兆翔" userId="c09afb0b-60c9-45d8-81f2-4d7aa859f4bf" providerId="ADAL" clId="{1945A1B3-D44F-4AE0-A472-B482D7E57241}" dt="2024-12-02T15:52:47.324" v="6787" actId="403"/>
          <ac:spMkLst>
            <pc:docMk/>
            <pc:sldMk cId="2706572330" sldId="273"/>
            <ac:spMk id="10" creationId="{3B002896-F416-83C4-E954-2C2BF33FB3DF}"/>
          </ac:spMkLst>
        </pc:spChg>
        <pc:spChg chg="add mod">
          <ac:chgData name="蕭兆翔" userId="c09afb0b-60c9-45d8-81f2-4d7aa859f4bf" providerId="ADAL" clId="{1945A1B3-D44F-4AE0-A472-B482D7E57241}" dt="2024-12-02T15:53:47.018" v="6829" actId="1076"/>
          <ac:spMkLst>
            <pc:docMk/>
            <pc:sldMk cId="2706572330" sldId="273"/>
            <ac:spMk id="11" creationId="{9C9D6765-F25B-A236-AE9E-7ED0E2565376}"/>
          </ac:spMkLst>
        </pc:spChg>
        <pc:spChg chg="add mod">
          <ac:chgData name="蕭兆翔" userId="c09afb0b-60c9-45d8-81f2-4d7aa859f4bf" providerId="ADAL" clId="{1945A1B3-D44F-4AE0-A472-B482D7E57241}" dt="2024-12-02T15:52:47.324" v="6787" actId="403"/>
          <ac:spMkLst>
            <pc:docMk/>
            <pc:sldMk cId="2706572330" sldId="273"/>
            <ac:spMk id="12" creationId="{3A6F1F06-40B0-9B08-0BFB-FB69BD8FB746}"/>
          </ac:spMkLst>
        </pc:spChg>
        <pc:spChg chg="add mod">
          <ac:chgData name="蕭兆翔" userId="c09afb0b-60c9-45d8-81f2-4d7aa859f4bf" providerId="ADAL" clId="{1945A1B3-D44F-4AE0-A472-B482D7E57241}" dt="2024-12-02T15:53:44.818" v="6828" actId="1076"/>
          <ac:spMkLst>
            <pc:docMk/>
            <pc:sldMk cId="2706572330" sldId="273"/>
            <ac:spMk id="13" creationId="{970A42AC-68A6-B9AF-15B0-FC7DAF0B0316}"/>
          </ac:spMkLst>
        </pc:spChg>
        <pc:spChg chg="add mod">
          <ac:chgData name="蕭兆翔" userId="c09afb0b-60c9-45d8-81f2-4d7aa859f4bf" providerId="ADAL" clId="{1945A1B3-D44F-4AE0-A472-B482D7E57241}" dt="2024-12-02T15:56:58.321" v="6871" actId="1076"/>
          <ac:spMkLst>
            <pc:docMk/>
            <pc:sldMk cId="2706572330" sldId="273"/>
            <ac:spMk id="14" creationId="{82341BDF-2E8D-79BB-BAC7-ABE35FD53627}"/>
          </ac:spMkLst>
        </pc:spChg>
        <pc:grpChg chg="add del mod">
          <ac:chgData name="蕭兆翔" userId="c09afb0b-60c9-45d8-81f2-4d7aa859f4bf" providerId="ADAL" clId="{1945A1B3-D44F-4AE0-A472-B482D7E57241}" dt="2024-12-02T15:49:08.107" v="6649" actId="478"/>
          <ac:grpSpMkLst>
            <pc:docMk/>
            <pc:sldMk cId="2706572330" sldId="273"/>
            <ac:grpSpMk id="8" creationId="{4F34C5E3-D7E2-B27A-EA97-B8CB957DEAF9}"/>
          </ac:grpSpMkLst>
        </pc:grpChg>
        <pc:picChg chg="add mod">
          <ac:chgData name="蕭兆翔" userId="c09afb0b-60c9-45d8-81f2-4d7aa859f4bf" providerId="ADAL" clId="{1945A1B3-D44F-4AE0-A472-B482D7E57241}" dt="2024-12-02T13:33:24.260" v="4550" actId="1076"/>
          <ac:picMkLst>
            <pc:docMk/>
            <pc:sldMk cId="2706572330" sldId="273"/>
            <ac:picMk id="4" creationId="{433785D9-CD39-2B46-3FC8-4C6FD5DA1B88}"/>
          </ac:picMkLst>
        </pc:picChg>
        <pc:picChg chg="add mod">
          <ac:chgData name="蕭兆翔" userId="c09afb0b-60c9-45d8-81f2-4d7aa859f4bf" providerId="ADAL" clId="{1945A1B3-D44F-4AE0-A472-B482D7E57241}" dt="2024-12-02T13:33:24.260" v="4550" actId="1076"/>
          <ac:picMkLst>
            <pc:docMk/>
            <pc:sldMk cId="2706572330" sldId="273"/>
            <ac:picMk id="5" creationId="{731AED9C-207C-6120-AB10-0A1ECBC32DB2}"/>
          </ac:picMkLst>
        </pc:picChg>
        <pc:picChg chg="add mod">
          <ac:chgData name="蕭兆翔" userId="c09afb0b-60c9-45d8-81f2-4d7aa859f4bf" providerId="ADAL" clId="{1945A1B3-D44F-4AE0-A472-B482D7E57241}" dt="2024-12-02T13:33:24.260" v="4550" actId="1076"/>
          <ac:picMkLst>
            <pc:docMk/>
            <pc:sldMk cId="2706572330" sldId="273"/>
            <ac:picMk id="6" creationId="{DC06D9BC-5600-8C0D-A03C-518C618B69E9}"/>
          </ac:picMkLst>
        </pc:picChg>
        <pc:picChg chg="mod">
          <ac:chgData name="蕭兆翔" userId="c09afb0b-60c9-45d8-81f2-4d7aa859f4bf" providerId="ADAL" clId="{1945A1B3-D44F-4AE0-A472-B482D7E57241}" dt="2024-12-02T13:33:24.260" v="4550" actId="1076"/>
          <ac:picMkLst>
            <pc:docMk/>
            <pc:sldMk cId="2706572330" sldId="273"/>
            <ac:picMk id="17410" creationId="{00000000-0000-0000-0000-000000000000}"/>
          </ac:picMkLst>
        </pc:picChg>
      </pc:sldChg>
      <pc:sldChg chg="del">
        <pc:chgData name="蕭兆翔" userId="c09afb0b-60c9-45d8-81f2-4d7aa859f4bf" providerId="ADAL" clId="{1945A1B3-D44F-4AE0-A472-B482D7E57241}" dt="2024-12-01T09:56:20.250" v="51" actId="47"/>
        <pc:sldMkLst>
          <pc:docMk/>
          <pc:sldMk cId="1427475675" sldId="274"/>
        </pc:sldMkLst>
      </pc:sldChg>
      <pc:sldChg chg="add del">
        <pc:chgData name="蕭兆翔" userId="c09afb0b-60c9-45d8-81f2-4d7aa859f4bf" providerId="ADAL" clId="{1945A1B3-D44F-4AE0-A472-B482D7E57241}" dt="2024-12-02T16:31:44.930" v="7635" actId="47"/>
        <pc:sldMkLst>
          <pc:docMk/>
          <pc:sldMk cId="2856337173" sldId="274"/>
        </pc:sldMkLst>
      </pc:sldChg>
      <pc:sldChg chg="addSp modSp add del ord">
        <pc:chgData name="蕭兆翔" userId="c09afb0b-60c9-45d8-81f2-4d7aa859f4bf" providerId="ADAL" clId="{1945A1B3-D44F-4AE0-A472-B482D7E57241}" dt="2024-12-02T13:41:58.206" v="4644" actId="47"/>
        <pc:sldMkLst>
          <pc:docMk/>
          <pc:sldMk cId="3701962046" sldId="274"/>
        </pc:sldMkLst>
        <pc:spChg chg="add mod">
          <ac:chgData name="蕭兆翔" userId="c09afb0b-60c9-45d8-81f2-4d7aa859f4bf" providerId="ADAL" clId="{1945A1B3-D44F-4AE0-A472-B482D7E57241}" dt="2024-12-02T11:45:51.562" v="4343"/>
          <ac:spMkLst>
            <pc:docMk/>
            <pc:sldMk cId="3701962046" sldId="274"/>
            <ac:spMk id="3" creationId="{4AF70387-EE55-08A8-457A-0BBA1EBED244}"/>
          </ac:spMkLst>
        </pc:spChg>
        <pc:picChg chg="add mod">
          <ac:chgData name="蕭兆翔" userId="c09afb0b-60c9-45d8-81f2-4d7aa859f4bf" providerId="ADAL" clId="{1945A1B3-D44F-4AE0-A472-B482D7E57241}" dt="2024-12-02T13:38:37.482" v="4553" actId="1076"/>
          <ac:picMkLst>
            <pc:docMk/>
            <pc:sldMk cId="3701962046" sldId="274"/>
            <ac:picMk id="4" creationId="{C3664F3D-18A0-27BC-E063-6CBAF2347B63}"/>
          </ac:picMkLst>
        </pc:picChg>
        <pc:picChg chg="add mod">
          <ac:chgData name="蕭兆翔" userId="c09afb0b-60c9-45d8-81f2-4d7aa859f4bf" providerId="ADAL" clId="{1945A1B3-D44F-4AE0-A472-B482D7E57241}" dt="2024-12-02T13:38:45.414" v="4555" actId="1076"/>
          <ac:picMkLst>
            <pc:docMk/>
            <pc:sldMk cId="3701962046" sldId="274"/>
            <ac:picMk id="5" creationId="{04DCC77F-F8DD-3581-4DC5-DC765C4EB844}"/>
          </ac:picMkLst>
        </pc:picChg>
        <pc:picChg chg="mod">
          <ac:chgData name="蕭兆翔" userId="c09afb0b-60c9-45d8-81f2-4d7aa859f4bf" providerId="ADAL" clId="{1945A1B3-D44F-4AE0-A472-B482D7E57241}" dt="2024-12-02T13:38:35.745" v="4551" actId="1076"/>
          <ac:picMkLst>
            <pc:docMk/>
            <pc:sldMk cId="3701962046" sldId="274"/>
            <ac:picMk id="19458" creationId="{00000000-0000-0000-0000-000000000000}"/>
          </ac:picMkLst>
        </pc:picChg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300290828" sldId="275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1027422671" sldId="275"/>
        </pc:sldMkLst>
      </pc:sldChg>
      <pc:sldChg chg="add del">
        <pc:chgData name="蕭兆翔" userId="c09afb0b-60c9-45d8-81f2-4d7aa859f4bf" providerId="ADAL" clId="{1945A1B3-D44F-4AE0-A472-B482D7E57241}" dt="2024-12-02T16:31:44.930" v="7635" actId="47"/>
        <pc:sldMkLst>
          <pc:docMk/>
          <pc:sldMk cId="1644891630" sldId="275"/>
        </pc:sldMkLst>
      </pc:sldChg>
      <pc:sldChg chg="addSp modSp add del ord">
        <pc:chgData name="蕭兆翔" userId="c09afb0b-60c9-45d8-81f2-4d7aa859f4bf" providerId="ADAL" clId="{1945A1B3-D44F-4AE0-A472-B482D7E57241}" dt="2024-12-02T13:41:59.453" v="4645" actId="47"/>
        <pc:sldMkLst>
          <pc:docMk/>
          <pc:sldMk cId="2210709420" sldId="275"/>
        </pc:sldMkLst>
        <pc:spChg chg="add mod">
          <ac:chgData name="蕭兆翔" userId="c09afb0b-60c9-45d8-81f2-4d7aa859f4bf" providerId="ADAL" clId="{1945A1B3-D44F-4AE0-A472-B482D7E57241}" dt="2024-12-02T11:45:52.870" v="4344"/>
          <ac:spMkLst>
            <pc:docMk/>
            <pc:sldMk cId="2210709420" sldId="275"/>
            <ac:spMk id="3" creationId="{4712CAA5-BB5F-FD63-2166-9DFECD8F122B}"/>
          </ac:spMkLst>
        </pc:spChg>
      </pc:sldChg>
      <pc:sldChg chg="del">
        <pc:chgData name="蕭兆翔" userId="c09afb0b-60c9-45d8-81f2-4d7aa859f4bf" providerId="ADAL" clId="{1945A1B3-D44F-4AE0-A472-B482D7E57241}" dt="2024-12-01T09:56:20.250" v="51" actId="47"/>
        <pc:sldMkLst>
          <pc:docMk/>
          <pc:sldMk cId="2477180415" sldId="275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947947358" sldId="276"/>
        </pc:sldMkLst>
      </pc:sldChg>
      <pc:sldChg chg="del">
        <pc:chgData name="蕭兆翔" userId="c09afb0b-60c9-45d8-81f2-4d7aa859f4bf" providerId="ADAL" clId="{1945A1B3-D44F-4AE0-A472-B482D7E57241}" dt="2024-12-01T09:56:20.250" v="51" actId="47"/>
        <pc:sldMkLst>
          <pc:docMk/>
          <pc:sldMk cId="986473584" sldId="276"/>
        </pc:sldMkLst>
      </pc:sldChg>
      <pc:sldChg chg="add del">
        <pc:chgData name="蕭兆翔" userId="c09afb0b-60c9-45d8-81f2-4d7aa859f4bf" providerId="ADAL" clId="{1945A1B3-D44F-4AE0-A472-B482D7E57241}" dt="2024-12-02T16:32:38.906" v="7636" actId="47"/>
        <pc:sldMkLst>
          <pc:docMk/>
          <pc:sldMk cId="1468706927" sldId="276"/>
        </pc:sldMkLst>
      </pc:sldChg>
      <pc:sldChg chg="add del">
        <pc:chgData name="蕭兆翔" userId="c09afb0b-60c9-45d8-81f2-4d7aa859f4bf" providerId="ADAL" clId="{1945A1B3-D44F-4AE0-A472-B482D7E57241}" dt="2024-12-02T11:44:16.155" v="4281" actId="47"/>
        <pc:sldMkLst>
          <pc:docMk/>
          <pc:sldMk cId="3081169075" sldId="276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3514890459" sldId="276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303820453" sldId="277"/>
        </pc:sldMkLst>
      </pc:sldChg>
      <pc:sldChg chg="add del">
        <pc:chgData name="蕭兆翔" userId="c09afb0b-60c9-45d8-81f2-4d7aa859f4bf" providerId="ADAL" clId="{1945A1B3-D44F-4AE0-A472-B482D7E57241}" dt="2024-12-02T11:44:17.421" v="4282" actId="47"/>
        <pc:sldMkLst>
          <pc:docMk/>
          <pc:sldMk cId="902817051" sldId="277"/>
        </pc:sldMkLst>
      </pc:sldChg>
      <pc:sldChg chg="add del">
        <pc:chgData name="蕭兆翔" userId="c09afb0b-60c9-45d8-81f2-4d7aa859f4bf" providerId="ADAL" clId="{1945A1B3-D44F-4AE0-A472-B482D7E57241}" dt="2024-12-02T16:33:27.628" v="7638" actId="47"/>
        <pc:sldMkLst>
          <pc:docMk/>
          <pc:sldMk cId="1512622679" sldId="277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1562754533" sldId="277"/>
        </pc:sldMkLst>
      </pc:sldChg>
      <pc:sldChg chg="del">
        <pc:chgData name="蕭兆翔" userId="c09afb0b-60c9-45d8-81f2-4d7aa859f4bf" providerId="ADAL" clId="{1945A1B3-D44F-4AE0-A472-B482D7E57241}" dt="2024-12-01T09:56:20.250" v="51" actId="47"/>
        <pc:sldMkLst>
          <pc:docMk/>
          <pc:sldMk cId="3358620219" sldId="277"/>
        </pc:sldMkLst>
      </pc:sldChg>
      <pc:sldChg chg="add del">
        <pc:chgData name="蕭兆翔" userId="c09afb0b-60c9-45d8-81f2-4d7aa859f4bf" providerId="ADAL" clId="{1945A1B3-D44F-4AE0-A472-B482D7E57241}" dt="2024-12-02T16:33:26.409" v="7637" actId="47"/>
        <pc:sldMkLst>
          <pc:docMk/>
          <pc:sldMk cId="1432044579" sldId="278"/>
        </pc:sldMkLst>
      </pc:sldChg>
      <pc:sldChg chg="add del">
        <pc:chgData name="蕭兆翔" userId="c09afb0b-60c9-45d8-81f2-4d7aa859f4bf" providerId="ADAL" clId="{1945A1B3-D44F-4AE0-A472-B482D7E57241}" dt="2024-12-02T14:20:34.570" v="5024" actId="47"/>
        <pc:sldMkLst>
          <pc:docMk/>
          <pc:sldMk cId="2535900567" sldId="278"/>
        </pc:sldMkLst>
      </pc:sldChg>
      <pc:sldChg chg="del">
        <pc:chgData name="蕭兆翔" userId="c09afb0b-60c9-45d8-81f2-4d7aa859f4bf" providerId="ADAL" clId="{1945A1B3-D44F-4AE0-A472-B482D7E57241}" dt="2024-12-01T09:56:20.250" v="51" actId="47"/>
        <pc:sldMkLst>
          <pc:docMk/>
          <pc:sldMk cId="3018826298" sldId="278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79252982" sldId="279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920714762" sldId="279"/>
        </pc:sldMkLst>
      </pc:sldChg>
      <pc:sldChg chg="add del">
        <pc:chgData name="蕭兆翔" userId="c09afb0b-60c9-45d8-81f2-4d7aa859f4bf" providerId="ADAL" clId="{1945A1B3-D44F-4AE0-A472-B482D7E57241}" dt="2024-12-02T14:20:33.352" v="5023" actId="47"/>
        <pc:sldMkLst>
          <pc:docMk/>
          <pc:sldMk cId="2191800141" sldId="279"/>
        </pc:sldMkLst>
      </pc:sldChg>
      <pc:sldChg chg="del">
        <pc:chgData name="蕭兆翔" userId="c09afb0b-60c9-45d8-81f2-4d7aa859f4bf" providerId="ADAL" clId="{1945A1B3-D44F-4AE0-A472-B482D7E57241}" dt="2024-12-01T09:56:20.250" v="51" actId="47"/>
        <pc:sldMkLst>
          <pc:docMk/>
          <pc:sldMk cId="2726267283" sldId="279"/>
        </pc:sldMkLst>
      </pc:sldChg>
      <pc:sldChg chg="add del">
        <pc:chgData name="蕭兆翔" userId="c09afb0b-60c9-45d8-81f2-4d7aa859f4bf" providerId="ADAL" clId="{1945A1B3-D44F-4AE0-A472-B482D7E57241}" dt="2024-12-02T16:33:55.665" v="7646" actId="47"/>
        <pc:sldMkLst>
          <pc:docMk/>
          <pc:sldMk cId="3349808470" sldId="279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1476146232" sldId="280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1609720616" sldId="280"/>
        </pc:sldMkLst>
      </pc:sldChg>
      <pc:sldChg chg="del">
        <pc:chgData name="蕭兆翔" userId="c09afb0b-60c9-45d8-81f2-4d7aa859f4bf" providerId="ADAL" clId="{1945A1B3-D44F-4AE0-A472-B482D7E57241}" dt="2024-12-01T09:56:20.250" v="51" actId="47"/>
        <pc:sldMkLst>
          <pc:docMk/>
          <pc:sldMk cId="3111619350" sldId="280"/>
        </pc:sldMkLst>
      </pc:sldChg>
      <pc:sldChg chg="add del">
        <pc:chgData name="蕭兆翔" userId="c09afb0b-60c9-45d8-81f2-4d7aa859f4bf" providerId="ADAL" clId="{1945A1B3-D44F-4AE0-A472-B482D7E57241}" dt="2024-12-02T16:33:54.148" v="7645" actId="47"/>
        <pc:sldMkLst>
          <pc:docMk/>
          <pc:sldMk cId="3324076341" sldId="280"/>
        </pc:sldMkLst>
      </pc:sldChg>
      <pc:sldChg chg="add del">
        <pc:chgData name="蕭兆翔" userId="c09afb0b-60c9-45d8-81f2-4d7aa859f4bf" providerId="ADAL" clId="{1945A1B3-D44F-4AE0-A472-B482D7E57241}" dt="2024-12-02T14:38:13.761" v="5425" actId="47"/>
        <pc:sldMkLst>
          <pc:docMk/>
          <pc:sldMk cId="3325021834" sldId="280"/>
        </pc:sldMkLst>
      </pc:sldChg>
      <pc:sldChg chg="add del">
        <pc:chgData name="蕭兆翔" userId="c09afb0b-60c9-45d8-81f2-4d7aa859f4bf" providerId="ADAL" clId="{1945A1B3-D44F-4AE0-A472-B482D7E57241}" dt="2024-12-02T14:38:12.553" v="5424" actId="47"/>
        <pc:sldMkLst>
          <pc:docMk/>
          <pc:sldMk cId="683517852" sldId="281"/>
        </pc:sldMkLst>
      </pc:sldChg>
      <pc:sldChg chg="add del">
        <pc:chgData name="蕭兆翔" userId="c09afb0b-60c9-45d8-81f2-4d7aa859f4bf" providerId="ADAL" clId="{1945A1B3-D44F-4AE0-A472-B482D7E57241}" dt="2024-12-02T16:33:47.092" v="7642" actId="47"/>
        <pc:sldMkLst>
          <pc:docMk/>
          <pc:sldMk cId="816719567" sldId="281"/>
        </pc:sldMkLst>
      </pc:sldChg>
      <pc:sldChg chg="del">
        <pc:chgData name="蕭兆翔" userId="c09afb0b-60c9-45d8-81f2-4d7aa859f4bf" providerId="ADAL" clId="{1945A1B3-D44F-4AE0-A472-B482D7E57241}" dt="2024-12-01T09:56:20.250" v="51" actId="47"/>
        <pc:sldMkLst>
          <pc:docMk/>
          <pc:sldMk cId="2583522289" sldId="281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3748206360" sldId="281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4247873273" sldId="281"/>
        </pc:sldMkLst>
      </pc:sldChg>
      <pc:sldChg chg="add del">
        <pc:chgData name="蕭兆翔" userId="c09afb0b-60c9-45d8-81f2-4d7aa859f4bf" providerId="ADAL" clId="{1945A1B3-D44F-4AE0-A472-B482D7E57241}" dt="2024-12-02T14:38:09.998" v="5423" actId="47"/>
        <pc:sldMkLst>
          <pc:docMk/>
          <pc:sldMk cId="1674840894" sldId="282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2201297462" sldId="282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4146091350" sldId="282"/>
        </pc:sldMkLst>
      </pc:sldChg>
      <pc:sldChg chg="add del">
        <pc:chgData name="蕭兆翔" userId="c09afb0b-60c9-45d8-81f2-4d7aa859f4bf" providerId="ADAL" clId="{1945A1B3-D44F-4AE0-A472-B482D7E57241}" dt="2024-12-02T16:33:45.506" v="7640" actId="47"/>
        <pc:sldMkLst>
          <pc:docMk/>
          <pc:sldMk cId="4289792656" sldId="282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1071795702" sldId="283"/>
        </pc:sldMkLst>
      </pc:sldChg>
      <pc:sldChg chg="add del">
        <pc:chgData name="蕭兆翔" userId="c09afb0b-60c9-45d8-81f2-4d7aa859f4bf" providerId="ADAL" clId="{1945A1B3-D44F-4AE0-A472-B482D7E57241}" dt="2024-12-02T14:38:17.175" v="5428" actId="47"/>
        <pc:sldMkLst>
          <pc:docMk/>
          <pc:sldMk cId="1615865966" sldId="283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2345871050" sldId="283"/>
        </pc:sldMkLst>
      </pc:sldChg>
      <pc:sldChg chg="add del">
        <pc:chgData name="蕭兆翔" userId="c09afb0b-60c9-45d8-81f2-4d7aa859f4bf" providerId="ADAL" clId="{1945A1B3-D44F-4AE0-A472-B482D7E57241}" dt="2024-12-02T16:33:44.538" v="7639" actId="47"/>
        <pc:sldMkLst>
          <pc:docMk/>
          <pc:sldMk cId="3655181206" sldId="283"/>
        </pc:sldMkLst>
      </pc:sldChg>
      <pc:sldChg chg="add del">
        <pc:chgData name="蕭兆翔" userId="c09afb0b-60c9-45d8-81f2-4d7aa859f4bf" providerId="ADAL" clId="{1945A1B3-D44F-4AE0-A472-B482D7E57241}" dt="2024-12-02T14:28:49.430" v="5288" actId="47"/>
        <pc:sldMkLst>
          <pc:docMk/>
          <pc:sldMk cId="110408347" sldId="284"/>
        </pc:sldMkLst>
      </pc:sldChg>
      <pc:sldChg chg="add del">
        <pc:chgData name="蕭兆翔" userId="c09afb0b-60c9-45d8-81f2-4d7aa859f4bf" providerId="ADAL" clId="{1945A1B3-D44F-4AE0-A472-B482D7E57241}" dt="2024-12-02T16:33:46.456" v="7641" actId="47"/>
        <pc:sldMkLst>
          <pc:docMk/>
          <pc:sldMk cId="1105244613" sldId="284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1562055051" sldId="284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1778708310" sldId="284"/>
        </pc:sldMkLst>
      </pc:sldChg>
      <pc:sldChg chg="del">
        <pc:chgData name="蕭兆翔" userId="c09afb0b-60c9-45d8-81f2-4d7aa859f4bf" providerId="ADAL" clId="{1945A1B3-D44F-4AE0-A472-B482D7E57241}" dt="2024-12-01T14:17:34.535" v="85" actId="47"/>
        <pc:sldMkLst>
          <pc:docMk/>
          <pc:sldMk cId="1717562237" sldId="285"/>
        </pc:sldMkLst>
      </pc:sldChg>
      <pc:sldChg chg="add del">
        <pc:chgData name="蕭兆翔" userId="c09afb0b-60c9-45d8-81f2-4d7aa859f4bf" providerId="ADAL" clId="{1945A1B3-D44F-4AE0-A472-B482D7E57241}" dt="2024-12-02T16:33:49.125" v="7643" actId="47"/>
        <pc:sldMkLst>
          <pc:docMk/>
          <pc:sldMk cId="3443543136" sldId="285"/>
        </pc:sldMkLst>
      </pc:sldChg>
      <pc:sldChg chg="add del">
        <pc:chgData name="蕭兆翔" userId="c09afb0b-60c9-45d8-81f2-4d7aa859f4bf" providerId="ADAL" clId="{1945A1B3-D44F-4AE0-A472-B482D7E57241}" dt="2024-12-01T09:57:01.218" v="57" actId="47"/>
        <pc:sldMkLst>
          <pc:docMk/>
          <pc:sldMk cId="0" sldId="286"/>
        </pc:sldMkLst>
      </pc:sldChg>
      <pc:sldChg chg="add del">
        <pc:chgData name="蕭兆翔" userId="c09afb0b-60c9-45d8-81f2-4d7aa859f4bf" providerId="ADAL" clId="{1945A1B3-D44F-4AE0-A472-B482D7E57241}" dt="2024-12-02T16:33:52.142" v="7644" actId="47"/>
        <pc:sldMkLst>
          <pc:docMk/>
          <pc:sldMk cId="514304549" sldId="286"/>
        </pc:sldMkLst>
      </pc:sldChg>
      <pc:sldChg chg="addSp delSp modSp add del mod">
        <pc:chgData name="蕭兆翔" userId="c09afb0b-60c9-45d8-81f2-4d7aa859f4bf" providerId="ADAL" clId="{1945A1B3-D44F-4AE0-A472-B482D7E57241}" dt="2024-12-02T15:28:57.806" v="6647" actId="20577"/>
        <pc:sldMkLst>
          <pc:docMk/>
          <pc:sldMk cId="1192488509" sldId="287"/>
        </pc:sldMkLst>
        <pc:spChg chg="del mod">
          <ac:chgData name="蕭兆翔" userId="c09afb0b-60c9-45d8-81f2-4d7aa859f4bf" providerId="ADAL" clId="{1945A1B3-D44F-4AE0-A472-B482D7E57241}" dt="2024-12-01T14:17:28.772" v="83"/>
          <ac:spMkLst>
            <pc:docMk/>
            <pc:sldMk cId="1192488509" sldId="287"/>
            <ac:spMk id="2" creationId="{00000000-0000-0000-0000-000000000000}"/>
          </ac:spMkLst>
        </pc:spChg>
        <pc:spChg chg="add mod">
          <ac:chgData name="蕭兆翔" userId="c09afb0b-60c9-45d8-81f2-4d7aa859f4bf" providerId="ADAL" clId="{1945A1B3-D44F-4AE0-A472-B482D7E57241}" dt="2024-12-02T15:28:57.806" v="6647" actId="20577"/>
          <ac:spMkLst>
            <pc:docMk/>
            <pc:sldMk cId="1192488509" sldId="287"/>
            <ac:spMk id="3" creationId="{3568D1B2-7FAB-0685-9D09-3CA034AA0075}"/>
          </ac:spMkLst>
        </pc:spChg>
        <pc:spChg chg="add mod">
          <ac:chgData name="蕭兆翔" userId="c09afb0b-60c9-45d8-81f2-4d7aa859f4bf" providerId="ADAL" clId="{1945A1B3-D44F-4AE0-A472-B482D7E57241}" dt="2024-12-02T07:29:41.779" v="679" actId="1076"/>
          <ac:spMkLst>
            <pc:docMk/>
            <pc:sldMk cId="1192488509" sldId="287"/>
            <ac:spMk id="4" creationId="{E84A2AF5-5A2F-00E4-A779-E1D9E7D78A37}"/>
          </ac:spMkLst>
        </pc:spChg>
        <pc:spChg chg="add mod">
          <ac:chgData name="蕭兆翔" userId="c09afb0b-60c9-45d8-81f2-4d7aa859f4bf" providerId="ADAL" clId="{1945A1B3-D44F-4AE0-A472-B482D7E57241}" dt="2024-12-02T07:32:43.910" v="799" actId="1076"/>
          <ac:spMkLst>
            <pc:docMk/>
            <pc:sldMk cId="1192488509" sldId="287"/>
            <ac:spMk id="5" creationId="{E8288239-DBE5-DE8C-6443-A8F86C917C49}"/>
          </ac:spMkLst>
        </pc:spChg>
        <pc:spChg chg="add del mod">
          <ac:chgData name="蕭兆翔" userId="c09afb0b-60c9-45d8-81f2-4d7aa859f4bf" providerId="ADAL" clId="{1945A1B3-D44F-4AE0-A472-B482D7E57241}" dt="2024-12-02T07:32:19.386" v="764" actId="478"/>
          <ac:spMkLst>
            <pc:docMk/>
            <pc:sldMk cId="1192488509" sldId="287"/>
            <ac:spMk id="6" creationId="{40EC4D5F-2474-5D7F-E630-7CAE8556A9A4}"/>
          </ac:spMkLst>
        </pc:spChg>
        <pc:spChg chg="add mod">
          <ac:chgData name="蕭兆翔" userId="c09afb0b-60c9-45d8-81f2-4d7aa859f4bf" providerId="ADAL" clId="{1945A1B3-D44F-4AE0-A472-B482D7E57241}" dt="2024-12-02T07:33:01.655" v="805" actId="1076"/>
          <ac:spMkLst>
            <pc:docMk/>
            <pc:sldMk cId="1192488509" sldId="287"/>
            <ac:spMk id="7" creationId="{539A6609-B189-2269-9B22-AFE6E4A0C1EB}"/>
          </ac:spMkLst>
        </pc:spChg>
        <pc:picChg chg="mod">
          <ac:chgData name="蕭兆翔" userId="c09afb0b-60c9-45d8-81f2-4d7aa859f4bf" providerId="ADAL" clId="{1945A1B3-D44F-4AE0-A472-B482D7E57241}" dt="2024-12-02T07:32:37.498" v="797" actId="1076"/>
          <ac:picMkLst>
            <pc:docMk/>
            <pc:sldMk cId="1192488509" sldId="287"/>
            <ac:picMk id="2050" creationId="{00000000-0000-0000-0000-000000000000}"/>
          </ac:picMkLst>
        </pc:picChg>
        <pc:picChg chg="add mod">
          <ac:chgData name="蕭兆翔" userId="c09afb0b-60c9-45d8-81f2-4d7aa859f4bf" providerId="ADAL" clId="{1945A1B3-D44F-4AE0-A472-B482D7E57241}" dt="2024-12-02T07:32:36.407" v="796" actId="1076"/>
          <ac:picMkLst>
            <pc:docMk/>
            <pc:sldMk cId="1192488509" sldId="287"/>
            <ac:picMk id="3074" creationId="{00000000-0000-0000-0000-000000000000}"/>
          </ac:picMkLst>
        </pc:picChg>
      </pc:sldChg>
      <pc:sldChg chg="add del">
        <pc:chgData name="蕭兆翔" userId="c09afb0b-60c9-45d8-81f2-4d7aa859f4bf" providerId="ADAL" clId="{1945A1B3-D44F-4AE0-A472-B482D7E57241}" dt="2024-12-02T14:38:08.255" v="5421" actId="47"/>
        <pc:sldMkLst>
          <pc:docMk/>
          <pc:sldMk cId="1161646860" sldId="288"/>
        </pc:sldMkLst>
      </pc:sldChg>
      <pc:sldChg chg="add del">
        <pc:chgData name="蕭兆翔" userId="c09afb0b-60c9-45d8-81f2-4d7aa859f4bf" providerId="ADAL" clId="{1945A1B3-D44F-4AE0-A472-B482D7E57241}" dt="2024-12-02T16:33:59.638" v="7648" actId="47"/>
        <pc:sldMkLst>
          <pc:docMk/>
          <pc:sldMk cId="2852035312" sldId="288"/>
        </pc:sldMkLst>
      </pc:sldChg>
      <pc:sldChg chg="add del">
        <pc:chgData name="蕭兆翔" userId="c09afb0b-60c9-45d8-81f2-4d7aa859f4bf" providerId="ADAL" clId="{1945A1B3-D44F-4AE0-A472-B482D7E57241}" dt="2024-12-02T16:34:54.875" v="7650" actId="47"/>
        <pc:sldMkLst>
          <pc:docMk/>
          <pc:sldMk cId="1369799740" sldId="289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2164260649" sldId="289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2464219133" sldId="289"/>
        </pc:sldMkLst>
      </pc:sldChg>
      <pc:sldChg chg="add del">
        <pc:chgData name="蕭兆翔" userId="c09afb0b-60c9-45d8-81f2-4d7aa859f4bf" providerId="ADAL" clId="{1945A1B3-D44F-4AE0-A472-B482D7E57241}" dt="2024-12-02T14:38:05.741" v="5420" actId="47"/>
        <pc:sldMkLst>
          <pc:docMk/>
          <pc:sldMk cId="3406427669" sldId="289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194203852" sldId="290"/>
        </pc:sldMkLst>
      </pc:sldChg>
      <pc:sldChg chg="add del">
        <pc:chgData name="蕭兆翔" userId="c09afb0b-60c9-45d8-81f2-4d7aa859f4bf" providerId="ADAL" clId="{1945A1B3-D44F-4AE0-A472-B482D7E57241}" dt="2024-12-02T14:38:02.445" v="5418" actId="47"/>
        <pc:sldMkLst>
          <pc:docMk/>
          <pc:sldMk cId="1082745906" sldId="290"/>
        </pc:sldMkLst>
      </pc:sldChg>
      <pc:sldChg chg="add del">
        <pc:chgData name="蕭兆翔" userId="c09afb0b-60c9-45d8-81f2-4d7aa859f4bf" providerId="ADAL" clId="{1945A1B3-D44F-4AE0-A472-B482D7E57241}" dt="2024-12-02T16:34:54.152" v="7649" actId="47"/>
        <pc:sldMkLst>
          <pc:docMk/>
          <pc:sldMk cId="1861859806" sldId="290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2730458290" sldId="290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65074815" sldId="291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179775292" sldId="291"/>
        </pc:sldMkLst>
      </pc:sldChg>
      <pc:sldChg chg="add del">
        <pc:chgData name="蕭兆翔" userId="c09afb0b-60c9-45d8-81f2-4d7aa859f4bf" providerId="ADAL" clId="{1945A1B3-D44F-4AE0-A472-B482D7E57241}" dt="2024-12-02T14:38:01.391" v="5417" actId="47"/>
        <pc:sldMkLst>
          <pc:docMk/>
          <pc:sldMk cId="3154417315" sldId="291"/>
        </pc:sldMkLst>
      </pc:sldChg>
      <pc:sldChg chg="addSp delSp modSp add mod ord">
        <pc:chgData name="蕭兆翔" userId="c09afb0b-60c9-45d8-81f2-4d7aa859f4bf" providerId="ADAL" clId="{1945A1B3-D44F-4AE0-A472-B482D7E57241}" dt="2024-12-02T16:45:20.832" v="7887" actId="207"/>
        <pc:sldMkLst>
          <pc:docMk/>
          <pc:sldMk cId="3815835487" sldId="291"/>
        </pc:sldMkLst>
        <pc:spChg chg="del mod">
          <ac:chgData name="蕭兆翔" userId="c09afb0b-60c9-45d8-81f2-4d7aa859f4bf" providerId="ADAL" clId="{1945A1B3-D44F-4AE0-A472-B482D7E57241}" dt="2024-12-02T16:40:03.525" v="7659" actId="478"/>
          <ac:spMkLst>
            <pc:docMk/>
            <pc:sldMk cId="3815835487" sldId="291"/>
            <ac:spMk id="2" creationId="{00000000-0000-0000-0000-000000000000}"/>
          </ac:spMkLst>
        </pc:spChg>
        <pc:spChg chg="add mod">
          <ac:chgData name="蕭兆翔" userId="c09afb0b-60c9-45d8-81f2-4d7aa859f4bf" providerId="ADAL" clId="{1945A1B3-D44F-4AE0-A472-B482D7E57241}" dt="2024-12-02T16:40:07.170" v="7678" actId="20577"/>
          <ac:spMkLst>
            <pc:docMk/>
            <pc:sldMk cId="3815835487" sldId="291"/>
            <ac:spMk id="3" creationId="{F2E3205E-5201-5D72-76CC-9EA16DFB7CC5}"/>
          </ac:spMkLst>
        </pc:spChg>
        <pc:spChg chg="add mod">
          <ac:chgData name="蕭兆翔" userId="c09afb0b-60c9-45d8-81f2-4d7aa859f4bf" providerId="ADAL" clId="{1945A1B3-D44F-4AE0-A472-B482D7E57241}" dt="2024-12-02T16:43:47.437" v="7794" actId="1076"/>
          <ac:spMkLst>
            <pc:docMk/>
            <pc:sldMk cId="3815835487" sldId="291"/>
            <ac:spMk id="5" creationId="{4EADD330-EB6D-9097-1812-974CC23D8EAE}"/>
          </ac:spMkLst>
        </pc:spChg>
        <pc:spChg chg="add del mod">
          <ac:chgData name="蕭兆翔" userId="c09afb0b-60c9-45d8-81f2-4d7aa859f4bf" providerId="ADAL" clId="{1945A1B3-D44F-4AE0-A472-B482D7E57241}" dt="2024-12-02T16:45:05.667" v="7872" actId="478"/>
          <ac:spMkLst>
            <pc:docMk/>
            <pc:sldMk cId="3815835487" sldId="291"/>
            <ac:spMk id="7" creationId="{77977FC1-C893-9ED5-314D-6DF5C88F5EB0}"/>
          </ac:spMkLst>
        </pc:spChg>
        <pc:spChg chg="add mod">
          <ac:chgData name="蕭兆翔" userId="c09afb0b-60c9-45d8-81f2-4d7aa859f4bf" providerId="ADAL" clId="{1945A1B3-D44F-4AE0-A472-B482D7E57241}" dt="2024-12-02T16:45:01.724" v="7871" actId="20577"/>
          <ac:spMkLst>
            <pc:docMk/>
            <pc:sldMk cId="3815835487" sldId="291"/>
            <ac:spMk id="9" creationId="{997B7A8A-52CE-99BA-3742-7923FC21ECE5}"/>
          </ac:spMkLst>
        </pc:spChg>
        <pc:spChg chg="add mod">
          <ac:chgData name="蕭兆翔" userId="c09afb0b-60c9-45d8-81f2-4d7aa859f4bf" providerId="ADAL" clId="{1945A1B3-D44F-4AE0-A472-B482D7E57241}" dt="2024-12-02T16:43:59.317" v="7799"/>
          <ac:spMkLst>
            <pc:docMk/>
            <pc:sldMk cId="3815835487" sldId="291"/>
            <ac:spMk id="10" creationId="{31569035-FBE0-E952-36C9-718D0D3D0856}"/>
          </ac:spMkLst>
        </pc:spChg>
        <pc:spChg chg="add mod">
          <ac:chgData name="蕭兆翔" userId="c09afb0b-60c9-45d8-81f2-4d7aa859f4bf" providerId="ADAL" clId="{1945A1B3-D44F-4AE0-A472-B482D7E57241}" dt="2024-12-02T16:44:56.465" v="7869" actId="20577"/>
          <ac:spMkLst>
            <pc:docMk/>
            <pc:sldMk cId="3815835487" sldId="291"/>
            <ac:spMk id="11" creationId="{255A4341-A219-351C-BE36-C9334A65B752}"/>
          </ac:spMkLst>
        </pc:spChg>
        <pc:spChg chg="add mod">
          <ac:chgData name="蕭兆翔" userId="c09afb0b-60c9-45d8-81f2-4d7aa859f4bf" providerId="ADAL" clId="{1945A1B3-D44F-4AE0-A472-B482D7E57241}" dt="2024-12-02T16:45:20.832" v="7887" actId="207"/>
          <ac:spMkLst>
            <pc:docMk/>
            <pc:sldMk cId="3815835487" sldId="291"/>
            <ac:spMk id="12" creationId="{29FC945F-7AD5-8734-DA1C-50D9EA889537}"/>
          </ac:spMkLst>
        </pc:spChg>
        <pc:picChg chg="del mod">
          <ac:chgData name="蕭兆翔" userId="c09afb0b-60c9-45d8-81f2-4d7aa859f4bf" providerId="ADAL" clId="{1945A1B3-D44F-4AE0-A472-B482D7E57241}" dt="2024-12-02T16:40:41.988" v="7692" actId="478"/>
          <ac:picMkLst>
            <pc:docMk/>
            <pc:sldMk cId="3815835487" sldId="291"/>
            <ac:picMk id="1026" creationId="{00000000-0000-0000-0000-000000000000}"/>
          </ac:picMkLst>
        </pc:picChg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740194509" sldId="292"/>
        </pc:sldMkLst>
      </pc:sldChg>
      <pc:sldChg chg="add del">
        <pc:chgData name="蕭兆翔" userId="c09afb0b-60c9-45d8-81f2-4d7aa859f4bf" providerId="ADAL" clId="{1945A1B3-D44F-4AE0-A472-B482D7E57241}" dt="2024-12-02T14:38:04.675" v="5419" actId="47"/>
        <pc:sldMkLst>
          <pc:docMk/>
          <pc:sldMk cId="949296952" sldId="292"/>
        </pc:sldMkLst>
      </pc:sldChg>
      <pc:sldChg chg="add del">
        <pc:chgData name="蕭兆翔" userId="c09afb0b-60c9-45d8-81f2-4d7aa859f4bf" providerId="ADAL" clId="{1945A1B3-D44F-4AE0-A472-B482D7E57241}" dt="2024-12-02T16:54:18.567" v="8003" actId="47"/>
        <pc:sldMkLst>
          <pc:docMk/>
          <pc:sldMk cId="2648155195" sldId="292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3905272429" sldId="292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2126170129" sldId="293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2506641303" sldId="293"/>
        </pc:sldMkLst>
      </pc:sldChg>
      <pc:sldChg chg="add del">
        <pc:chgData name="蕭兆翔" userId="c09afb0b-60c9-45d8-81f2-4d7aa859f4bf" providerId="ADAL" clId="{1945A1B3-D44F-4AE0-A472-B482D7E57241}" dt="2024-12-02T16:54:19.971" v="8004" actId="47"/>
        <pc:sldMkLst>
          <pc:docMk/>
          <pc:sldMk cId="3854924051" sldId="293"/>
        </pc:sldMkLst>
      </pc:sldChg>
      <pc:sldChg chg="add del">
        <pc:chgData name="蕭兆翔" userId="c09afb0b-60c9-45d8-81f2-4d7aa859f4bf" providerId="ADAL" clId="{1945A1B3-D44F-4AE0-A472-B482D7E57241}" dt="2024-12-02T14:28:29.891" v="5284" actId="47"/>
        <pc:sldMkLst>
          <pc:docMk/>
          <pc:sldMk cId="4074093338" sldId="293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371991007" sldId="294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3091168840" sldId="294"/>
        </pc:sldMkLst>
      </pc:sldChg>
      <pc:sldChg chg="add del">
        <pc:chgData name="蕭兆翔" userId="c09afb0b-60c9-45d8-81f2-4d7aa859f4bf" providerId="ADAL" clId="{1945A1B3-D44F-4AE0-A472-B482D7E57241}" dt="2024-12-02T16:54:21.263" v="8005" actId="47"/>
        <pc:sldMkLst>
          <pc:docMk/>
          <pc:sldMk cId="3619412483" sldId="294"/>
        </pc:sldMkLst>
      </pc:sldChg>
      <pc:sldChg chg="add del">
        <pc:chgData name="蕭兆翔" userId="c09afb0b-60c9-45d8-81f2-4d7aa859f4bf" providerId="ADAL" clId="{1945A1B3-D44F-4AE0-A472-B482D7E57241}" dt="2024-12-02T14:38:08.329" v="5422" actId="47"/>
        <pc:sldMkLst>
          <pc:docMk/>
          <pc:sldMk cId="3868938757" sldId="294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268457003" sldId="295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1758282304" sldId="295"/>
        </pc:sldMkLst>
      </pc:sldChg>
      <pc:sldChg chg="add del">
        <pc:chgData name="蕭兆翔" userId="c09afb0b-60c9-45d8-81f2-4d7aa859f4bf" providerId="ADAL" clId="{1945A1B3-D44F-4AE0-A472-B482D7E57241}" dt="2024-12-02T16:54:23.185" v="8006" actId="47"/>
        <pc:sldMkLst>
          <pc:docMk/>
          <pc:sldMk cId="2799484133" sldId="295"/>
        </pc:sldMkLst>
      </pc:sldChg>
      <pc:sldChg chg="add del">
        <pc:chgData name="蕭兆翔" userId="c09afb0b-60c9-45d8-81f2-4d7aa859f4bf" providerId="ADAL" clId="{1945A1B3-D44F-4AE0-A472-B482D7E57241}" dt="2024-12-02T14:28:33.299" v="5285" actId="47"/>
        <pc:sldMkLst>
          <pc:docMk/>
          <pc:sldMk cId="2864254006" sldId="295"/>
        </pc:sldMkLst>
      </pc:sldChg>
      <pc:sldChg chg="add del">
        <pc:chgData name="蕭兆翔" userId="c09afb0b-60c9-45d8-81f2-4d7aa859f4bf" providerId="ADAL" clId="{1945A1B3-D44F-4AE0-A472-B482D7E57241}" dt="2024-12-02T16:54:24.429" v="8007" actId="47"/>
        <pc:sldMkLst>
          <pc:docMk/>
          <pc:sldMk cId="1154937328" sldId="296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2709772759" sldId="296"/>
        </pc:sldMkLst>
      </pc:sldChg>
      <pc:sldChg chg="add del">
        <pc:chgData name="蕭兆翔" userId="c09afb0b-60c9-45d8-81f2-4d7aa859f4bf" providerId="ADAL" clId="{1945A1B3-D44F-4AE0-A472-B482D7E57241}" dt="2024-12-02T14:28:46.838" v="5287" actId="47"/>
        <pc:sldMkLst>
          <pc:docMk/>
          <pc:sldMk cId="2905250991" sldId="296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3476324849" sldId="296"/>
        </pc:sldMkLst>
      </pc:sldChg>
      <pc:sldChg chg="add del">
        <pc:chgData name="蕭兆翔" userId="c09afb0b-60c9-45d8-81f2-4d7aa859f4bf" providerId="ADAL" clId="{1945A1B3-D44F-4AE0-A472-B482D7E57241}" dt="2024-12-02T16:54:27.704" v="8008" actId="47"/>
        <pc:sldMkLst>
          <pc:docMk/>
          <pc:sldMk cId="68386834" sldId="297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2504341878" sldId="297"/>
        </pc:sldMkLst>
      </pc:sldChg>
      <pc:sldChg chg="add del">
        <pc:chgData name="蕭兆翔" userId="c09afb0b-60c9-45d8-81f2-4d7aa859f4bf" providerId="ADAL" clId="{1945A1B3-D44F-4AE0-A472-B482D7E57241}" dt="2024-12-02T14:28:43.912" v="5286" actId="47"/>
        <pc:sldMkLst>
          <pc:docMk/>
          <pc:sldMk cId="2795752772" sldId="297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2887053701" sldId="297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776998213" sldId="298"/>
        </pc:sldMkLst>
      </pc:sldChg>
      <pc:sldChg chg="add del">
        <pc:chgData name="蕭兆翔" userId="c09afb0b-60c9-45d8-81f2-4d7aa859f4bf" providerId="ADAL" clId="{1945A1B3-D44F-4AE0-A472-B482D7E57241}" dt="2024-12-02T17:22:46.438" v="8224" actId="47"/>
        <pc:sldMkLst>
          <pc:docMk/>
          <pc:sldMk cId="2427813021" sldId="298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3902017283" sldId="298"/>
        </pc:sldMkLst>
      </pc:sldChg>
      <pc:sldChg chg="add del">
        <pc:chgData name="蕭兆翔" userId="c09afb0b-60c9-45d8-81f2-4d7aa859f4bf" providerId="ADAL" clId="{1945A1B3-D44F-4AE0-A472-B482D7E57241}" dt="2024-12-02T14:34:17.915" v="5375" actId="47"/>
        <pc:sldMkLst>
          <pc:docMk/>
          <pc:sldMk cId="4133723141" sldId="298"/>
        </pc:sldMkLst>
      </pc:sldChg>
      <pc:sldChg chg="add del">
        <pc:chgData name="蕭兆翔" userId="c09afb0b-60c9-45d8-81f2-4d7aa859f4bf" providerId="ADAL" clId="{1945A1B3-D44F-4AE0-A472-B482D7E57241}" dt="2024-12-02T17:22:41.434" v="8223" actId="47"/>
        <pc:sldMkLst>
          <pc:docMk/>
          <pc:sldMk cId="858610390" sldId="299"/>
        </pc:sldMkLst>
      </pc:sldChg>
      <pc:sldChg chg="add del">
        <pc:chgData name="蕭兆翔" userId="c09afb0b-60c9-45d8-81f2-4d7aa859f4bf" providerId="ADAL" clId="{1945A1B3-D44F-4AE0-A472-B482D7E57241}" dt="2024-12-02T14:38:00.426" v="5416" actId="47"/>
        <pc:sldMkLst>
          <pc:docMk/>
          <pc:sldMk cId="4111485521" sldId="299"/>
        </pc:sldMkLst>
      </pc:sldChg>
      <pc:sldChg chg="add del">
        <pc:chgData name="蕭兆翔" userId="c09afb0b-60c9-45d8-81f2-4d7aa859f4bf" providerId="ADAL" clId="{1945A1B3-D44F-4AE0-A472-B482D7E57241}" dt="2024-12-02T14:38:24.149" v="5429" actId="47"/>
        <pc:sldMkLst>
          <pc:docMk/>
          <pc:sldMk cId="1535891112" sldId="300"/>
        </pc:sldMkLst>
      </pc:sldChg>
      <pc:sldChg chg="add del">
        <pc:chgData name="蕭兆翔" userId="c09afb0b-60c9-45d8-81f2-4d7aa859f4bf" providerId="ADAL" clId="{1945A1B3-D44F-4AE0-A472-B482D7E57241}" dt="2024-12-02T17:22:40.489" v="8222" actId="47"/>
        <pc:sldMkLst>
          <pc:docMk/>
          <pc:sldMk cId="2766521086" sldId="300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3462899249" sldId="300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4180657418" sldId="300"/>
        </pc:sldMkLst>
      </pc:sldChg>
      <pc:sldChg chg="addSp delSp modSp add mod ord">
        <pc:chgData name="蕭兆翔" userId="c09afb0b-60c9-45d8-81f2-4d7aa859f4bf" providerId="ADAL" clId="{1945A1B3-D44F-4AE0-A472-B482D7E57241}" dt="2024-12-02T17:39:33.321" v="8510" actId="1076"/>
        <pc:sldMkLst>
          <pc:docMk/>
          <pc:sldMk cId="1858062111" sldId="301"/>
        </pc:sldMkLst>
        <pc:spChg chg="del mod">
          <ac:chgData name="蕭兆翔" userId="c09afb0b-60c9-45d8-81f2-4d7aa859f4bf" providerId="ADAL" clId="{1945A1B3-D44F-4AE0-A472-B482D7E57241}" dt="2024-12-02T17:23:42.690" v="8256" actId="478"/>
          <ac:spMkLst>
            <pc:docMk/>
            <pc:sldMk cId="1858062111" sldId="301"/>
            <ac:spMk id="2" creationId="{00000000-0000-0000-0000-000000000000}"/>
          </ac:spMkLst>
        </pc:spChg>
        <pc:spChg chg="add mod">
          <ac:chgData name="蕭兆翔" userId="c09afb0b-60c9-45d8-81f2-4d7aa859f4bf" providerId="ADAL" clId="{1945A1B3-D44F-4AE0-A472-B482D7E57241}" dt="2024-12-02T17:23:21.560" v="8238"/>
          <ac:spMkLst>
            <pc:docMk/>
            <pc:sldMk cId="1858062111" sldId="301"/>
            <ac:spMk id="3" creationId="{B1E94207-D547-3551-D90A-8E4A77D088A8}"/>
          </ac:spMkLst>
        </pc:spChg>
        <pc:spChg chg="add mod">
          <ac:chgData name="蕭兆翔" userId="c09afb0b-60c9-45d8-81f2-4d7aa859f4bf" providerId="ADAL" clId="{1945A1B3-D44F-4AE0-A472-B482D7E57241}" dt="2024-12-02T17:34:01.951" v="8282"/>
          <ac:spMkLst>
            <pc:docMk/>
            <pc:sldMk cId="1858062111" sldId="301"/>
            <ac:spMk id="4" creationId="{5A151F2C-6DE1-1255-3F34-8A244BC3EB6F}"/>
          </ac:spMkLst>
        </pc:spChg>
        <pc:spChg chg="add mod">
          <ac:chgData name="蕭兆翔" userId="c09afb0b-60c9-45d8-81f2-4d7aa859f4bf" providerId="ADAL" clId="{1945A1B3-D44F-4AE0-A472-B482D7E57241}" dt="2024-12-02T17:34:55.640" v="8323" actId="1076"/>
          <ac:spMkLst>
            <pc:docMk/>
            <pc:sldMk cId="1858062111" sldId="301"/>
            <ac:spMk id="6" creationId="{228A7AFF-1A00-CA2E-8524-009974EE4B89}"/>
          </ac:spMkLst>
        </pc:spChg>
        <pc:spChg chg="add mod">
          <ac:chgData name="蕭兆翔" userId="c09afb0b-60c9-45d8-81f2-4d7aa859f4bf" providerId="ADAL" clId="{1945A1B3-D44F-4AE0-A472-B482D7E57241}" dt="2024-12-02T17:36:44.246" v="8424" actId="1076"/>
          <ac:spMkLst>
            <pc:docMk/>
            <pc:sldMk cId="1858062111" sldId="301"/>
            <ac:spMk id="7" creationId="{5C34DE14-C6E5-E504-067E-9F92AC1CCE69}"/>
          </ac:spMkLst>
        </pc:spChg>
        <pc:spChg chg="add mod">
          <ac:chgData name="蕭兆翔" userId="c09afb0b-60c9-45d8-81f2-4d7aa859f4bf" providerId="ADAL" clId="{1945A1B3-D44F-4AE0-A472-B482D7E57241}" dt="2024-12-02T17:34:53.517" v="8322" actId="2711"/>
          <ac:spMkLst>
            <pc:docMk/>
            <pc:sldMk cId="1858062111" sldId="301"/>
            <ac:spMk id="8" creationId="{20EBA345-A68A-D4D2-3A4F-F0C0E3F3B72C}"/>
          </ac:spMkLst>
        </pc:spChg>
        <pc:spChg chg="add mod">
          <ac:chgData name="蕭兆翔" userId="c09afb0b-60c9-45d8-81f2-4d7aa859f4bf" providerId="ADAL" clId="{1945A1B3-D44F-4AE0-A472-B482D7E57241}" dt="2024-12-02T17:36:57.251" v="8439" actId="1076"/>
          <ac:spMkLst>
            <pc:docMk/>
            <pc:sldMk cId="1858062111" sldId="301"/>
            <ac:spMk id="9" creationId="{435B87E5-3DD8-9099-60D4-203D959B1C2F}"/>
          </ac:spMkLst>
        </pc:spChg>
        <pc:spChg chg="add mod">
          <ac:chgData name="蕭兆翔" userId="c09afb0b-60c9-45d8-81f2-4d7aa859f4bf" providerId="ADAL" clId="{1945A1B3-D44F-4AE0-A472-B482D7E57241}" dt="2024-12-02T17:39:33.321" v="8510" actId="1076"/>
          <ac:spMkLst>
            <pc:docMk/>
            <pc:sldMk cId="1858062111" sldId="301"/>
            <ac:spMk id="11" creationId="{C35652A8-12BC-C89C-13AC-C27D9C6D9170}"/>
          </ac:spMkLst>
        </pc:spChg>
        <pc:spChg chg="add mod">
          <ac:chgData name="蕭兆翔" userId="c09afb0b-60c9-45d8-81f2-4d7aa859f4bf" providerId="ADAL" clId="{1945A1B3-D44F-4AE0-A472-B482D7E57241}" dt="2024-12-02T17:36:55.490" v="8438" actId="1076"/>
          <ac:spMkLst>
            <pc:docMk/>
            <pc:sldMk cId="1858062111" sldId="301"/>
            <ac:spMk id="12" creationId="{4A870B5E-6162-892F-D172-AE9D6DEAD4D3}"/>
          </ac:spMkLst>
        </pc:spChg>
        <pc:spChg chg="add mod">
          <ac:chgData name="蕭兆翔" userId="c09afb0b-60c9-45d8-81f2-4d7aa859f4bf" providerId="ADAL" clId="{1945A1B3-D44F-4AE0-A472-B482D7E57241}" dt="2024-12-02T17:39:31.505" v="8509" actId="1076"/>
          <ac:spMkLst>
            <pc:docMk/>
            <pc:sldMk cId="1858062111" sldId="301"/>
            <ac:spMk id="14" creationId="{B3B8C9F6-602E-451E-2A6B-F1C92317CD3C}"/>
          </ac:spMkLst>
        </pc:spChg>
        <pc:spChg chg="add mod">
          <ac:chgData name="蕭兆翔" userId="c09afb0b-60c9-45d8-81f2-4d7aa859f4bf" providerId="ADAL" clId="{1945A1B3-D44F-4AE0-A472-B482D7E57241}" dt="2024-12-02T17:39:31.505" v="8509" actId="1076"/>
          <ac:spMkLst>
            <pc:docMk/>
            <pc:sldMk cId="1858062111" sldId="301"/>
            <ac:spMk id="15" creationId="{A2C36988-A419-D2DA-181D-A9FA550FB56D}"/>
          </ac:spMkLst>
        </pc:spChg>
        <pc:picChg chg="del mod">
          <ac:chgData name="蕭兆翔" userId="c09afb0b-60c9-45d8-81f2-4d7aa859f4bf" providerId="ADAL" clId="{1945A1B3-D44F-4AE0-A472-B482D7E57241}" dt="2024-12-02T17:34:09.550" v="8283" actId="478"/>
          <ac:picMkLst>
            <pc:docMk/>
            <pc:sldMk cId="1858062111" sldId="301"/>
            <ac:picMk id="11266" creationId="{00000000-0000-0000-0000-000000000000}"/>
          </ac:picMkLst>
        </pc:picChg>
      </pc:sldChg>
      <pc:sldChg chg="add del">
        <pc:chgData name="蕭兆翔" userId="c09afb0b-60c9-45d8-81f2-4d7aa859f4bf" providerId="ADAL" clId="{1945A1B3-D44F-4AE0-A472-B482D7E57241}" dt="2024-12-02T14:37:59.056" v="5415" actId="47"/>
        <pc:sldMkLst>
          <pc:docMk/>
          <pc:sldMk cId="1904658787" sldId="301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3018943188" sldId="301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4114896757" sldId="301"/>
        </pc:sldMkLst>
      </pc:sldChg>
      <pc:sldChg chg="add del">
        <pc:chgData name="蕭兆翔" userId="c09afb0b-60c9-45d8-81f2-4d7aa859f4bf" providerId="ADAL" clId="{1945A1B3-D44F-4AE0-A472-B482D7E57241}" dt="2024-12-02T14:38:27.178" v="5430" actId="47"/>
        <pc:sldMkLst>
          <pc:docMk/>
          <pc:sldMk cId="245218467" sldId="302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1373356635" sldId="302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1491405984" sldId="302"/>
        </pc:sldMkLst>
      </pc:sldChg>
      <pc:sldChg chg="add del">
        <pc:chgData name="蕭兆翔" userId="c09afb0b-60c9-45d8-81f2-4d7aa859f4bf" providerId="ADAL" clId="{1945A1B3-D44F-4AE0-A472-B482D7E57241}" dt="2024-12-02T17:23:12.032" v="8237" actId="47"/>
        <pc:sldMkLst>
          <pc:docMk/>
          <pc:sldMk cId="2327996668" sldId="302"/>
        </pc:sldMkLst>
      </pc:sldChg>
      <pc:sldChg chg="add del">
        <pc:chgData name="蕭兆翔" userId="c09afb0b-60c9-45d8-81f2-4d7aa859f4bf" providerId="ADAL" clId="{1945A1B3-D44F-4AE0-A472-B482D7E57241}" dt="2024-12-02T17:22:50.708" v="8227" actId="47"/>
        <pc:sldMkLst>
          <pc:docMk/>
          <pc:sldMk cId="36140748" sldId="303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798451382" sldId="303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3718488800" sldId="303"/>
        </pc:sldMkLst>
      </pc:sldChg>
      <pc:sldChg chg="add del">
        <pc:chgData name="蕭兆翔" userId="c09afb0b-60c9-45d8-81f2-4d7aa859f4bf" providerId="ADAL" clId="{1945A1B3-D44F-4AE0-A472-B482D7E57241}" dt="2024-12-02T14:37:54.995" v="5414" actId="47"/>
        <pc:sldMkLst>
          <pc:docMk/>
          <pc:sldMk cId="3993819366" sldId="303"/>
        </pc:sldMkLst>
      </pc:sldChg>
      <pc:sldChg chg="add del">
        <pc:chgData name="蕭兆翔" userId="c09afb0b-60c9-45d8-81f2-4d7aa859f4bf" providerId="ADAL" clId="{1945A1B3-D44F-4AE0-A472-B482D7E57241}" dt="2024-12-02T17:22:52.918" v="8228" actId="47"/>
        <pc:sldMkLst>
          <pc:docMk/>
          <pc:sldMk cId="427649189" sldId="304"/>
        </pc:sldMkLst>
      </pc:sldChg>
      <pc:sldChg chg="add del">
        <pc:chgData name="蕭兆翔" userId="c09afb0b-60c9-45d8-81f2-4d7aa859f4bf" providerId="ADAL" clId="{1945A1B3-D44F-4AE0-A472-B482D7E57241}" dt="2024-12-02T14:37:54.110" v="5413" actId="47"/>
        <pc:sldMkLst>
          <pc:docMk/>
          <pc:sldMk cId="3407276827" sldId="304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3833641" sldId="305"/>
        </pc:sldMkLst>
      </pc:sldChg>
      <pc:sldChg chg="add del">
        <pc:chgData name="蕭兆翔" userId="c09afb0b-60c9-45d8-81f2-4d7aa859f4bf" providerId="ADAL" clId="{1945A1B3-D44F-4AE0-A472-B482D7E57241}" dt="2024-12-02T17:22:54.359" v="8229" actId="47"/>
        <pc:sldMkLst>
          <pc:docMk/>
          <pc:sldMk cId="1490472441" sldId="305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2413293238" sldId="305"/>
        </pc:sldMkLst>
      </pc:sldChg>
      <pc:sldChg chg="add del">
        <pc:chgData name="蕭兆翔" userId="c09afb0b-60c9-45d8-81f2-4d7aa859f4bf" providerId="ADAL" clId="{1945A1B3-D44F-4AE0-A472-B482D7E57241}" dt="2024-12-02T14:37:53.198" v="5412" actId="47"/>
        <pc:sldMkLst>
          <pc:docMk/>
          <pc:sldMk cId="4035819437" sldId="305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662899163" sldId="306"/>
        </pc:sldMkLst>
      </pc:sldChg>
      <pc:sldChg chg="add del">
        <pc:chgData name="蕭兆翔" userId="c09afb0b-60c9-45d8-81f2-4d7aa859f4bf" providerId="ADAL" clId="{1945A1B3-D44F-4AE0-A472-B482D7E57241}" dt="2024-12-02T17:22:58.132" v="8230" actId="47"/>
        <pc:sldMkLst>
          <pc:docMk/>
          <pc:sldMk cId="2531081661" sldId="306"/>
        </pc:sldMkLst>
      </pc:sldChg>
      <pc:sldChg chg="add del">
        <pc:chgData name="蕭兆翔" userId="c09afb0b-60c9-45d8-81f2-4d7aa859f4bf" providerId="ADAL" clId="{1945A1B3-D44F-4AE0-A472-B482D7E57241}" dt="2024-12-02T14:38:28.737" v="5431" actId="47"/>
        <pc:sldMkLst>
          <pc:docMk/>
          <pc:sldMk cId="3209247320" sldId="306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3368257037" sldId="306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731026005" sldId="307"/>
        </pc:sldMkLst>
      </pc:sldChg>
      <pc:sldChg chg="add del">
        <pc:chgData name="蕭兆翔" userId="c09afb0b-60c9-45d8-81f2-4d7aa859f4bf" providerId="ADAL" clId="{1945A1B3-D44F-4AE0-A472-B482D7E57241}" dt="2024-12-02T15:20:53.502" v="6370" actId="47"/>
        <pc:sldMkLst>
          <pc:docMk/>
          <pc:sldMk cId="1269639498" sldId="307"/>
        </pc:sldMkLst>
      </pc:sldChg>
      <pc:sldChg chg="add del">
        <pc:chgData name="蕭兆翔" userId="c09afb0b-60c9-45d8-81f2-4d7aa859f4bf" providerId="ADAL" clId="{1945A1B3-D44F-4AE0-A472-B482D7E57241}" dt="2024-12-02T17:22:59.666" v="8231" actId="47"/>
        <pc:sldMkLst>
          <pc:docMk/>
          <pc:sldMk cId="2582681226" sldId="307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3465193978" sldId="307"/>
        </pc:sldMkLst>
      </pc:sldChg>
      <pc:sldChg chg="add del">
        <pc:chgData name="蕭兆翔" userId="c09afb0b-60c9-45d8-81f2-4d7aa859f4bf" providerId="ADAL" clId="{1945A1B3-D44F-4AE0-A472-B482D7E57241}" dt="2024-12-02T17:23:01.466" v="8232" actId="47"/>
        <pc:sldMkLst>
          <pc:docMk/>
          <pc:sldMk cId="1951900967" sldId="308"/>
        </pc:sldMkLst>
      </pc:sldChg>
      <pc:sldChg chg="add del">
        <pc:chgData name="蕭兆翔" userId="c09afb0b-60c9-45d8-81f2-4d7aa859f4bf" providerId="ADAL" clId="{1945A1B3-D44F-4AE0-A472-B482D7E57241}" dt="2024-12-02T14:38:30.549" v="5432" actId="47"/>
        <pc:sldMkLst>
          <pc:docMk/>
          <pc:sldMk cId="1971751904" sldId="308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2855146930" sldId="308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4279271607" sldId="308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2072199442" sldId="309"/>
        </pc:sldMkLst>
      </pc:sldChg>
      <pc:sldChg chg="add del">
        <pc:chgData name="蕭兆翔" userId="c09afb0b-60c9-45d8-81f2-4d7aa859f4bf" providerId="ADAL" clId="{1945A1B3-D44F-4AE0-A472-B482D7E57241}" dt="2024-12-02T17:23:02.988" v="8233" actId="47"/>
        <pc:sldMkLst>
          <pc:docMk/>
          <pc:sldMk cId="2937362863" sldId="309"/>
        </pc:sldMkLst>
      </pc:sldChg>
      <pc:sldChg chg="add del">
        <pc:chgData name="蕭兆翔" userId="c09afb0b-60c9-45d8-81f2-4d7aa859f4bf" providerId="ADAL" clId="{1945A1B3-D44F-4AE0-A472-B482D7E57241}" dt="2024-12-02T14:38:32.830" v="5433" actId="47"/>
        <pc:sldMkLst>
          <pc:docMk/>
          <pc:sldMk cId="3333608391" sldId="309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3666967410" sldId="309"/>
        </pc:sldMkLst>
      </pc:sldChg>
      <pc:sldChg chg="add del">
        <pc:chgData name="蕭兆翔" userId="c09afb0b-60c9-45d8-81f2-4d7aa859f4bf" providerId="ADAL" clId="{1945A1B3-D44F-4AE0-A472-B482D7E57241}" dt="2024-12-02T17:23:04.870" v="8234" actId="47"/>
        <pc:sldMkLst>
          <pc:docMk/>
          <pc:sldMk cId="551054288" sldId="310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660061768" sldId="310"/>
        </pc:sldMkLst>
      </pc:sldChg>
      <pc:sldChg chg="add del">
        <pc:chgData name="蕭兆翔" userId="c09afb0b-60c9-45d8-81f2-4d7aa859f4bf" providerId="ADAL" clId="{1945A1B3-D44F-4AE0-A472-B482D7E57241}" dt="2024-12-02T15:20:50.158" v="6369" actId="47"/>
        <pc:sldMkLst>
          <pc:docMk/>
          <pc:sldMk cId="3674345311" sldId="310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3992776034" sldId="310"/>
        </pc:sldMkLst>
      </pc:sldChg>
      <pc:sldChg chg="add del">
        <pc:chgData name="蕭兆翔" userId="c09afb0b-60c9-45d8-81f2-4d7aa859f4bf" providerId="ADAL" clId="{1945A1B3-D44F-4AE0-A472-B482D7E57241}" dt="2024-12-02T15:26:10.146" v="6527" actId="47"/>
        <pc:sldMkLst>
          <pc:docMk/>
          <pc:sldMk cId="1345658767" sldId="311"/>
        </pc:sldMkLst>
      </pc:sldChg>
      <pc:sldChg chg="add del">
        <pc:chgData name="蕭兆翔" userId="c09afb0b-60c9-45d8-81f2-4d7aa859f4bf" providerId="ADAL" clId="{1945A1B3-D44F-4AE0-A472-B482D7E57241}" dt="2024-12-02T17:23:06.504" v="8235" actId="47"/>
        <pc:sldMkLst>
          <pc:docMk/>
          <pc:sldMk cId="2347569319" sldId="311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82874033" sldId="312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239797309" sldId="312"/>
        </pc:sldMkLst>
      </pc:sldChg>
      <pc:sldChg chg="add del">
        <pc:chgData name="蕭兆翔" userId="c09afb0b-60c9-45d8-81f2-4d7aa859f4bf" providerId="ADAL" clId="{1945A1B3-D44F-4AE0-A472-B482D7E57241}" dt="2024-12-02T17:23:07.852" v="8236" actId="47"/>
        <pc:sldMkLst>
          <pc:docMk/>
          <pc:sldMk cId="694121014" sldId="312"/>
        </pc:sldMkLst>
      </pc:sldChg>
      <pc:sldChg chg="add del">
        <pc:chgData name="蕭兆翔" userId="c09afb0b-60c9-45d8-81f2-4d7aa859f4bf" providerId="ADAL" clId="{1945A1B3-D44F-4AE0-A472-B482D7E57241}" dt="2024-12-02T15:20:39.875" v="6365" actId="47"/>
        <pc:sldMkLst>
          <pc:docMk/>
          <pc:sldMk cId="923594579" sldId="312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854415697" sldId="313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2199603082" sldId="313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3607232118" sldId="313"/>
        </pc:sldMkLst>
      </pc:sldChg>
      <pc:sldChg chg="add del">
        <pc:chgData name="蕭兆翔" userId="c09afb0b-60c9-45d8-81f2-4d7aa859f4bf" providerId="ADAL" clId="{1945A1B3-D44F-4AE0-A472-B482D7E57241}" dt="2024-12-02T15:20:48.973" v="6368" actId="47"/>
        <pc:sldMkLst>
          <pc:docMk/>
          <pc:sldMk cId="3953697991" sldId="313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428307239" sldId="314"/>
        </pc:sldMkLst>
      </pc:sldChg>
      <pc:sldChg chg="addSp modSp add mod">
        <pc:chgData name="蕭兆翔" userId="c09afb0b-60c9-45d8-81f2-4d7aa859f4bf" providerId="ADAL" clId="{1945A1B3-D44F-4AE0-A472-B482D7E57241}" dt="2024-12-02T15:27:55.328" v="6639" actId="207"/>
        <pc:sldMkLst>
          <pc:docMk/>
          <pc:sldMk cId="1781944770" sldId="314"/>
        </pc:sldMkLst>
        <pc:spChg chg="add mod">
          <ac:chgData name="蕭兆翔" userId="c09afb0b-60c9-45d8-81f2-4d7aa859f4bf" providerId="ADAL" clId="{1945A1B3-D44F-4AE0-A472-B482D7E57241}" dt="2024-12-02T15:27:18.757" v="6578" actId="1076"/>
          <ac:spMkLst>
            <pc:docMk/>
            <pc:sldMk cId="1781944770" sldId="314"/>
            <ac:spMk id="5" creationId="{9F572E20-9C6E-6C3E-651E-D793B6160F36}"/>
          </ac:spMkLst>
        </pc:spChg>
        <pc:spChg chg="add mod">
          <ac:chgData name="蕭兆翔" userId="c09afb0b-60c9-45d8-81f2-4d7aa859f4bf" providerId="ADAL" clId="{1945A1B3-D44F-4AE0-A472-B482D7E57241}" dt="2024-12-02T15:27:18.757" v="6578" actId="1076"/>
          <ac:spMkLst>
            <pc:docMk/>
            <pc:sldMk cId="1781944770" sldId="314"/>
            <ac:spMk id="6" creationId="{8E194793-5476-901F-ED4C-DC40C9BFF87C}"/>
          </ac:spMkLst>
        </pc:spChg>
        <pc:spChg chg="add mod">
          <ac:chgData name="蕭兆翔" userId="c09afb0b-60c9-45d8-81f2-4d7aa859f4bf" providerId="ADAL" clId="{1945A1B3-D44F-4AE0-A472-B482D7E57241}" dt="2024-12-02T15:27:18.757" v="6578" actId="1076"/>
          <ac:spMkLst>
            <pc:docMk/>
            <pc:sldMk cId="1781944770" sldId="314"/>
            <ac:spMk id="8" creationId="{26EE6429-A60A-6C02-A013-B845CD2CD788}"/>
          </ac:spMkLst>
        </pc:spChg>
        <pc:spChg chg="add mod">
          <ac:chgData name="蕭兆翔" userId="c09afb0b-60c9-45d8-81f2-4d7aa859f4bf" providerId="ADAL" clId="{1945A1B3-D44F-4AE0-A472-B482D7E57241}" dt="2024-12-02T15:27:29.897" v="6609" actId="20577"/>
          <ac:spMkLst>
            <pc:docMk/>
            <pc:sldMk cId="1781944770" sldId="314"/>
            <ac:spMk id="9" creationId="{DFBE8479-2154-2D75-4F57-AB7ACEC35B50}"/>
          </ac:spMkLst>
        </pc:spChg>
        <pc:spChg chg="add mod">
          <ac:chgData name="蕭兆翔" userId="c09afb0b-60c9-45d8-81f2-4d7aa859f4bf" providerId="ADAL" clId="{1945A1B3-D44F-4AE0-A472-B482D7E57241}" dt="2024-12-02T15:27:55.328" v="6639" actId="207"/>
          <ac:spMkLst>
            <pc:docMk/>
            <pc:sldMk cId="1781944770" sldId="314"/>
            <ac:spMk id="10" creationId="{EAA1D073-21B1-038F-94FE-4672E18EC97C}"/>
          </ac:spMkLst>
        </pc:spChg>
        <pc:picChg chg="mod">
          <ac:chgData name="蕭兆翔" userId="c09afb0b-60c9-45d8-81f2-4d7aa859f4bf" providerId="ADAL" clId="{1945A1B3-D44F-4AE0-A472-B482D7E57241}" dt="2024-12-02T15:27:18.757" v="6578" actId="1076"/>
          <ac:picMkLst>
            <pc:docMk/>
            <pc:sldMk cId="1781944770" sldId="314"/>
            <ac:picMk id="2" creationId="{00000000-0000-0000-0000-000000000000}"/>
          </ac:picMkLst>
        </pc:picChg>
        <pc:picChg chg="add mod">
          <ac:chgData name="蕭兆翔" userId="c09afb0b-60c9-45d8-81f2-4d7aa859f4bf" providerId="ADAL" clId="{1945A1B3-D44F-4AE0-A472-B482D7E57241}" dt="2024-12-02T15:27:18.757" v="6578" actId="1076"/>
          <ac:picMkLst>
            <pc:docMk/>
            <pc:sldMk cId="1781944770" sldId="314"/>
            <ac:picMk id="4" creationId="{CA8D1644-4DA1-7E77-DFA2-2D30323039B3}"/>
          </ac:picMkLst>
        </pc:picChg>
        <pc:picChg chg="add mod">
          <ac:chgData name="蕭兆翔" userId="c09afb0b-60c9-45d8-81f2-4d7aa859f4bf" providerId="ADAL" clId="{1945A1B3-D44F-4AE0-A472-B482D7E57241}" dt="2024-12-02T15:27:18.757" v="6578" actId="1076"/>
          <ac:picMkLst>
            <pc:docMk/>
            <pc:sldMk cId="1781944770" sldId="314"/>
            <ac:picMk id="7" creationId="{97BFD386-28A2-5288-96AF-697AFDDFFC91}"/>
          </ac:picMkLst>
        </pc:picChg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2470013006" sldId="314"/>
        </pc:sldMkLst>
      </pc:sldChg>
      <pc:sldChg chg="add del">
        <pc:chgData name="蕭兆翔" userId="c09afb0b-60c9-45d8-81f2-4d7aa859f4bf" providerId="ADAL" clId="{1945A1B3-D44F-4AE0-A472-B482D7E57241}" dt="2024-12-02T15:20:47.865" v="6367" actId="47"/>
        <pc:sldMkLst>
          <pc:docMk/>
          <pc:sldMk cId="206715039" sldId="315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2593817300" sldId="315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2351457382" sldId="316"/>
        </pc:sldMkLst>
      </pc:sldChg>
      <pc:sldChg chg="add del">
        <pc:chgData name="蕭兆翔" userId="c09afb0b-60c9-45d8-81f2-4d7aa859f4bf" providerId="ADAL" clId="{1945A1B3-D44F-4AE0-A472-B482D7E57241}" dt="2024-12-02T15:20:47.069" v="6366" actId="47"/>
        <pc:sldMkLst>
          <pc:docMk/>
          <pc:sldMk cId="3187609322" sldId="316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2797714950" sldId="317"/>
        </pc:sldMkLst>
      </pc:sldChg>
      <pc:sldChg chg="add del">
        <pc:chgData name="蕭兆翔" userId="c09afb0b-60c9-45d8-81f2-4d7aa859f4bf" providerId="ADAL" clId="{1945A1B3-D44F-4AE0-A472-B482D7E57241}" dt="2024-12-02T15:20:47.069" v="6366" actId="47"/>
        <pc:sldMkLst>
          <pc:docMk/>
          <pc:sldMk cId="2973840438" sldId="317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288193624" sldId="318"/>
        </pc:sldMkLst>
      </pc:sldChg>
      <pc:sldChg chg="add del">
        <pc:chgData name="蕭兆翔" userId="c09afb0b-60c9-45d8-81f2-4d7aa859f4bf" providerId="ADAL" clId="{1945A1B3-D44F-4AE0-A472-B482D7E57241}" dt="2024-12-02T15:20:47.069" v="6366" actId="47"/>
        <pc:sldMkLst>
          <pc:docMk/>
          <pc:sldMk cId="1754133186" sldId="318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2613000273" sldId="318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3378354723" sldId="318"/>
        </pc:sldMkLst>
      </pc:sldChg>
      <pc:sldChg chg="add del">
        <pc:chgData name="蕭兆翔" userId="c09afb0b-60c9-45d8-81f2-4d7aa859f4bf" providerId="ADAL" clId="{1945A1B3-D44F-4AE0-A472-B482D7E57241}" dt="2024-12-01T09:56:25.452" v="53"/>
        <pc:sldMkLst>
          <pc:docMk/>
          <pc:sldMk cId="949740462" sldId="319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1456648683" sldId="319"/>
        </pc:sldMkLst>
      </pc:sldChg>
      <pc:sldChg chg="add del">
        <pc:chgData name="蕭兆翔" userId="c09afb0b-60c9-45d8-81f2-4d7aa859f4bf" providerId="ADAL" clId="{1945A1B3-D44F-4AE0-A472-B482D7E57241}" dt="2024-12-01T09:56:33.628" v="55"/>
        <pc:sldMkLst>
          <pc:docMk/>
          <pc:sldMk cId="2389764928" sldId="319"/>
        </pc:sldMkLst>
      </pc:sldChg>
      <pc:sldChg chg="add del">
        <pc:chgData name="蕭兆翔" userId="c09afb0b-60c9-45d8-81f2-4d7aa859f4bf" providerId="ADAL" clId="{1945A1B3-D44F-4AE0-A472-B482D7E57241}" dt="2024-12-02T15:20:47.069" v="6366" actId="47"/>
        <pc:sldMkLst>
          <pc:docMk/>
          <pc:sldMk cId="3499061069" sldId="319"/>
        </pc:sldMkLst>
      </pc:sldChg>
      <pc:sldChg chg="add del">
        <pc:chgData name="蕭兆翔" userId="c09afb0b-60c9-45d8-81f2-4d7aa859f4bf" providerId="ADAL" clId="{1945A1B3-D44F-4AE0-A472-B482D7E57241}" dt="2024-12-02T15:20:47.069" v="6366" actId="47"/>
        <pc:sldMkLst>
          <pc:docMk/>
          <pc:sldMk cId="1596408885" sldId="320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3427295236" sldId="320"/>
        </pc:sldMkLst>
      </pc:sldChg>
      <pc:sldChg chg="addSp modSp new del mod">
        <pc:chgData name="蕭兆翔" userId="c09afb0b-60c9-45d8-81f2-4d7aa859f4bf" providerId="ADAL" clId="{1945A1B3-D44F-4AE0-A472-B482D7E57241}" dt="2024-12-02T18:57:52.188" v="9828" actId="47"/>
        <pc:sldMkLst>
          <pc:docMk/>
          <pc:sldMk cId="2292360696" sldId="321"/>
        </pc:sldMkLst>
        <pc:spChg chg="add mod">
          <ac:chgData name="蕭兆翔" userId="c09afb0b-60c9-45d8-81f2-4d7aa859f4bf" providerId="ADAL" clId="{1945A1B3-D44F-4AE0-A472-B482D7E57241}" dt="2024-12-01T15:00:01.578" v="94" actId="1076"/>
          <ac:spMkLst>
            <pc:docMk/>
            <pc:sldMk cId="2292360696" sldId="321"/>
            <ac:spMk id="3" creationId="{9384AA85-6B6F-7B0F-60F6-F99EA91E7E4B}"/>
          </ac:spMkLst>
        </pc:spChg>
        <pc:spChg chg="add mod">
          <ac:chgData name="蕭兆翔" userId="c09afb0b-60c9-45d8-81f2-4d7aa859f4bf" providerId="ADAL" clId="{1945A1B3-D44F-4AE0-A472-B482D7E57241}" dt="2024-12-01T14:59:53.696" v="92" actId="1076"/>
          <ac:spMkLst>
            <pc:docMk/>
            <pc:sldMk cId="2292360696" sldId="321"/>
            <ac:spMk id="5" creationId="{0EEF0D44-DE72-1177-5ED7-7575E5E02110}"/>
          </ac:spMkLst>
        </pc:spChg>
      </pc:sldChg>
      <pc:sldChg chg="addSp delSp modSp new mod">
        <pc:chgData name="蕭兆翔" userId="c09afb0b-60c9-45d8-81f2-4d7aa859f4bf" providerId="ADAL" clId="{1945A1B3-D44F-4AE0-A472-B482D7E57241}" dt="2024-12-02T07:28:31.345" v="649" actId="21"/>
        <pc:sldMkLst>
          <pc:docMk/>
          <pc:sldMk cId="3113006125" sldId="322"/>
        </pc:sldMkLst>
        <pc:spChg chg="add mod">
          <ac:chgData name="蕭兆翔" userId="c09afb0b-60c9-45d8-81f2-4d7aa859f4bf" providerId="ADAL" clId="{1945A1B3-D44F-4AE0-A472-B482D7E57241}" dt="2024-12-02T07:15:08.383" v="115" actId="20577"/>
          <ac:spMkLst>
            <pc:docMk/>
            <pc:sldMk cId="3113006125" sldId="322"/>
            <ac:spMk id="2" creationId="{53C84407-02AF-5B3E-EEE9-BBE8D297B95C}"/>
          </ac:spMkLst>
        </pc:spChg>
        <pc:spChg chg="add mod">
          <ac:chgData name="蕭兆翔" userId="c09afb0b-60c9-45d8-81f2-4d7aa859f4bf" providerId="ADAL" clId="{1945A1B3-D44F-4AE0-A472-B482D7E57241}" dt="2024-12-02T07:20:11.773" v="386" actId="207"/>
          <ac:spMkLst>
            <pc:docMk/>
            <pc:sldMk cId="3113006125" sldId="322"/>
            <ac:spMk id="3" creationId="{C0FBD479-B5AC-85AF-38BD-B89722B926D1}"/>
          </ac:spMkLst>
        </pc:spChg>
        <pc:spChg chg="add del mod">
          <ac:chgData name="蕭兆翔" userId="c09afb0b-60c9-45d8-81f2-4d7aa859f4bf" providerId="ADAL" clId="{1945A1B3-D44F-4AE0-A472-B482D7E57241}" dt="2024-12-02T07:28:31.345" v="649" actId="21"/>
          <ac:spMkLst>
            <pc:docMk/>
            <pc:sldMk cId="3113006125" sldId="322"/>
            <ac:spMk id="4" creationId="{679BD785-C7D9-3535-5FF3-9ED5D391D535}"/>
          </ac:spMkLst>
        </pc:spChg>
      </pc:sldChg>
      <pc:sldChg chg="addSp delSp modSp add mod ord">
        <pc:chgData name="蕭兆翔" userId="c09afb0b-60c9-45d8-81f2-4d7aa859f4bf" providerId="ADAL" clId="{1945A1B3-D44F-4AE0-A472-B482D7E57241}" dt="2024-12-02T15:28:52.764" v="6646" actId="20577"/>
        <pc:sldMkLst>
          <pc:docMk/>
          <pc:sldMk cId="1798496417" sldId="323"/>
        </pc:sldMkLst>
        <pc:spChg chg="add del mod">
          <ac:chgData name="蕭兆翔" userId="c09afb0b-60c9-45d8-81f2-4d7aa859f4bf" providerId="ADAL" clId="{1945A1B3-D44F-4AE0-A472-B482D7E57241}" dt="2024-12-02T07:28:24.977" v="646" actId="21"/>
          <ac:spMkLst>
            <pc:docMk/>
            <pc:sldMk cId="1798496417" sldId="323"/>
            <ac:spMk id="2" creationId="{679BD785-C7D9-3535-5FF3-9ED5D391D535}"/>
          </ac:spMkLst>
        </pc:spChg>
        <pc:spChg chg="mod">
          <ac:chgData name="蕭兆翔" userId="c09afb0b-60c9-45d8-81f2-4d7aa859f4bf" providerId="ADAL" clId="{1945A1B3-D44F-4AE0-A472-B482D7E57241}" dt="2024-12-02T15:28:52.764" v="6646" actId="20577"/>
          <ac:spMkLst>
            <pc:docMk/>
            <pc:sldMk cId="1798496417" sldId="323"/>
            <ac:spMk id="3" creationId="{D4A099D2-CE9D-86C7-546B-BBCFFBBE5638}"/>
          </ac:spMkLst>
        </pc:spChg>
        <pc:spChg chg="add mod">
          <ac:chgData name="蕭兆翔" userId="c09afb0b-60c9-45d8-81f2-4d7aa859f4bf" providerId="ADAL" clId="{1945A1B3-D44F-4AE0-A472-B482D7E57241}" dt="2024-12-02T07:28:33.046" v="650"/>
          <ac:spMkLst>
            <pc:docMk/>
            <pc:sldMk cId="1798496417" sldId="323"/>
            <ac:spMk id="4" creationId="{679BD785-C7D9-3535-5FF3-9ED5D391D535}"/>
          </ac:spMkLst>
        </pc:spChg>
        <pc:picChg chg="del">
          <ac:chgData name="蕭兆翔" userId="c09afb0b-60c9-45d8-81f2-4d7aa859f4bf" providerId="ADAL" clId="{1945A1B3-D44F-4AE0-A472-B482D7E57241}" dt="2024-12-02T07:17:37.735" v="226" actId="478"/>
          <ac:picMkLst>
            <pc:docMk/>
            <pc:sldMk cId="1798496417" sldId="323"/>
            <ac:picMk id="2050" creationId="{5B791881-9BE9-263B-B37F-07C450FEF3C8}"/>
          </ac:picMkLst>
        </pc:picChg>
        <pc:picChg chg="del">
          <ac:chgData name="蕭兆翔" userId="c09afb0b-60c9-45d8-81f2-4d7aa859f4bf" providerId="ADAL" clId="{1945A1B3-D44F-4AE0-A472-B482D7E57241}" dt="2024-12-02T07:17:38.101" v="227" actId="478"/>
          <ac:picMkLst>
            <pc:docMk/>
            <pc:sldMk cId="1798496417" sldId="323"/>
            <ac:picMk id="3074" creationId="{ABC46340-9147-B469-63F3-CAE1A77A8275}"/>
          </ac:picMkLst>
        </pc:picChg>
      </pc:sldChg>
      <pc:sldChg chg="addSp delSp modSp add mod setBg">
        <pc:chgData name="蕭兆翔" userId="c09afb0b-60c9-45d8-81f2-4d7aa859f4bf" providerId="ADAL" clId="{1945A1B3-D44F-4AE0-A472-B482D7E57241}" dt="2024-12-02T15:28:59.790" v="6648" actId="20577"/>
        <pc:sldMkLst>
          <pc:docMk/>
          <pc:sldMk cId="3925345255" sldId="324"/>
        </pc:sldMkLst>
        <pc:spChg chg="mod ord">
          <ac:chgData name="蕭兆翔" userId="c09afb0b-60c9-45d8-81f2-4d7aa859f4bf" providerId="ADAL" clId="{1945A1B3-D44F-4AE0-A472-B482D7E57241}" dt="2024-12-02T07:26:25.217" v="630" actId="26606"/>
          <ac:spMkLst>
            <pc:docMk/>
            <pc:sldMk cId="3925345255" sldId="324"/>
            <ac:spMk id="2" creationId="{403FCDF5-186C-CBB6-A8C6-A93E3017D006}"/>
          </ac:spMkLst>
        </pc:spChg>
        <pc:spChg chg="mod">
          <ac:chgData name="蕭兆翔" userId="c09afb0b-60c9-45d8-81f2-4d7aa859f4bf" providerId="ADAL" clId="{1945A1B3-D44F-4AE0-A472-B482D7E57241}" dt="2024-12-02T15:28:59.790" v="6648" actId="20577"/>
          <ac:spMkLst>
            <pc:docMk/>
            <pc:sldMk cId="3925345255" sldId="324"/>
            <ac:spMk id="3" creationId="{3A2B1A0B-FE78-C786-4617-C38EDDA990E6}"/>
          </ac:spMkLst>
        </pc:spChg>
        <pc:spChg chg="add del">
          <ac:chgData name="蕭兆翔" userId="c09afb0b-60c9-45d8-81f2-4d7aa859f4bf" providerId="ADAL" clId="{1945A1B3-D44F-4AE0-A472-B482D7E57241}" dt="2024-12-02T07:26:25.217" v="630" actId="26606"/>
          <ac:spMkLst>
            <pc:docMk/>
            <pc:sldMk cId="3925345255" sldId="324"/>
            <ac:spMk id="1033" creationId="{EAE48C4B-3A90-42C3-BA00-6092B477179E}"/>
          </ac:spMkLst>
        </pc:spChg>
        <pc:spChg chg="add del">
          <ac:chgData name="蕭兆翔" userId="c09afb0b-60c9-45d8-81f2-4d7aa859f4bf" providerId="ADAL" clId="{1945A1B3-D44F-4AE0-A472-B482D7E57241}" dt="2024-12-02T07:26:25.217" v="630" actId="26606"/>
          <ac:spMkLst>
            <pc:docMk/>
            <pc:sldMk cId="3925345255" sldId="324"/>
            <ac:spMk id="1035" creationId="{F919E280-CA27-4214-97E6-294E0C3BC4B3}"/>
          </ac:spMkLst>
        </pc:spChg>
        <pc:picChg chg="add mod ord">
          <ac:chgData name="蕭兆翔" userId="c09afb0b-60c9-45d8-81f2-4d7aa859f4bf" providerId="ADAL" clId="{1945A1B3-D44F-4AE0-A472-B482D7E57241}" dt="2024-12-02T07:27:38.918" v="644" actId="1076"/>
          <ac:picMkLst>
            <pc:docMk/>
            <pc:sldMk cId="3925345255" sldId="324"/>
            <ac:picMk id="1026" creationId="{EA4295A6-7280-90CD-91C7-F1C25EF3B5E1}"/>
          </ac:picMkLst>
        </pc:picChg>
        <pc:picChg chg="add mod">
          <ac:chgData name="蕭兆翔" userId="c09afb0b-60c9-45d8-81f2-4d7aa859f4bf" providerId="ADAL" clId="{1945A1B3-D44F-4AE0-A472-B482D7E57241}" dt="2024-12-02T07:26:47.792" v="641" actId="14861"/>
          <ac:picMkLst>
            <pc:docMk/>
            <pc:sldMk cId="3925345255" sldId="324"/>
            <ac:picMk id="1028" creationId="{2B1B3281-E5AD-AE84-082C-8F3AC6AF932E}"/>
          </ac:picMkLst>
        </pc:picChg>
      </pc:sldChg>
      <pc:sldChg chg="addSp delSp modSp add mod">
        <pc:chgData name="蕭兆翔" userId="c09afb0b-60c9-45d8-81f2-4d7aa859f4bf" providerId="ADAL" clId="{1945A1B3-D44F-4AE0-A472-B482D7E57241}" dt="2024-12-02T07:47:44.216" v="1242" actId="1076"/>
        <pc:sldMkLst>
          <pc:docMk/>
          <pc:sldMk cId="2613590936" sldId="325"/>
        </pc:sldMkLst>
        <pc:spChg chg="add mod">
          <ac:chgData name="蕭兆翔" userId="c09afb0b-60c9-45d8-81f2-4d7aa859f4bf" providerId="ADAL" clId="{1945A1B3-D44F-4AE0-A472-B482D7E57241}" dt="2024-12-02T07:47:31.610" v="1237" actId="1076"/>
          <ac:spMkLst>
            <pc:docMk/>
            <pc:sldMk cId="2613590936" sldId="325"/>
            <ac:spMk id="2" creationId="{B99E8824-119B-DD16-4114-592A60981B58}"/>
          </ac:spMkLst>
        </pc:spChg>
        <pc:spChg chg="mod">
          <ac:chgData name="蕭兆翔" userId="c09afb0b-60c9-45d8-81f2-4d7aa859f4bf" providerId="ADAL" clId="{1945A1B3-D44F-4AE0-A472-B482D7E57241}" dt="2024-12-02T07:46:29.558" v="1108" actId="2710"/>
          <ac:spMkLst>
            <pc:docMk/>
            <pc:sldMk cId="2613590936" sldId="325"/>
            <ac:spMk id="3" creationId="{E52FFE2F-3A02-CC35-A446-6D8898C5C487}"/>
          </ac:spMkLst>
        </pc:spChg>
        <pc:spChg chg="del mod">
          <ac:chgData name="蕭兆翔" userId="c09afb0b-60c9-45d8-81f2-4d7aa859f4bf" providerId="ADAL" clId="{1945A1B3-D44F-4AE0-A472-B482D7E57241}" dt="2024-12-02T07:36:42.847" v="1081" actId="478"/>
          <ac:spMkLst>
            <pc:docMk/>
            <pc:sldMk cId="2613590936" sldId="325"/>
            <ac:spMk id="4" creationId="{19A31A89-389B-79A7-7F09-01A3A534EBF6}"/>
          </ac:spMkLst>
        </pc:spChg>
        <pc:spChg chg="del">
          <ac:chgData name="蕭兆翔" userId="c09afb0b-60c9-45d8-81f2-4d7aa859f4bf" providerId="ADAL" clId="{1945A1B3-D44F-4AE0-A472-B482D7E57241}" dt="2024-12-02T07:33:26.617" v="810" actId="478"/>
          <ac:spMkLst>
            <pc:docMk/>
            <pc:sldMk cId="2613590936" sldId="325"/>
            <ac:spMk id="5" creationId="{03D533A5-2957-5308-A6FA-D8AD25AE4F95}"/>
          </ac:spMkLst>
        </pc:spChg>
        <pc:spChg chg="del">
          <ac:chgData name="蕭兆翔" userId="c09afb0b-60c9-45d8-81f2-4d7aa859f4bf" providerId="ADAL" clId="{1945A1B3-D44F-4AE0-A472-B482D7E57241}" dt="2024-12-02T07:33:25.604" v="809" actId="478"/>
          <ac:spMkLst>
            <pc:docMk/>
            <pc:sldMk cId="2613590936" sldId="325"/>
            <ac:spMk id="7" creationId="{96F196CE-1472-1C0F-F341-B33EFFB2E6C2}"/>
          </ac:spMkLst>
        </pc:spChg>
        <pc:picChg chg="add del mod">
          <ac:chgData name="蕭兆翔" userId="c09afb0b-60c9-45d8-81f2-4d7aa859f4bf" providerId="ADAL" clId="{1945A1B3-D44F-4AE0-A472-B482D7E57241}" dt="2024-12-02T07:45:13.135" v="1092" actId="478"/>
          <ac:picMkLst>
            <pc:docMk/>
            <pc:sldMk cId="2613590936" sldId="325"/>
            <ac:picMk id="6" creationId="{57FEAF6E-A956-2E7C-3AAF-431AE344F7C8}"/>
          </ac:picMkLst>
        </pc:picChg>
        <pc:picChg chg="add mod modCrop">
          <ac:chgData name="蕭兆翔" userId="c09afb0b-60c9-45d8-81f2-4d7aa859f4bf" providerId="ADAL" clId="{1945A1B3-D44F-4AE0-A472-B482D7E57241}" dt="2024-12-02T07:47:44.216" v="1242" actId="1076"/>
          <ac:picMkLst>
            <pc:docMk/>
            <pc:sldMk cId="2613590936" sldId="325"/>
            <ac:picMk id="9" creationId="{34DB2784-ECB0-A6F5-3D82-EA6B70CF87AF}"/>
          </ac:picMkLst>
        </pc:picChg>
        <pc:picChg chg="del">
          <ac:chgData name="蕭兆翔" userId="c09afb0b-60c9-45d8-81f2-4d7aa859f4bf" providerId="ADAL" clId="{1945A1B3-D44F-4AE0-A472-B482D7E57241}" dt="2024-12-02T07:33:23.782" v="807" actId="478"/>
          <ac:picMkLst>
            <pc:docMk/>
            <pc:sldMk cId="2613590936" sldId="325"/>
            <ac:picMk id="2050" creationId="{DB21898D-71AD-DB4E-B107-0838ECA36AE6}"/>
          </ac:picMkLst>
        </pc:picChg>
        <pc:picChg chg="add">
          <ac:chgData name="蕭兆翔" userId="c09afb0b-60c9-45d8-81f2-4d7aa859f4bf" providerId="ADAL" clId="{1945A1B3-D44F-4AE0-A472-B482D7E57241}" dt="2024-12-02T07:45:13.373" v="1093"/>
          <ac:picMkLst>
            <pc:docMk/>
            <pc:sldMk cId="2613590936" sldId="325"/>
            <ac:picMk id="2052" creationId="{F08D5C62-E4AF-4889-14D6-4190AD929569}"/>
          </ac:picMkLst>
        </pc:picChg>
        <pc:picChg chg="del">
          <ac:chgData name="蕭兆翔" userId="c09afb0b-60c9-45d8-81f2-4d7aa859f4bf" providerId="ADAL" clId="{1945A1B3-D44F-4AE0-A472-B482D7E57241}" dt="2024-12-02T07:33:24.071" v="808" actId="478"/>
          <ac:picMkLst>
            <pc:docMk/>
            <pc:sldMk cId="2613590936" sldId="325"/>
            <ac:picMk id="3074" creationId="{9E9041A8-AE49-94DB-6CF0-E64CE792354B}"/>
          </ac:picMkLst>
        </pc:picChg>
      </pc:sldChg>
      <pc:sldChg chg="addSp delSp modSp add mod">
        <pc:chgData name="蕭兆翔" userId="c09afb0b-60c9-45d8-81f2-4d7aa859f4bf" providerId="ADAL" clId="{1945A1B3-D44F-4AE0-A472-B482D7E57241}" dt="2024-12-02T08:24:30.165" v="1870" actId="20577"/>
        <pc:sldMkLst>
          <pc:docMk/>
          <pc:sldMk cId="3753462151" sldId="326"/>
        </pc:sldMkLst>
        <pc:spChg chg="mod">
          <ac:chgData name="蕭兆翔" userId="c09afb0b-60c9-45d8-81f2-4d7aa859f4bf" providerId="ADAL" clId="{1945A1B3-D44F-4AE0-A472-B482D7E57241}" dt="2024-12-02T08:14:06.781" v="1755" actId="207"/>
          <ac:spMkLst>
            <pc:docMk/>
            <pc:sldMk cId="3753462151" sldId="326"/>
            <ac:spMk id="3" creationId="{665D47E7-472A-05B5-C5F4-A5B5774C3A4F}"/>
          </ac:spMkLst>
        </pc:spChg>
        <pc:spChg chg="mod">
          <ac:chgData name="蕭兆翔" userId="c09afb0b-60c9-45d8-81f2-4d7aa859f4bf" providerId="ADAL" clId="{1945A1B3-D44F-4AE0-A472-B482D7E57241}" dt="2024-12-02T08:24:30.165" v="1870" actId="20577"/>
          <ac:spMkLst>
            <pc:docMk/>
            <pc:sldMk cId="3753462151" sldId="326"/>
            <ac:spMk id="4" creationId="{36CBEC8F-0AA2-36A3-CE38-8D74E147635F}"/>
          </ac:spMkLst>
        </pc:spChg>
        <pc:spChg chg="add mod">
          <ac:chgData name="蕭兆翔" userId="c09afb0b-60c9-45d8-81f2-4d7aa859f4bf" providerId="ADAL" clId="{1945A1B3-D44F-4AE0-A472-B482D7E57241}" dt="2024-12-02T08:24:22.146" v="1868" actId="1076"/>
          <ac:spMkLst>
            <pc:docMk/>
            <pc:sldMk cId="3753462151" sldId="326"/>
            <ac:spMk id="6" creationId="{2E47B1D5-2380-8C6A-5E01-85162386E06A}"/>
          </ac:spMkLst>
        </pc:spChg>
        <pc:spChg chg="add del">
          <ac:chgData name="蕭兆翔" userId="c09afb0b-60c9-45d8-81f2-4d7aa859f4bf" providerId="ADAL" clId="{1945A1B3-D44F-4AE0-A472-B482D7E57241}" dt="2024-12-02T08:21:47.658" v="1831" actId="22"/>
          <ac:spMkLst>
            <pc:docMk/>
            <pc:sldMk cId="3753462151" sldId="326"/>
            <ac:spMk id="8" creationId="{17DC1A88-CBBC-1999-F458-51020B1F3C4F}"/>
          </ac:spMkLst>
        </pc:spChg>
        <pc:spChg chg="add mod">
          <ac:chgData name="蕭兆翔" userId="c09afb0b-60c9-45d8-81f2-4d7aa859f4bf" providerId="ADAL" clId="{1945A1B3-D44F-4AE0-A472-B482D7E57241}" dt="2024-12-02T08:24:22.146" v="1868" actId="1076"/>
          <ac:spMkLst>
            <pc:docMk/>
            <pc:sldMk cId="3753462151" sldId="326"/>
            <ac:spMk id="10" creationId="{2C549D91-7444-1CF6-73F9-5FCB4C6A076F}"/>
          </ac:spMkLst>
        </pc:spChg>
        <pc:cxnChg chg="add mod">
          <ac:chgData name="蕭兆翔" userId="c09afb0b-60c9-45d8-81f2-4d7aa859f4bf" providerId="ADAL" clId="{1945A1B3-D44F-4AE0-A472-B482D7E57241}" dt="2024-12-02T08:24:22.146" v="1868" actId="1076"/>
          <ac:cxnSpMkLst>
            <pc:docMk/>
            <pc:sldMk cId="3753462151" sldId="326"/>
            <ac:cxnSpMk id="12" creationId="{57A2CC0A-994C-B754-218E-FFAAC2BDDFD5}"/>
          </ac:cxnSpMkLst>
        </pc:cxnChg>
        <pc:cxnChg chg="add mod">
          <ac:chgData name="蕭兆翔" userId="c09afb0b-60c9-45d8-81f2-4d7aa859f4bf" providerId="ADAL" clId="{1945A1B3-D44F-4AE0-A472-B482D7E57241}" dt="2024-12-02T08:24:22.146" v="1868" actId="1076"/>
          <ac:cxnSpMkLst>
            <pc:docMk/>
            <pc:sldMk cId="3753462151" sldId="326"/>
            <ac:cxnSpMk id="13" creationId="{0B916165-5CC4-134D-B7A3-20D27F8DB057}"/>
          </ac:cxnSpMkLst>
        </pc:cxnChg>
      </pc:sldChg>
      <pc:sldChg chg="addSp delSp modSp add mod">
        <pc:chgData name="蕭兆翔" userId="c09afb0b-60c9-45d8-81f2-4d7aa859f4bf" providerId="ADAL" clId="{1945A1B3-D44F-4AE0-A472-B482D7E57241}" dt="2024-12-02T09:15:40.774" v="2209"/>
        <pc:sldMkLst>
          <pc:docMk/>
          <pc:sldMk cId="1749226856" sldId="327"/>
        </pc:sldMkLst>
        <pc:spChg chg="mod">
          <ac:chgData name="蕭兆翔" userId="c09afb0b-60c9-45d8-81f2-4d7aa859f4bf" providerId="ADAL" clId="{1945A1B3-D44F-4AE0-A472-B482D7E57241}" dt="2024-12-02T08:27:47.988" v="1895" actId="20577"/>
          <ac:spMkLst>
            <pc:docMk/>
            <pc:sldMk cId="1749226856" sldId="327"/>
            <ac:spMk id="3" creationId="{93F761B8-19AE-A32B-F941-E8768B886C3D}"/>
          </ac:spMkLst>
        </pc:spChg>
        <pc:spChg chg="mod">
          <ac:chgData name="蕭兆翔" userId="c09afb0b-60c9-45d8-81f2-4d7aa859f4bf" providerId="ADAL" clId="{1945A1B3-D44F-4AE0-A472-B482D7E57241}" dt="2024-12-02T09:06:11.678" v="2204" actId="1076"/>
          <ac:spMkLst>
            <pc:docMk/>
            <pc:sldMk cId="1749226856" sldId="327"/>
            <ac:spMk id="4" creationId="{370FB8E9-D5CA-5B61-3B26-147872CA4DF0}"/>
          </ac:spMkLst>
        </pc:spChg>
        <pc:spChg chg="del">
          <ac:chgData name="蕭兆翔" userId="c09afb0b-60c9-45d8-81f2-4d7aa859f4bf" providerId="ADAL" clId="{1945A1B3-D44F-4AE0-A472-B482D7E57241}" dt="2024-12-02T08:27:50.743" v="1897" actId="478"/>
          <ac:spMkLst>
            <pc:docMk/>
            <pc:sldMk cId="1749226856" sldId="327"/>
            <ac:spMk id="6" creationId="{5F99AB56-0831-38E6-BD4B-36FD9303F4BB}"/>
          </ac:spMkLst>
        </pc:spChg>
        <pc:spChg chg="add mod">
          <ac:chgData name="蕭兆翔" userId="c09afb0b-60c9-45d8-81f2-4d7aa859f4bf" providerId="ADAL" clId="{1945A1B3-D44F-4AE0-A472-B482D7E57241}" dt="2024-12-02T09:06:11.678" v="2204" actId="1076"/>
          <ac:spMkLst>
            <pc:docMk/>
            <pc:sldMk cId="1749226856" sldId="327"/>
            <ac:spMk id="9" creationId="{BA221B83-4FAE-F505-045B-C040FA052D0D}"/>
          </ac:spMkLst>
        </pc:spChg>
        <pc:spChg chg="del">
          <ac:chgData name="蕭兆翔" userId="c09afb0b-60c9-45d8-81f2-4d7aa859f4bf" providerId="ADAL" clId="{1945A1B3-D44F-4AE0-A472-B482D7E57241}" dt="2024-12-02T08:27:50.743" v="1897" actId="478"/>
          <ac:spMkLst>
            <pc:docMk/>
            <pc:sldMk cId="1749226856" sldId="327"/>
            <ac:spMk id="10" creationId="{5F700195-76C0-4C9C-AC1E-8BAB74568114}"/>
          </ac:spMkLst>
        </pc:spChg>
        <pc:spChg chg="add mod">
          <ac:chgData name="蕭兆翔" userId="c09afb0b-60c9-45d8-81f2-4d7aa859f4bf" providerId="ADAL" clId="{1945A1B3-D44F-4AE0-A472-B482D7E57241}" dt="2024-12-02T09:06:11.678" v="2204" actId="1076"/>
          <ac:spMkLst>
            <pc:docMk/>
            <pc:sldMk cId="1749226856" sldId="327"/>
            <ac:spMk id="11" creationId="{F4B72F99-88E0-F68C-DFBE-DBEC1394AE76}"/>
          </ac:spMkLst>
        </pc:spChg>
        <pc:spChg chg="add mod">
          <ac:chgData name="蕭兆翔" userId="c09afb0b-60c9-45d8-81f2-4d7aa859f4bf" providerId="ADAL" clId="{1945A1B3-D44F-4AE0-A472-B482D7E57241}" dt="2024-12-02T09:15:39.260" v="2208"/>
          <ac:spMkLst>
            <pc:docMk/>
            <pc:sldMk cId="1749226856" sldId="327"/>
            <ac:spMk id="14" creationId="{C1C32364-2A2F-8770-96E6-1883D68791F5}"/>
          </ac:spMkLst>
        </pc:spChg>
        <pc:spChg chg="add mod">
          <ac:chgData name="蕭兆翔" userId="c09afb0b-60c9-45d8-81f2-4d7aa859f4bf" providerId="ADAL" clId="{1945A1B3-D44F-4AE0-A472-B482D7E57241}" dt="2024-12-02T09:15:40.774" v="2209"/>
          <ac:spMkLst>
            <pc:docMk/>
            <pc:sldMk cId="1749226856" sldId="327"/>
            <ac:spMk id="15" creationId="{8968FBA8-F22E-8CAB-E555-646F97B0ABEE}"/>
          </ac:spMkLst>
        </pc:spChg>
        <pc:grpChg chg="add mod">
          <ac:chgData name="蕭兆翔" userId="c09afb0b-60c9-45d8-81f2-4d7aa859f4bf" providerId="ADAL" clId="{1945A1B3-D44F-4AE0-A472-B482D7E57241}" dt="2024-12-02T09:06:13.939" v="2205" actId="1076"/>
          <ac:grpSpMkLst>
            <pc:docMk/>
            <pc:sldMk cId="1749226856" sldId="327"/>
            <ac:grpSpMk id="8" creationId="{574D3F47-6C5F-529B-4FAF-EFD127123AF2}"/>
          </ac:grpSpMkLst>
        </pc:grpChg>
        <pc:picChg chg="add mod">
          <ac:chgData name="蕭兆翔" userId="c09afb0b-60c9-45d8-81f2-4d7aa859f4bf" providerId="ADAL" clId="{1945A1B3-D44F-4AE0-A472-B482D7E57241}" dt="2024-12-02T09:06:13.939" v="2205" actId="1076"/>
          <ac:picMkLst>
            <pc:docMk/>
            <pc:sldMk cId="1749226856" sldId="327"/>
            <ac:picMk id="7" creationId="{EDB216FC-7FB9-38BD-A80C-D7ABB431E09D}"/>
          </ac:picMkLst>
        </pc:picChg>
        <pc:picChg chg="add mod">
          <ac:chgData name="蕭兆翔" userId="c09afb0b-60c9-45d8-81f2-4d7aa859f4bf" providerId="ADAL" clId="{1945A1B3-D44F-4AE0-A472-B482D7E57241}" dt="2024-12-02T09:06:13.939" v="2205" actId="1076"/>
          <ac:picMkLst>
            <pc:docMk/>
            <pc:sldMk cId="1749226856" sldId="327"/>
            <ac:picMk id="4098" creationId="{DD6B3ADE-E033-CD57-A3D6-50FC20847BF3}"/>
          </ac:picMkLst>
        </pc:picChg>
        <pc:picChg chg="del">
          <ac:chgData name="蕭兆翔" userId="c09afb0b-60c9-45d8-81f2-4d7aa859f4bf" providerId="ADAL" clId="{1945A1B3-D44F-4AE0-A472-B482D7E57241}" dt="2024-12-02T08:27:49.591" v="1896" actId="478"/>
          <ac:picMkLst>
            <pc:docMk/>
            <pc:sldMk cId="1749226856" sldId="327"/>
            <ac:picMk id="5122" creationId="{B3D13F3D-EE2A-2A40-79E8-662F6738C256}"/>
          </ac:picMkLst>
        </pc:picChg>
        <pc:cxnChg chg="del">
          <ac:chgData name="蕭兆翔" userId="c09afb0b-60c9-45d8-81f2-4d7aa859f4bf" providerId="ADAL" clId="{1945A1B3-D44F-4AE0-A472-B482D7E57241}" dt="2024-12-02T08:27:50.743" v="1897" actId="478"/>
          <ac:cxnSpMkLst>
            <pc:docMk/>
            <pc:sldMk cId="1749226856" sldId="327"/>
            <ac:cxnSpMk id="12" creationId="{C0DD632C-EB3E-7306-D776-9BC892D429B9}"/>
          </ac:cxnSpMkLst>
        </pc:cxnChg>
        <pc:cxnChg chg="del">
          <ac:chgData name="蕭兆翔" userId="c09afb0b-60c9-45d8-81f2-4d7aa859f4bf" providerId="ADAL" clId="{1945A1B3-D44F-4AE0-A472-B482D7E57241}" dt="2024-12-02T08:27:50.743" v="1897" actId="478"/>
          <ac:cxnSpMkLst>
            <pc:docMk/>
            <pc:sldMk cId="1749226856" sldId="327"/>
            <ac:cxnSpMk id="13" creationId="{F2F19DF1-11CD-137E-DEA1-DEA89846F02A}"/>
          </ac:cxnSpMkLst>
        </pc:cxnChg>
      </pc:sldChg>
      <pc:sldChg chg="delSp modSp add mod">
        <pc:chgData name="蕭兆翔" userId="c09afb0b-60c9-45d8-81f2-4d7aa859f4bf" providerId="ADAL" clId="{1945A1B3-D44F-4AE0-A472-B482D7E57241}" dt="2024-12-02T09:23:23.714" v="2564" actId="1076"/>
        <pc:sldMkLst>
          <pc:docMk/>
          <pc:sldMk cId="2477226628" sldId="328"/>
        </pc:sldMkLst>
        <pc:spChg chg="mod">
          <ac:chgData name="蕭兆翔" userId="c09afb0b-60c9-45d8-81f2-4d7aa859f4bf" providerId="ADAL" clId="{1945A1B3-D44F-4AE0-A472-B482D7E57241}" dt="2024-12-02T09:15:59.470" v="2249" actId="20577"/>
          <ac:spMkLst>
            <pc:docMk/>
            <pc:sldMk cId="2477226628" sldId="328"/>
            <ac:spMk id="3" creationId="{A725D153-00C0-8FBB-47FE-200337EE77DD}"/>
          </ac:spMkLst>
        </pc:spChg>
        <pc:spChg chg="mod">
          <ac:chgData name="蕭兆翔" userId="c09afb0b-60c9-45d8-81f2-4d7aa859f4bf" providerId="ADAL" clId="{1945A1B3-D44F-4AE0-A472-B482D7E57241}" dt="2024-12-02T09:23:23.714" v="2564" actId="1076"/>
          <ac:spMkLst>
            <pc:docMk/>
            <pc:sldMk cId="2477226628" sldId="328"/>
            <ac:spMk id="4" creationId="{EA911DC2-B03F-3125-DB88-C6ACD1568E59}"/>
          </ac:spMkLst>
        </pc:spChg>
        <pc:spChg chg="del">
          <ac:chgData name="蕭兆翔" userId="c09afb0b-60c9-45d8-81f2-4d7aa859f4bf" providerId="ADAL" clId="{1945A1B3-D44F-4AE0-A472-B482D7E57241}" dt="2024-12-02T09:15:51.609" v="2228" actId="478"/>
          <ac:spMkLst>
            <pc:docMk/>
            <pc:sldMk cId="2477226628" sldId="328"/>
            <ac:spMk id="9" creationId="{079743A2-239A-596F-8348-8B92F5C3AECA}"/>
          </ac:spMkLst>
        </pc:spChg>
        <pc:spChg chg="del">
          <ac:chgData name="蕭兆翔" userId="c09afb0b-60c9-45d8-81f2-4d7aa859f4bf" providerId="ADAL" clId="{1945A1B3-D44F-4AE0-A472-B482D7E57241}" dt="2024-12-02T09:15:51.609" v="2228" actId="478"/>
          <ac:spMkLst>
            <pc:docMk/>
            <pc:sldMk cId="2477226628" sldId="328"/>
            <ac:spMk id="11" creationId="{B12ED789-8970-7472-7D80-15DFACAC663E}"/>
          </ac:spMkLst>
        </pc:spChg>
        <pc:grpChg chg="del">
          <ac:chgData name="蕭兆翔" userId="c09afb0b-60c9-45d8-81f2-4d7aa859f4bf" providerId="ADAL" clId="{1945A1B3-D44F-4AE0-A472-B482D7E57241}" dt="2024-12-02T09:15:49.334" v="2227" actId="478"/>
          <ac:grpSpMkLst>
            <pc:docMk/>
            <pc:sldMk cId="2477226628" sldId="328"/>
            <ac:grpSpMk id="8" creationId="{11B82900-ED26-D980-110C-27E5A949D2D5}"/>
          </ac:grpSpMkLst>
        </pc:grpChg>
      </pc:sldChg>
      <pc:sldChg chg="addSp delSp modSp add mod">
        <pc:chgData name="蕭兆翔" userId="c09afb0b-60c9-45d8-81f2-4d7aa859f4bf" providerId="ADAL" clId="{1945A1B3-D44F-4AE0-A472-B482D7E57241}" dt="2024-12-02T09:57:06.259" v="3113" actId="207"/>
        <pc:sldMkLst>
          <pc:docMk/>
          <pc:sldMk cId="2879111948" sldId="329"/>
        </pc:sldMkLst>
        <pc:spChg chg="mod">
          <ac:chgData name="蕭兆翔" userId="c09afb0b-60c9-45d8-81f2-4d7aa859f4bf" providerId="ADAL" clId="{1945A1B3-D44F-4AE0-A472-B482D7E57241}" dt="2024-12-02T09:57:06.259" v="3113" actId="207"/>
          <ac:spMkLst>
            <pc:docMk/>
            <pc:sldMk cId="2879111948" sldId="329"/>
            <ac:spMk id="5" creationId="{211F64BF-D215-DA8D-988C-7525B6E18A0A}"/>
          </ac:spMkLst>
        </pc:spChg>
        <pc:spChg chg="del">
          <ac:chgData name="蕭兆翔" userId="c09afb0b-60c9-45d8-81f2-4d7aa859f4bf" providerId="ADAL" clId="{1945A1B3-D44F-4AE0-A472-B482D7E57241}" dt="2024-12-02T09:43:45.497" v="2906" actId="478"/>
          <ac:spMkLst>
            <pc:docMk/>
            <pc:sldMk cId="2879111948" sldId="329"/>
            <ac:spMk id="6" creationId="{82326A08-51BB-415A-E206-3779AAC5D046}"/>
          </ac:spMkLst>
        </pc:spChg>
        <pc:spChg chg="del">
          <ac:chgData name="蕭兆翔" userId="c09afb0b-60c9-45d8-81f2-4d7aa859f4bf" providerId="ADAL" clId="{1945A1B3-D44F-4AE0-A472-B482D7E57241}" dt="2024-12-02T09:43:45.497" v="2906" actId="478"/>
          <ac:spMkLst>
            <pc:docMk/>
            <pc:sldMk cId="2879111948" sldId="329"/>
            <ac:spMk id="7" creationId="{68ED56D5-53D4-B0ED-25F0-645E2624C92B}"/>
          </ac:spMkLst>
        </pc:spChg>
        <pc:spChg chg="del">
          <ac:chgData name="蕭兆翔" userId="c09afb0b-60c9-45d8-81f2-4d7aa859f4bf" providerId="ADAL" clId="{1945A1B3-D44F-4AE0-A472-B482D7E57241}" dt="2024-12-02T09:43:45.497" v="2906" actId="478"/>
          <ac:spMkLst>
            <pc:docMk/>
            <pc:sldMk cId="2879111948" sldId="329"/>
            <ac:spMk id="8" creationId="{7008AF15-E1B0-1E28-6C97-D00BBD39DB4A}"/>
          </ac:spMkLst>
        </pc:spChg>
        <pc:spChg chg="del">
          <ac:chgData name="蕭兆翔" userId="c09afb0b-60c9-45d8-81f2-4d7aa859f4bf" providerId="ADAL" clId="{1945A1B3-D44F-4AE0-A472-B482D7E57241}" dt="2024-12-02T09:43:45.497" v="2906" actId="478"/>
          <ac:spMkLst>
            <pc:docMk/>
            <pc:sldMk cId="2879111948" sldId="329"/>
            <ac:spMk id="9" creationId="{BAF2214A-C2AC-DD67-EF4E-AD59042D4ED0}"/>
          </ac:spMkLst>
        </pc:spChg>
        <pc:spChg chg="del">
          <ac:chgData name="蕭兆翔" userId="c09afb0b-60c9-45d8-81f2-4d7aa859f4bf" providerId="ADAL" clId="{1945A1B3-D44F-4AE0-A472-B482D7E57241}" dt="2024-12-02T09:43:45.497" v="2906" actId="478"/>
          <ac:spMkLst>
            <pc:docMk/>
            <pc:sldMk cId="2879111948" sldId="329"/>
            <ac:spMk id="10" creationId="{4FD27C9B-467B-ADA1-CEFF-80F04D495C79}"/>
          </ac:spMkLst>
        </pc:spChg>
        <pc:spChg chg="del">
          <ac:chgData name="蕭兆翔" userId="c09afb0b-60c9-45d8-81f2-4d7aa859f4bf" providerId="ADAL" clId="{1945A1B3-D44F-4AE0-A472-B482D7E57241}" dt="2024-12-02T09:43:45.497" v="2906" actId="478"/>
          <ac:spMkLst>
            <pc:docMk/>
            <pc:sldMk cId="2879111948" sldId="329"/>
            <ac:spMk id="11" creationId="{1651135B-B258-8C45-4C92-84A365450612}"/>
          </ac:spMkLst>
        </pc:spChg>
        <pc:spChg chg="del">
          <ac:chgData name="蕭兆翔" userId="c09afb0b-60c9-45d8-81f2-4d7aa859f4bf" providerId="ADAL" clId="{1945A1B3-D44F-4AE0-A472-B482D7E57241}" dt="2024-12-02T09:43:45.497" v="2906" actId="478"/>
          <ac:spMkLst>
            <pc:docMk/>
            <pc:sldMk cId="2879111948" sldId="329"/>
            <ac:spMk id="12" creationId="{5E315508-F407-623F-20B5-BA1468332ED3}"/>
          </ac:spMkLst>
        </pc:spChg>
        <pc:spChg chg="del">
          <ac:chgData name="蕭兆翔" userId="c09afb0b-60c9-45d8-81f2-4d7aa859f4bf" providerId="ADAL" clId="{1945A1B3-D44F-4AE0-A472-B482D7E57241}" dt="2024-12-02T09:43:45.497" v="2906" actId="478"/>
          <ac:spMkLst>
            <pc:docMk/>
            <pc:sldMk cId="2879111948" sldId="329"/>
            <ac:spMk id="13" creationId="{7504A64A-FAD0-D82A-AF70-9A1E505CA6A6}"/>
          </ac:spMkLst>
        </pc:spChg>
        <pc:spChg chg="del">
          <ac:chgData name="蕭兆翔" userId="c09afb0b-60c9-45d8-81f2-4d7aa859f4bf" providerId="ADAL" clId="{1945A1B3-D44F-4AE0-A472-B482D7E57241}" dt="2024-12-02T09:44:20.811" v="2914" actId="478"/>
          <ac:spMkLst>
            <pc:docMk/>
            <pc:sldMk cId="2879111948" sldId="329"/>
            <ac:spMk id="16" creationId="{E3F558EE-8D0D-E4BB-DCBB-68F95C68A675}"/>
          </ac:spMkLst>
        </pc:spChg>
        <pc:picChg chg="add mod">
          <ac:chgData name="蕭兆翔" userId="c09afb0b-60c9-45d8-81f2-4d7aa859f4bf" providerId="ADAL" clId="{1945A1B3-D44F-4AE0-A472-B482D7E57241}" dt="2024-12-02T09:45:36.963" v="3110" actId="1076"/>
          <ac:picMkLst>
            <pc:docMk/>
            <pc:sldMk cId="2879111948" sldId="329"/>
            <ac:picMk id="2" creationId="{65AF1051-DE9D-CB35-5386-1C19A36AAD42}"/>
          </ac:picMkLst>
        </pc:picChg>
        <pc:picChg chg="del">
          <ac:chgData name="蕭兆翔" userId="c09afb0b-60c9-45d8-81f2-4d7aa859f4bf" providerId="ADAL" clId="{1945A1B3-D44F-4AE0-A472-B482D7E57241}" dt="2024-12-02T09:43:43.965" v="2905" actId="478"/>
          <ac:picMkLst>
            <pc:docMk/>
            <pc:sldMk cId="2879111948" sldId="329"/>
            <ac:picMk id="9218" creationId="{7FC3154C-5E78-6D38-455B-F3F1A9EC813B}"/>
          </ac:picMkLst>
        </pc:picChg>
        <pc:cxnChg chg="del mod">
          <ac:chgData name="蕭兆翔" userId="c09afb0b-60c9-45d8-81f2-4d7aa859f4bf" providerId="ADAL" clId="{1945A1B3-D44F-4AE0-A472-B482D7E57241}" dt="2024-12-02T09:43:45.497" v="2906" actId="478"/>
          <ac:cxnSpMkLst>
            <pc:docMk/>
            <pc:sldMk cId="2879111948" sldId="329"/>
            <ac:cxnSpMk id="15" creationId="{D965A001-AFA0-6597-9A65-B783FCA390AB}"/>
          </ac:cxnSpMkLst>
        </pc:cxnChg>
      </pc:sldChg>
      <pc:sldChg chg="addSp delSp modSp new mod">
        <pc:chgData name="蕭兆翔" userId="c09afb0b-60c9-45d8-81f2-4d7aa859f4bf" providerId="ADAL" clId="{1945A1B3-D44F-4AE0-A472-B482D7E57241}" dt="2024-12-02T10:13:12.452" v="3338" actId="1037"/>
        <pc:sldMkLst>
          <pc:docMk/>
          <pc:sldMk cId="1608973864" sldId="330"/>
        </pc:sldMkLst>
        <pc:spChg chg="add mod">
          <ac:chgData name="蕭兆翔" userId="c09afb0b-60c9-45d8-81f2-4d7aa859f4bf" providerId="ADAL" clId="{1945A1B3-D44F-4AE0-A472-B482D7E57241}" dt="2024-12-02T10:06:50.479" v="3142" actId="207"/>
          <ac:spMkLst>
            <pc:docMk/>
            <pc:sldMk cId="1608973864" sldId="330"/>
            <ac:spMk id="3" creationId="{969F8E22-900E-9F29-BC6F-1046999441D2}"/>
          </ac:spMkLst>
        </pc:spChg>
        <pc:spChg chg="add mod">
          <ac:chgData name="蕭兆翔" userId="c09afb0b-60c9-45d8-81f2-4d7aa859f4bf" providerId="ADAL" clId="{1945A1B3-D44F-4AE0-A472-B482D7E57241}" dt="2024-12-02T10:13:12.452" v="3338" actId="1037"/>
          <ac:spMkLst>
            <pc:docMk/>
            <pc:sldMk cId="1608973864" sldId="330"/>
            <ac:spMk id="4" creationId="{A5199B5F-9F64-EB14-E626-CD01E7A1C9B6}"/>
          </ac:spMkLst>
        </pc:spChg>
        <pc:picChg chg="add del mod">
          <ac:chgData name="蕭兆翔" userId="c09afb0b-60c9-45d8-81f2-4d7aa859f4bf" providerId="ADAL" clId="{1945A1B3-D44F-4AE0-A472-B482D7E57241}" dt="2024-12-02T10:11:35.050" v="3297" actId="478"/>
          <ac:picMkLst>
            <pc:docMk/>
            <pc:sldMk cId="1608973864" sldId="330"/>
            <ac:picMk id="8194" creationId="{23103669-6E65-5132-0D63-A842397A9574}"/>
          </ac:picMkLst>
        </pc:picChg>
        <pc:picChg chg="add mod">
          <ac:chgData name="蕭兆翔" userId="c09afb0b-60c9-45d8-81f2-4d7aa859f4bf" providerId="ADAL" clId="{1945A1B3-D44F-4AE0-A472-B482D7E57241}" dt="2024-12-02T10:13:12.452" v="3338" actId="1037"/>
          <ac:picMkLst>
            <pc:docMk/>
            <pc:sldMk cId="1608973864" sldId="330"/>
            <ac:picMk id="8196" creationId="{E24DBDD6-7A30-9DC2-613F-0AEEA6C7F49B}"/>
          </ac:picMkLst>
        </pc:picChg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459102434" sldId="331"/>
        </pc:sldMkLst>
      </pc:sldChg>
      <pc:sldChg chg="modSp add del mod">
        <pc:chgData name="蕭兆翔" userId="c09afb0b-60c9-45d8-81f2-4d7aa859f4bf" providerId="ADAL" clId="{1945A1B3-D44F-4AE0-A472-B482D7E57241}" dt="2024-12-02T10:16:24.171" v="3347" actId="47"/>
        <pc:sldMkLst>
          <pc:docMk/>
          <pc:sldMk cId="1086755093" sldId="331"/>
        </pc:sldMkLst>
        <pc:spChg chg="mod">
          <ac:chgData name="蕭兆翔" userId="c09afb0b-60c9-45d8-81f2-4d7aa859f4bf" providerId="ADAL" clId="{1945A1B3-D44F-4AE0-A472-B482D7E57241}" dt="2024-12-02T10:16:18.006" v="3345" actId="20577"/>
          <ac:spMkLst>
            <pc:docMk/>
            <pc:sldMk cId="1086755093" sldId="331"/>
            <ac:spMk id="3" creationId="{8F9DB390-297E-64AD-4385-F66A63AEE3D3}"/>
          </ac:spMkLst>
        </pc:spChg>
      </pc:sldChg>
      <pc:sldChg chg="addSp delSp modSp add mod">
        <pc:chgData name="蕭兆翔" userId="c09afb0b-60c9-45d8-81f2-4d7aa859f4bf" providerId="ADAL" clId="{1945A1B3-D44F-4AE0-A472-B482D7E57241}" dt="2024-12-02T10:40:51.348" v="3813" actId="1076"/>
        <pc:sldMkLst>
          <pc:docMk/>
          <pc:sldMk cId="3615148816" sldId="332"/>
        </pc:sldMkLst>
        <pc:spChg chg="mod">
          <ac:chgData name="蕭兆翔" userId="c09afb0b-60c9-45d8-81f2-4d7aa859f4bf" providerId="ADAL" clId="{1945A1B3-D44F-4AE0-A472-B482D7E57241}" dt="2024-12-02T10:16:30.035" v="3351" actId="20577"/>
          <ac:spMkLst>
            <pc:docMk/>
            <pc:sldMk cId="3615148816" sldId="332"/>
            <ac:spMk id="4" creationId="{CCCA9FF0-47E4-4283-5C09-185C4683F2FE}"/>
          </ac:spMkLst>
        </pc:spChg>
        <pc:spChg chg="mod">
          <ac:chgData name="蕭兆翔" userId="c09afb0b-60c9-45d8-81f2-4d7aa859f4bf" providerId="ADAL" clId="{1945A1B3-D44F-4AE0-A472-B482D7E57241}" dt="2024-12-02T10:40:49.148" v="3812" actId="1076"/>
          <ac:spMkLst>
            <pc:docMk/>
            <pc:sldMk cId="3615148816" sldId="332"/>
            <ac:spMk id="5" creationId="{86A8A8B0-F402-9B7B-EDBF-AFC6313ADC0A}"/>
          </ac:spMkLst>
        </pc:spChg>
        <pc:spChg chg="add mod">
          <ac:chgData name="蕭兆翔" userId="c09afb0b-60c9-45d8-81f2-4d7aa859f4bf" providerId="ADAL" clId="{1945A1B3-D44F-4AE0-A472-B482D7E57241}" dt="2024-12-02T10:40:51.348" v="3813" actId="1076"/>
          <ac:spMkLst>
            <pc:docMk/>
            <pc:sldMk cId="3615148816" sldId="332"/>
            <ac:spMk id="7" creationId="{A6D14FB5-6DA9-FD03-B210-B0ED829327F1}"/>
          </ac:spMkLst>
        </pc:spChg>
        <pc:picChg chg="del mod">
          <ac:chgData name="蕭兆翔" userId="c09afb0b-60c9-45d8-81f2-4d7aa859f4bf" providerId="ADAL" clId="{1945A1B3-D44F-4AE0-A472-B482D7E57241}" dt="2024-12-02T10:37:06.527" v="3641" actId="478"/>
          <ac:picMkLst>
            <pc:docMk/>
            <pc:sldMk cId="3615148816" sldId="332"/>
            <ac:picMk id="2" creationId="{4A43DDC9-CE6C-CC42-DB90-0D4E12A4CD65}"/>
          </ac:picMkLst>
        </pc:picChg>
        <pc:picChg chg="add mod">
          <ac:chgData name="蕭兆翔" userId="c09afb0b-60c9-45d8-81f2-4d7aa859f4bf" providerId="ADAL" clId="{1945A1B3-D44F-4AE0-A472-B482D7E57241}" dt="2024-12-02T10:40:51.348" v="3813" actId="1076"/>
          <ac:picMkLst>
            <pc:docMk/>
            <pc:sldMk cId="3615148816" sldId="332"/>
            <ac:picMk id="6" creationId="{723022AE-321D-27A9-018B-2CD8659F51D3}"/>
          </ac:picMkLst>
        </pc:picChg>
      </pc:sldChg>
      <pc:sldChg chg="delSp modSp add mod">
        <pc:chgData name="蕭兆翔" userId="c09afb0b-60c9-45d8-81f2-4d7aa859f4bf" providerId="ADAL" clId="{1945A1B3-D44F-4AE0-A472-B482D7E57241}" dt="2024-12-02T10:45:04.649" v="4032" actId="1076"/>
        <pc:sldMkLst>
          <pc:docMk/>
          <pc:sldMk cId="2930956379" sldId="333"/>
        </pc:sldMkLst>
        <pc:spChg chg="mod">
          <ac:chgData name="蕭兆翔" userId="c09afb0b-60c9-45d8-81f2-4d7aa859f4bf" providerId="ADAL" clId="{1945A1B3-D44F-4AE0-A472-B482D7E57241}" dt="2024-12-02T10:42:12.934" v="3828" actId="5793"/>
          <ac:spMkLst>
            <pc:docMk/>
            <pc:sldMk cId="2930956379" sldId="333"/>
            <ac:spMk id="4" creationId="{33E0EAA6-8B5E-0ACE-2494-0F8B07B49BF9}"/>
          </ac:spMkLst>
        </pc:spChg>
        <pc:spChg chg="mod">
          <ac:chgData name="蕭兆翔" userId="c09afb0b-60c9-45d8-81f2-4d7aa859f4bf" providerId="ADAL" clId="{1945A1B3-D44F-4AE0-A472-B482D7E57241}" dt="2024-12-02T10:45:04.649" v="4032" actId="1076"/>
          <ac:spMkLst>
            <pc:docMk/>
            <pc:sldMk cId="2930956379" sldId="333"/>
            <ac:spMk id="5" creationId="{71BD5405-AB8E-35FB-0149-2A349661B6A9}"/>
          </ac:spMkLst>
        </pc:spChg>
        <pc:spChg chg="del">
          <ac:chgData name="蕭兆翔" userId="c09afb0b-60c9-45d8-81f2-4d7aa859f4bf" providerId="ADAL" clId="{1945A1B3-D44F-4AE0-A472-B482D7E57241}" dt="2024-12-02T10:42:36.633" v="3830" actId="478"/>
          <ac:spMkLst>
            <pc:docMk/>
            <pc:sldMk cId="2930956379" sldId="333"/>
            <ac:spMk id="7" creationId="{7845A158-56F9-17DF-057C-3E118916F08F}"/>
          </ac:spMkLst>
        </pc:spChg>
        <pc:picChg chg="del">
          <ac:chgData name="蕭兆翔" userId="c09afb0b-60c9-45d8-81f2-4d7aa859f4bf" providerId="ADAL" clId="{1945A1B3-D44F-4AE0-A472-B482D7E57241}" dt="2024-12-02T10:42:35.710" v="3829" actId="478"/>
          <ac:picMkLst>
            <pc:docMk/>
            <pc:sldMk cId="2930956379" sldId="333"/>
            <ac:picMk id="6" creationId="{BAFDEC91-4223-A2AB-E034-76395EBEA8FB}"/>
          </ac:picMkLst>
        </pc:picChg>
      </pc:sldChg>
      <pc:sldChg chg="addSp modSp add mod">
        <pc:chgData name="蕭兆翔" userId="c09afb0b-60c9-45d8-81f2-4d7aa859f4bf" providerId="ADAL" clId="{1945A1B3-D44F-4AE0-A472-B482D7E57241}" dt="2024-12-02T10:52:22.065" v="4249" actId="1076"/>
        <pc:sldMkLst>
          <pc:docMk/>
          <pc:sldMk cId="3682023600" sldId="334"/>
        </pc:sldMkLst>
        <pc:spChg chg="add mod">
          <ac:chgData name="蕭兆翔" userId="c09afb0b-60c9-45d8-81f2-4d7aa859f4bf" providerId="ADAL" clId="{1945A1B3-D44F-4AE0-A472-B482D7E57241}" dt="2024-12-02T10:49:49.971" v="4034"/>
          <ac:spMkLst>
            <pc:docMk/>
            <pc:sldMk cId="3682023600" sldId="334"/>
            <ac:spMk id="3" creationId="{7E9DC92F-1B69-8909-718A-4619685DC9FC}"/>
          </ac:spMkLst>
        </pc:spChg>
        <pc:spChg chg="add mod">
          <ac:chgData name="蕭兆翔" userId="c09afb0b-60c9-45d8-81f2-4d7aa859f4bf" providerId="ADAL" clId="{1945A1B3-D44F-4AE0-A472-B482D7E57241}" dt="2024-12-02T10:52:20.770" v="4248" actId="1076"/>
          <ac:spMkLst>
            <pc:docMk/>
            <pc:sldMk cId="3682023600" sldId="334"/>
            <ac:spMk id="4" creationId="{FC0A7FC0-9088-B913-C04F-52A1AC4FFC9D}"/>
          </ac:spMkLst>
        </pc:spChg>
        <pc:picChg chg="mod">
          <ac:chgData name="蕭兆翔" userId="c09afb0b-60c9-45d8-81f2-4d7aa859f4bf" providerId="ADAL" clId="{1945A1B3-D44F-4AE0-A472-B482D7E57241}" dt="2024-12-02T10:52:22.065" v="4249" actId="1076"/>
          <ac:picMkLst>
            <pc:docMk/>
            <pc:sldMk cId="3682023600" sldId="334"/>
            <ac:picMk id="14338" creationId="{4D5B49E3-83DA-115A-F82C-BB3B57B32ACF}"/>
          </ac:picMkLst>
        </pc:picChg>
      </pc:sldChg>
      <pc:sldChg chg="addSp modSp add">
        <pc:chgData name="蕭兆翔" userId="c09afb0b-60c9-45d8-81f2-4d7aa859f4bf" providerId="ADAL" clId="{1945A1B3-D44F-4AE0-A472-B482D7E57241}" dt="2024-12-02T11:42:25.423" v="4266" actId="1076"/>
        <pc:sldMkLst>
          <pc:docMk/>
          <pc:sldMk cId="743749273" sldId="335"/>
        </pc:sldMkLst>
        <pc:spChg chg="add mod">
          <ac:chgData name="蕭兆翔" userId="c09afb0b-60c9-45d8-81f2-4d7aa859f4bf" providerId="ADAL" clId="{1945A1B3-D44F-4AE0-A472-B482D7E57241}" dt="2024-12-02T11:41:42.777" v="4251"/>
          <ac:spMkLst>
            <pc:docMk/>
            <pc:sldMk cId="743749273" sldId="335"/>
            <ac:spMk id="3" creationId="{7A15245B-C182-3FDA-948F-2143101C639F}"/>
          </ac:spMkLst>
        </pc:spChg>
        <pc:picChg chg="add mod">
          <ac:chgData name="蕭兆翔" userId="c09afb0b-60c9-45d8-81f2-4d7aa859f4bf" providerId="ADAL" clId="{1945A1B3-D44F-4AE0-A472-B482D7E57241}" dt="2024-12-02T11:42:25.423" v="4266" actId="1076"/>
          <ac:picMkLst>
            <pc:docMk/>
            <pc:sldMk cId="743749273" sldId="335"/>
            <ac:picMk id="4" creationId="{17640AF0-55F9-B692-4F3D-FAC91FD7BE32}"/>
          </ac:picMkLst>
        </pc:picChg>
        <pc:picChg chg="mod">
          <ac:chgData name="蕭兆翔" userId="c09afb0b-60c9-45d8-81f2-4d7aa859f4bf" providerId="ADAL" clId="{1945A1B3-D44F-4AE0-A472-B482D7E57241}" dt="2024-12-02T11:42:25.423" v="4266" actId="1076"/>
          <ac:picMkLst>
            <pc:docMk/>
            <pc:sldMk cId="743749273" sldId="335"/>
            <ac:picMk id="16386" creationId="{E08857A3-A14B-4784-CEF4-E364F36BCD43}"/>
          </ac:picMkLst>
        </pc:picChg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615140023" sldId="336"/>
        </pc:sldMkLst>
      </pc:sldChg>
      <pc:sldChg chg="addSp delSp modSp new del mod">
        <pc:chgData name="蕭兆翔" userId="c09afb0b-60c9-45d8-81f2-4d7aa859f4bf" providerId="ADAL" clId="{1945A1B3-D44F-4AE0-A472-B482D7E57241}" dt="2024-12-02T15:20:54.129" v="6371" actId="47"/>
        <pc:sldMkLst>
          <pc:docMk/>
          <pc:sldMk cId="3876857833" sldId="336"/>
        </pc:sldMkLst>
        <pc:spChg chg="add del mod">
          <ac:chgData name="蕭兆翔" userId="c09afb0b-60c9-45d8-81f2-4d7aa859f4bf" providerId="ADAL" clId="{1945A1B3-D44F-4AE0-A472-B482D7E57241}" dt="2024-12-02T11:46:12.967" v="4381"/>
          <ac:spMkLst>
            <pc:docMk/>
            <pc:sldMk cId="3876857833" sldId="336"/>
            <ac:spMk id="3" creationId="{2CFE9757-F353-4F14-C0F4-208A32273E9E}"/>
          </ac:spMkLst>
        </pc:spChg>
        <pc:spChg chg="add mod">
          <ac:chgData name="蕭兆翔" userId="c09afb0b-60c9-45d8-81f2-4d7aa859f4bf" providerId="ADAL" clId="{1945A1B3-D44F-4AE0-A472-B482D7E57241}" dt="2024-12-02T11:46:12.711" v="4379" actId="1076"/>
          <ac:spMkLst>
            <pc:docMk/>
            <pc:sldMk cId="3876857833" sldId="336"/>
            <ac:spMk id="5" creationId="{6B7925C8-1CD7-B2E4-3C5E-D62047DF4054}"/>
          </ac:spMkLst>
        </pc:spChg>
      </pc:sldChg>
      <pc:sldChg chg="addSp delSp modSp add mod">
        <pc:chgData name="蕭兆翔" userId="c09afb0b-60c9-45d8-81f2-4d7aa859f4bf" providerId="ADAL" clId="{1945A1B3-D44F-4AE0-A472-B482D7E57241}" dt="2024-12-02T13:42:35.143" v="4654" actId="1076"/>
        <pc:sldMkLst>
          <pc:docMk/>
          <pc:sldMk cId="1303513368" sldId="337"/>
        </pc:sldMkLst>
        <pc:spChg chg="mod">
          <ac:chgData name="蕭兆翔" userId="c09afb0b-60c9-45d8-81f2-4d7aa859f4bf" providerId="ADAL" clId="{1945A1B3-D44F-4AE0-A472-B482D7E57241}" dt="2024-12-02T13:32:26.141" v="4508" actId="20577"/>
          <ac:spMkLst>
            <pc:docMk/>
            <pc:sldMk cId="1303513368" sldId="337"/>
            <ac:spMk id="3" creationId="{921E668B-0711-560D-86C2-FFE618024327}"/>
          </ac:spMkLst>
        </pc:spChg>
        <pc:spChg chg="mod">
          <ac:chgData name="蕭兆翔" userId="c09afb0b-60c9-45d8-81f2-4d7aa859f4bf" providerId="ADAL" clId="{1945A1B3-D44F-4AE0-A472-B482D7E57241}" dt="2024-12-02T13:40:21.014" v="4590" actId="1076"/>
          <ac:spMkLst>
            <pc:docMk/>
            <pc:sldMk cId="1303513368" sldId="337"/>
            <ac:spMk id="7" creationId="{00A3C304-AE67-591B-F910-2CF65C92208E}"/>
          </ac:spMkLst>
        </pc:spChg>
        <pc:spChg chg="add mod">
          <ac:chgData name="蕭兆翔" userId="c09afb0b-60c9-45d8-81f2-4d7aa859f4bf" providerId="ADAL" clId="{1945A1B3-D44F-4AE0-A472-B482D7E57241}" dt="2024-12-02T13:42:13.495" v="4646" actId="1076"/>
          <ac:spMkLst>
            <pc:docMk/>
            <pc:sldMk cId="1303513368" sldId="337"/>
            <ac:spMk id="12" creationId="{AE574A5E-4226-5580-C4EF-43714595BC85}"/>
          </ac:spMkLst>
        </pc:spChg>
        <pc:spChg chg="add mod">
          <ac:chgData name="蕭兆翔" userId="c09afb0b-60c9-45d8-81f2-4d7aa859f4bf" providerId="ADAL" clId="{1945A1B3-D44F-4AE0-A472-B482D7E57241}" dt="2024-12-02T13:42:13.495" v="4646" actId="1076"/>
          <ac:spMkLst>
            <pc:docMk/>
            <pc:sldMk cId="1303513368" sldId="337"/>
            <ac:spMk id="13" creationId="{8079511D-44E6-BEFD-9D44-603E7F08CE0E}"/>
          </ac:spMkLst>
        </pc:spChg>
        <pc:spChg chg="add mod">
          <ac:chgData name="蕭兆翔" userId="c09afb0b-60c9-45d8-81f2-4d7aa859f4bf" providerId="ADAL" clId="{1945A1B3-D44F-4AE0-A472-B482D7E57241}" dt="2024-12-02T13:42:13.495" v="4646" actId="1076"/>
          <ac:spMkLst>
            <pc:docMk/>
            <pc:sldMk cId="1303513368" sldId="337"/>
            <ac:spMk id="14" creationId="{13DA8E03-CCC0-0B09-AB3A-BCDF7F2D5C36}"/>
          </ac:spMkLst>
        </pc:spChg>
        <pc:grpChg chg="del">
          <ac:chgData name="蕭兆翔" userId="c09afb0b-60c9-45d8-81f2-4d7aa859f4bf" providerId="ADAL" clId="{1945A1B3-D44F-4AE0-A472-B482D7E57241}" dt="2024-12-02T13:32:54.293" v="4509" actId="478"/>
          <ac:grpSpMkLst>
            <pc:docMk/>
            <pc:sldMk cId="1303513368" sldId="337"/>
            <ac:grpSpMk id="8" creationId="{5B79DDE9-B15F-F6AE-8884-B9C7909CC9BB}"/>
          </ac:grpSpMkLst>
        </pc:grpChg>
        <pc:picChg chg="add mod">
          <ac:chgData name="蕭兆翔" userId="c09afb0b-60c9-45d8-81f2-4d7aa859f4bf" providerId="ADAL" clId="{1945A1B3-D44F-4AE0-A472-B482D7E57241}" dt="2024-12-02T13:42:13.495" v="4646" actId="1076"/>
          <ac:picMkLst>
            <pc:docMk/>
            <pc:sldMk cId="1303513368" sldId="337"/>
            <ac:picMk id="9" creationId="{0B1A37D6-B78F-9E43-DF84-3000CD3BDA55}"/>
          </ac:picMkLst>
        </pc:picChg>
        <pc:picChg chg="add mod">
          <ac:chgData name="蕭兆翔" userId="c09afb0b-60c9-45d8-81f2-4d7aa859f4bf" providerId="ADAL" clId="{1945A1B3-D44F-4AE0-A472-B482D7E57241}" dt="2024-12-02T13:42:13.495" v="4646" actId="1076"/>
          <ac:picMkLst>
            <pc:docMk/>
            <pc:sldMk cId="1303513368" sldId="337"/>
            <ac:picMk id="10" creationId="{FAE0C1BF-EF3A-FC7D-7C08-A54BCA59D0CF}"/>
          </ac:picMkLst>
        </pc:picChg>
        <pc:picChg chg="add mod">
          <ac:chgData name="蕭兆翔" userId="c09afb0b-60c9-45d8-81f2-4d7aa859f4bf" providerId="ADAL" clId="{1945A1B3-D44F-4AE0-A472-B482D7E57241}" dt="2024-12-02T13:42:13.495" v="4646" actId="1076"/>
          <ac:picMkLst>
            <pc:docMk/>
            <pc:sldMk cId="1303513368" sldId="337"/>
            <ac:picMk id="11" creationId="{674879E6-A68F-10A9-8815-CDCCDB567A62}"/>
          </ac:picMkLst>
        </pc:picChg>
        <pc:cxnChg chg="add mod">
          <ac:chgData name="蕭兆翔" userId="c09afb0b-60c9-45d8-81f2-4d7aa859f4bf" providerId="ADAL" clId="{1945A1B3-D44F-4AE0-A472-B482D7E57241}" dt="2024-12-02T13:42:27.076" v="4651" actId="208"/>
          <ac:cxnSpMkLst>
            <pc:docMk/>
            <pc:sldMk cId="1303513368" sldId="337"/>
            <ac:cxnSpMk id="16" creationId="{CF707536-D166-C579-58D4-4E4877E73380}"/>
          </ac:cxnSpMkLst>
        </pc:cxnChg>
        <pc:cxnChg chg="add mod">
          <ac:chgData name="蕭兆翔" userId="c09afb0b-60c9-45d8-81f2-4d7aa859f4bf" providerId="ADAL" clId="{1945A1B3-D44F-4AE0-A472-B482D7E57241}" dt="2024-12-02T13:42:35.143" v="4654" actId="1076"/>
          <ac:cxnSpMkLst>
            <pc:docMk/>
            <pc:sldMk cId="1303513368" sldId="337"/>
            <ac:cxnSpMk id="17" creationId="{420B15DA-C931-B541-856B-D1E9EC4A9208}"/>
          </ac:cxnSpMkLst>
        </pc:cxnChg>
      </pc:sldChg>
      <pc:sldChg chg="addSp delSp modSp add mod">
        <pc:chgData name="蕭兆翔" userId="c09afb0b-60c9-45d8-81f2-4d7aa859f4bf" providerId="ADAL" clId="{1945A1B3-D44F-4AE0-A472-B482D7E57241}" dt="2024-12-02T13:59:49.620" v="4893" actId="1076"/>
        <pc:sldMkLst>
          <pc:docMk/>
          <pc:sldMk cId="828935818" sldId="338"/>
        </pc:sldMkLst>
        <pc:spChg chg="mod">
          <ac:chgData name="蕭兆翔" userId="c09afb0b-60c9-45d8-81f2-4d7aa859f4bf" providerId="ADAL" clId="{1945A1B3-D44F-4AE0-A472-B482D7E57241}" dt="2024-12-02T13:57:23.269" v="4678" actId="20577"/>
          <ac:spMkLst>
            <pc:docMk/>
            <pc:sldMk cId="828935818" sldId="338"/>
            <ac:spMk id="3" creationId="{12681125-40F0-6E58-A977-DE0731889759}"/>
          </ac:spMkLst>
        </pc:spChg>
        <pc:spChg chg="mod">
          <ac:chgData name="蕭兆翔" userId="c09afb0b-60c9-45d8-81f2-4d7aa859f4bf" providerId="ADAL" clId="{1945A1B3-D44F-4AE0-A472-B482D7E57241}" dt="2024-12-02T13:59:37.775" v="4889" actId="1076"/>
          <ac:spMkLst>
            <pc:docMk/>
            <pc:sldMk cId="828935818" sldId="338"/>
            <ac:spMk id="7" creationId="{7B497660-E563-0E70-D302-40ED76DD52F6}"/>
          </ac:spMkLst>
        </pc:spChg>
        <pc:spChg chg="del mod">
          <ac:chgData name="蕭兆翔" userId="c09afb0b-60c9-45d8-81f2-4d7aa859f4bf" providerId="ADAL" clId="{1945A1B3-D44F-4AE0-A472-B482D7E57241}" dt="2024-12-02T13:57:39.940" v="4720" actId="478"/>
          <ac:spMkLst>
            <pc:docMk/>
            <pc:sldMk cId="828935818" sldId="338"/>
            <ac:spMk id="12" creationId="{D50C7B01-F35B-7276-D6F2-73B353BFA1F9}"/>
          </ac:spMkLst>
        </pc:spChg>
        <pc:spChg chg="del">
          <ac:chgData name="蕭兆翔" userId="c09afb0b-60c9-45d8-81f2-4d7aa859f4bf" providerId="ADAL" clId="{1945A1B3-D44F-4AE0-A472-B482D7E57241}" dt="2024-12-02T13:57:40.875" v="4721" actId="478"/>
          <ac:spMkLst>
            <pc:docMk/>
            <pc:sldMk cId="828935818" sldId="338"/>
            <ac:spMk id="13" creationId="{12552E55-D517-5EE4-2990-45CD033F3EA0}"/>
          </ac:spMkLst>
        </pc:spChg>
        <pc:spChg chg="del">
          <ac:chgData name="蕭兆翔" userId="c09afb0b-60c9-45d8-81f2-4d7aa859f4bf" providerId="ADAL" clId="{1945A1B3-D44F-4AE0-A472-B482D7E57241}" dt="2024-12-02T13:57:42.078" v="4722" actId="478"/>
          <ac:spMkLst>
            <pc:docMk/>
            <pc:sldMk cId="828935818" sldId="338"/>
            <ac:spMk id="14" creationId="{E8B4340B-4217-AECC-6CD0-1517C258068C}"/>
          </ac:spMkLst>
        </pc:spChg>
        <pc:picChg chg="del">
          <ac:chgData name="蕭兆翔" userId="c09afb0b-60c9-45d8-81f2-4d7aa859f4bf" providerId="ADAL" clId="{1945A1B3-D44F-4AE0-A472-B482D7E57241}" dt="2024-12-02T13:57:36.758" v="4715" actId="478"/>
          <ac:picMkLst>
            <pc:docMk/>
            <pc:sldMk cId="828935818" sldId="338"/>
            <ac:picMk id="9" creationId="{97CA0C58-2353-E910-2CFF-3BAA96D90CB1}"/>
          </ac:picMkLst>
        </pc:picChg>
        <pc:picChg chg="del">
          <ac:chgData name="蕭兆翔" userId="c09afb0b-60c9-45d8-81f2-4d7aa859f4bf" providerId="ADAL" clId="{1945A1B3-D44F-4AE0-A472-B482D7E57241}" dt="2024-12-02T13:57:36.334" v="4714" actId="478"/>
          <ac:picMkLst>
            <pc:docMk/>
            <pc:sldMk cId="828935818" sldId="338"/>
            <ac:picMk id="10" creationId="{60D11C47-C929-9509-F5AB-C7C885E669C7}"/>
          </ac:picMkLst>
        </pc:picChg>
        <pc:picChg chg="del">
          <ac:chgData name="蕭兆翔" userId="c09afb0b-60c9-45d8-81f2-4d7aa859f4bf" providerId="ADAL" clId="{1945A1B3-D44F-4AE0-A472-B482D7E57241}" dt="2024-12-02T13:57:37.124" v="4716" actId="478"/>
          <ac:picMkLst>
            <pc:docMk/>
            <pc:sldMk cId="828935818" sldId="338"/>
            <ac:picMk id="11" creationId="{55396309-2FD3-C00C-2A88-4CFA7A413B37}"/>
          </ac:picMkLst>
        </pc:picChg>
        <pc:picChg chg="add mod">
          <ac:chgData name="蕭兆翔" userId="c09afb0b-60c9-45d8-81f2-4d7aa859f4bf" providerId="ADAL" clId="{1945A1B3-D44F-4AE0-A472-B482D7E57241}" dt="2024-12-02T13:59:49.620" v="4893" actId="1076"/>
          <ac:picMkLst>
            <pc:docMk/>
            <pc:sldMk cId="828935818" sldId="338"/>
            <ac:picMk id="12290" creationId="{B166C0B7-72FD-FBB0-B739-B9732E3028A7}"/>
          </ac:picMkLst>
        </pc:picChg>
        <pc:cxnChg chg="del">
          <ac:chgData name="蕭兆翔" userId="c09afb0b-60c9-45d8-81f2-4d7aa859f4bf" providerId="ADAL" clId="{1945A1B3-D44F-4AE0-A472-B482D7E57241}" dt="2024-12-02T13:57:38.572" v="4718" actId="478"/>
          <ac:cxnSpMkLst>
            <pc:docMk/>
            <pc:sldMk cId="828935818" sldId="338"/>
            <ac:cxnSpMk id="16" creationId="{C7AFD314-9CA1-8104-FAD3-A705F253149D}"/>
          </ac:cxnSpMkLst>
        </pc:cxnChg>
        <pc:cxnChg chg="del">
          <ac:chgData name="蕭兆翔" userId="c09afb0b-60c9-45d8-81f2-4d7aa859f4bf" providerId="ADAL" clId="{1945A1B3-D44F-4AE0-A472-B482D7E57241}" dt="2024-12-02T13:57:37.873" v="4717" actId="478"/>
          <ac:cxnSpMkLst>
            <pc:docMk/>
            <pc:sldMk cId="828935818" sldId="338"/>
            <ac:cxnSpMk id="17" creationId="{1015F638-1B23-7FE3-D916-4A2AF72C9228}"/>
          </ac:cxnSpMkLst>
        </pc:cxnChg>
      </pc:sldChg>
      <pc:sldChg chg="addSp delSp modSp add mod">
        <pc:chgData name="蕭兆翔" userId="c09afb0b-60c9-45d8-81f2-4d7aa859f4bf" providerId="ADAL" clId="{1945A1B3-D44F-4AE0-A472-B482D7E57241}" dt="2024-12-02T14:09:52.672" v="5018" actId="20577"/>
        <pc:sldMkLst>
          <pc:docMk/>
          <pc:sldMk cId="3049916099" sldId="339"/>
        </pc:sldMkLst>
        <pc:spChg chg="mod">
          <ac:chgData name="蕭兆翔" userId="c09afb0b-60c9-45d8-81f2-4d7aa859f4bf" providerId="ADAL" clId="{1945A1B3-D44F-4AE0-A472-B482D7E57241}" dt="2024-12-02T14:09:52.672" v="5018" actId="20577"/>
          <ac:spMkLst>
            <pc:docMk/>
            <pc:sldMk cId="3049916099" sldId="339"/>
            <ac:spMk id="3" creationId="{477D708A-4CC0-46C6-9D47-C4C0D0FEA6CC}"/>
          </ac:spMkLst>
        </pc:spChg>
        <pc:spChg chg="del">
          <ac:chgData name="蕭兆翔" userId="c09afb0b-60c9-45d8-81f2-4d7aa859f4bf" providerId="ADAL" clId="{1945A1B3-D44F-4AE0-A472-B482D7E57241}" dt="2024-12-02T14:04:24.268" v="4895" actId="478"/>
          <ac:spMkLst>
            <pc:docMk/>
            <pc:sldMk cId="3049916099" sldId="339"/>
            <ac:spMk id="7" creationId="{15740212-DC46-8A91-C48C-1BA7193A834F}"/>
          </ac:spMkLst>
        </pc:spChg>
        <pc:spChg chg="add mod">
          <ac:chgData name="蕭兆翔" userId="c09afb0b-60c9-45d8-81f2-4d7aa859f4bf" providerId="ADAL" clId="{1945A1B3-D44F-4AE0-A472-B482D7E57241}" dt="2024-12-02T14:05:53.657" v="4929" actId="1076"/>
          <ac:spMkLst>
            <pc:docMk/>
            <pc:sldMk cId="3049916099" sldId="339"/>
            <ac:spMk id="9" creationId="{0CA3D99C-1F68-9688-DD31-A5D3D798786C}"/>
          </ac:spMkLst>
        </pc:spChg>
        <pc:picChg chg="add mod">
          <ac:chgData name="蕭兆翔" userId="c09afb0b-60c9-45d8-81f2-4d7aa859f4bf" providerId="ADAL" clId="{1945A1B3-D44F-4AE0-A472-B482D7E57241}" dt="2024-12-02T14:05:51.965" v="4928" actId="1076"/>
          <ac:picMkLst>
            <pc:docMk/>
            <pc:sldMk cId="3049916099" sldId="339"/>
            <ac:picMk id="5" creationId="{83B8E5B3-4806-3CDF-C339-6677EEFE2C74}"/>
          </ac:picMkLst>
        </pc:picChg>
        <pc:picChg chg="add mod">
          <ac:chgData name="蕭兆翔" userId="c09afb0b-60c9-45d8-81f2-4d7aa859f4bf" providerId="ADAL" clId="{1945A1B3-D44F-4AE0-A472-B482D7E57241}" dt="2024-12-02T14:05:51.965" v="4928" actId="1076"/>
          <ac:picMkLst>
            <pc:docMk/>
            <pc:sldMk cId="3049916099" sldId="339"/>
            <ac:picMk id="8" creationId="{20D2397C-389F-AF3C-8856-C385F5F502D7}"/>
          </ac:picMkLst>
        </pc:picChg>
        <pc:picChg chg="del">
          <ac:chgData name="蕭兆翔" userId="c09afb0b-60c9-45d8-81f2-4d7aa859f4bf" providerId="ADAL" clId="{1945A1B3-D44F-4AE0-A472-B482D7E57241}" dt="2024-12-02T14:04:30.519" v="4896" actId="478"/>
          <ac:picMkLst>
            <pc:docMk/>
            <pc:sldMk cId="3049916099" sldId="339"/>
            <ac:picMk id="12290" creationId="{64F16822-5F1C-5B43-FDF5-ACC765162052}"/>
          </ac:picMkLst>
        </pc:picChg>
      </pc:sldChg>
      <pc:sldChg chg="addSp delSp modSp new mod">
        <pc:chgData name="蕭兆翔" userId="c09afb0b-60c9-45d8-81f2-4d7aa859f4bf" providerId="ADAL" clId="{1945A1B3-D44F-4AE0-A472-B482D7E57241}" dt="2024-12-02T14:09:57.968" v="5020"/>
        <pc:sldMkLst>
          <pc:docMk/>
          <pc:sldMk cId="1239015385" sldId="340"/>
        </pc:sldMkLst>
        <pc:spChg chg="add del mod">
          <ac:chgData name="蕭兆翔" userId="c09afb0b-60c9-45d8-81f2-4d7aa859f4bf" providerId="ADAL" clId="{1945A1B3-D44F-4AE0-A472-B482D7E57241}" dt="2024-12-02T14:09:57.774" v="5019" actId="478"/>
          <ac:spMkLst>
            <pc:docMk/>
            <pc:sldMk cId="1239015385" sldId="340"/>
            <ac:spMk id="7" creationId="{ACB5CF26-364C-023A-8A64-8DCF44735F4C}"/>
          </ac:spMkLst>
        </pc:spChg>
        <pc:spChg chg="add mod">
          <ac:chgData name="蕭兆翔" userId="c09afb0b-60c9-45d8-81f2-4d7aa859f4bf" providerId="ADAL" clId="{1945A1B3-D44F-4AE0-A472-B482D7E57241}" dt="2024-12-02T14:07:00.362" v="4970" actId="20577"/>
          <ac:spMkLst>
            <pc:docMk/>
            <pc:sldMk cId="1239015385" sldId="340"/>
            <ac:spMk id="8" creationId="{0917786B-D119-CF41-11C5-8FE184E3A3AF}"/>
          </ac:spMkLst>
        </pc:spChg>
        <pc:spChg chg="add mod">
          <ac:chgData name="蕭兆翔" userId="c09afb0b-60c9-45d8-81f2-4d7aa859f4bf" providerId="ADAL" clId="{1945A1B3-D44F-4AE0-A472-B482D7E57241}" dt="2024-12-02T14:09:57.968" v="5020"/>
          <ac:spMkLst>
            <pc:docMk/>
            <pc:sldMk cId="1239015385" sldId="340"/>
            <ac:spMk id="9" creationId="{C2EB7CDC-FBA5-17A0-4262-510D2D0F7EC4}"/>
          </ac:spMkLst>
        </pc:spChg>
        <pc:picChg chg="add mod">
          <ac:chgData name="蕭兆翔" userId="c09afb0b-60c9-45d8-81f2-4d7aa859f4bf" providerId="ADAL" clId="{1945A1B3-D44F-4AE0-A472-B482D7E57241}" dt="2024-12-02T14:07:04.964" v="4971" actId="1076"/>
          <ac:picMkLst>
            <pc:docMk/>
            <pc:sldMk cId="1239015385" sldId="340"/>
            <ac:picMk id="4" creationId="{701A9F3C-96CC-D468-BE34-1766D086D95B}"/>
          </ac:picMkLst>
        </pc:picChg>
        <pc:picChg chg="add mod">
          <ac:chgData name="蕭兆翔" userId="c09afb0b-60c9-45d8-81f2-4d7aa859f4bf" providerId="ADAL" clId="{1945A1B3-D44F-4AE0-A472-B482D7E57241}" dt="2024-12-02T14:07:04.964" v="4971" actId="1076"/>
          <ac:picMkLst>
            <pc:docMk/>
            <pc:sldMk cId="1239015385" sldId="340"/>
            <ac:picMk id="6" creationId="{95D9E635-D262-E27E-2C8C-F6133F9B1DBB}"/>
          </ac:picMkLst>
        </pc:picChg>
      </pc:sldChg>
      <pc:sldChg chg="addSp delSp modSp add mod">
        <pc:chgData name="蕭兆翔" userId="c09afb0b-60c9-45d8-81f2-4d7aa859f4bf" providerId="ADAL" clId="{1945A1B3-D44F-4AE0-A472-B482D7E57241}" dt="2024-12-02T14:10:00.799" v="5022"/>
        <pc:sldMkLst>
          <pc:docMk/>
          <pc:sldMk cId="770422284" sldId="341"/>
        </pc:sldMkLst>
        <pc:spChg chg="del">
          <ac:chgData name="蕭兆翔" userId="c09afb0b-60c9-45d8-81f2-4d7aa859f4bf" providerId="ADAL" clId="{1945A1B3-D44F-4AE0-A472-B482D7E57241}" dt="2024-12-02T14:10:00.609" v="5021" actId="478"/>
          <ac:spMkLst>
            <pc:docMk/>
            <pc:sldMk cId="770422284" sldId="341"/>
            <ac:spMk id="7" creationId="{FA9007D7-F0E1-A7EC-07C1-7AE431BAE493}"/>
          </ac:spMkLst>
        </pc:spChg>
        <pc:spChg chg="mod">
          <ac:chgData name="蕭兆翔" userId="c09afb0b-60c9-45d8-81f2-4d7aa859f4bf" providerId="ADAL" clId="{1945A1B3-D44F-4AE0-A472-B482D7E57241}" dt="2024-12-02T14:08:48.916" v="4987" actId="20577"/>
          <ac:spMkLst>
            <pc:docMk/>
            <pc:sldMk cId="770422284" sldId="341"/>
            <ac:spMk id="8" creationId="{9C7DEE0B-BD14-CABB-EC49-B1DA94FFE790}"/>
          </ac:spMkLst>
        </pc:spChg>
        <pc:spChg chg="add mod">
          <ac:chgData name="蕭兆翔" userId="c09afb0b-60c9-45d8-81f2-4d7aa859f4bf" providerId="ADAL" clId="{1945A1B3-D44F-4AE0-A472-B482D7E57241}" dt="2024-12-02T14:10:00.799" v="5022"/>
          <ac:spMkLst>
            <pc:docMk/>
            <pc:sldMk cId="770422284" sldId="341"/>
            <ac:spMk id="13" creationId="{A349DF73-3E2C-1C85-D19C-BAC5C5124C43}"/>
          </ac:spMkLst>
        </pc:spChg>
        <pc:picChg chg="del">
          <ac:chgData name="蕭兆翔" userId="c09afb0b-60c9-45d8-81f2-4d7aa859f4bf" providerId="ADAL" clId="{1945A1B3-D44F-4AE0-A472-B482D7E57241}" dt="2024-12-02T14:08:43.944" v="4973" actId="478"/>
          <ac:picMkLst>
            <pc:docMk/>
            <pc:sldMk cId="770422284" sldId="341"/>
            <ac:picMk id="4" creationId="{19C8B4D0-40AE-66E6-1B9E-99D1428416F0}"/>
          </ac:picMkLst>
        </pc:picChg>
        <pc:picChg chg="add mod">
          <ac:chgData name="蕭兆翔" userId="c09afb0b-60c9-45d8-81f2-4d7aa859f4bf" providerId="ADAL" clId="{1945A1B3-D44F-4AE0-A472-B482D7E57241}" dt="2024-12-02T14:09:20.565" v="4996" actId="1076"/>
          <ac:picMkLst>
            <pc:docMk/>
            <pc:sldMk cId="770422284" sldId="341"/>
            <ac:picMk id="5" creationId="{91702AA5-A3CC-FF7F-454A-5297A4EADE1C}"/>
          </ac:picMkLst>
        </pc:picChg>
        <pc:picChg chg="del">
          <ac:chgData name="蕭兆翔" userId="c09afb0b-60c9-45d8-81f2-4d7aa859f4bf" providerId="ADAL" clId="{1945A1B3-D44F-4AE0-A472-B482D7E57241}" dt="2024-12-02T14:08:44.278" v="4974" actId="478"/>
          <ac:picMkLst>
            <pc:docMk/>
            <pc:sldMk cId="770422284" sldId="341"/>
            <ac:picMk id="6" creationId="{7601B1BD-E59B-7F7B-B814-4C2FF02BC4E2}"/>
          </ac:picMkLst>
        </pc:picChg>
        <pc:picChg chg="add mod">
          <ac:chgData name="蕭兆翔" userId="c09afb0b-60c9-45d8-81f2-4d7aa859f4bf" providerId="ADAL" clId="{1945A1B3-D44F-4AE0-A472-B482D7E57241}" dt="2024-12-02T14:09:20.565" v="4996" actId="1076"/>
          <ac:picMkLst>
            <pc:docMk/>
            <pc:sldMk cId="770422284" sldId="341"/>
            <ac:picMk id="10" creationId="{02744098-BC4D-22FE-1C40-570E40788A8E}"/>
          </ac:picMkLst>
        </pc:picChg>
        <pc:picChg chg="add mod">
          <ac:chgData name="蕭兆翔" userId="c09afb0b-60c9-45d8-81f2-4d7aa859f4bf" providerId="ADAL" clId="{1945A1B3-D44F-4AE0-A472-B482D7E57241}" dt="2024-12-02T14:09:22.722" v="4997" actId="1076"/>
          <ac:picMkLst>
            <pc:docMk/>
            <pc:sldMk cId="770422284" sldId="341"/>
            <ac:picMk id="12" creationId="{1CF9F7B8-E24C-52C6-D49C-E4FB57198F86}"/>
          </ac:picMkLst>
        </pc:picChg>
      </pc:sldChg>
      <pc:sldChg chg="addSp modSp new mod">
        <pc:chgData name="蕭兆翔" userId="c09afb0b-60c9-45d8-81f2-4d7aa859f4bf" providerId="ADAL" clId="{1945A1B3-D44F-4AE0-A472-B482D7E57241}" dt="2024-12-02T14:26:59.501" v="5283" actId="14100"/>
        <pc:sldMkLst>
          <pc:docMk/>
          <pc:sldMk cId="4090659215" sldId="342"/>
        </pc:sldMkLst>
        <pc:spChg chg="add mod">
          <ac:chgData name="蕭兆翔" userId="c09afb0b-60c9-45d8-81f2-4d7aa859f4bf" providerId="ADAL" clId="{1945A1B3-D44F-4AE0-A472-B482D7E57241}" dt="2024-12-02T14:26:12.177" v="5249"/>
          <ac:spMkLst>
            <pc:docMk/>
            <pc:sldMk cId="4090659215" sldId="342"/>
            <ac:spMk id="4" creationId="{E805F9E6-6561-0FD1-426D-762731DC0128}"/>
          </ac:spMkLst>
        </pc:spChg>
        <pc:spChg chg="add mod">
          <ac:chgData name="蕭兆翔" userId="c09afb0b-60c9-45d8-81f2-4d7aa859f4bf" providerId="ADAL" clId="{1945A1B3-D44F-4AE0-A472-B482D7E57241}" dt="2024-12-02T14:26:59.501" v="5283" actId="14100"/>
          <ac:spMkLst>
            <pc:docMk/>
            <pc:sldMk cId="4090659215" sldId="342"/>
            <ac:spMk id="5" creationId="{C31791F5-415A-7A8C-F81E-816D0C49880B}"/>
          </ac:spMkLst>
        </pc:spChg>
        <pc:spChg chg="add mod">
          <ac:chgData name="蕭兆翔" userId="c09afb0b-60c9-45d8-81f2-4d7aa859f4bf" providerId="ADAL" clId="{1945A1B3-D44F-4AE0-A472-B482D7E57241}" dt="2024-12-02T14:26:56.026" v="5282" actId="14100"/>
          <ac:spMkLst>
            <pc:docMk/>
            <pc:sldMk cId="4090659215" sldId="342"/>
            <ac:spMk id="6" creationId="{FAEDE617-A184-4DC6-998B-FEE615F1EAB1}"/>
          </ac:spMkLst>
        </pc:spChg>
        <pc:picChg chg="add mod">
          <ac:chgData name="蕭兆翔" userId="c09afb0b-60c9-45d8-81f2-4d7aa859f4bf" providerId="ADAL" clId="{1945A1B3-D44F-4AE0-A472-B482D7E57241}" dt="2024-12-02T14:26:18.375" v="5250" actId="1076"/>
          <ac:picMkLst>
            <pc:docMk/>
            <pc:sldMk cId="4090659215" sldId="342"/>
            <ac:picMk id="3" creationId="{37BCC57E-D5F4-3149-7487-9E58B6F2B264}"/>
          </ac:picMkLst>
        </pc:picChg>
      </pc:sldChg>
      <pc:sldChg chg="addSp modSp add mod ord">
        <pc:chgData name="蕭兆翔" userId="c09afb0b-60c9-45d8-81f2-4d7aa859f4bf" providerId="ADAL" clId="{1945A1B3-D44F-4AE0-A472-B482D7E57241}" dt="2024-12-02T14:23:25.832" v="5241" actId="1076"/>
        <pc:sldMkLst>
          <pc:docMk/>
          <pc:sldMk cId="1869237068" sldId="343"/>
        </pc:sldMkLst>
        <pc:spChg chg="add mod">
          <ac:chgData name="蕭兆翔" userId="c09afb0b-60c9-45d8-81f2-4d7aa859f4bf" providerId="ADAL" clId="{1945A1B3-D44F-4AE0-A472-B482D7E57241}" dt="2024-12-02T14:21:14.396" v="5061" actId="20577"/>
          <ac:spMkLst>
            <pc:docMk/>
            <pc:sldMk cId="1869237068" sldId="343"/>
            <ac:spMk id="3" creationId="{EBC77862-41C7-F1BC-A996-F42212475E82}"/>
          </ac:spMkLst>
        </pc:spChg>
        <pc:spChg chg="add mod">
          <ac:chgData name="蕭兆翔" userId="c09afb0b-60c9-45d8-81f2-4d7aa859f4bf" providerId="ADAL" clId="{1945A1B3-D44F-4AE0-A472-B482D7E57241}" dt="2024-12-02T14:23:25.832" v="5241" actId="1076"/>
          <ac:spMkLst>
            <pc:docMk/>
            <pc:sldMk cId="1869237068" sldId="343"/>
            <ac:spMk id="4" creationId="{17BB51C0-359C-63B0-CCB8-CE1E0509D43E}"/>
          </ac:spMkLst>
        </pc:spChg>
        <pc:picChg chg="mod">
          <ac:chgData name="蕭兆翔" userId="c09afb0b-60c9-45d8-81f2-4d7aa859f4bf" providerId="ADAL" clId="{1945A1B3-D44F-4AE0-A472-B482D7E57241}" dt="2024-12-02T14:22:09.705" v="5153" actId="1076"/>
          <ac:picMkLst>
            <pc:docMk/>
            <pc:sldMk cId="1869237068" sldId="343"/>
            <ac:picMk id="32770" creationId="{0D66D52F-0041-BE23-C048-E3E01097B6C3}"/>
          </ac:picMkLst>
        </pc:picChg>
      </pc:sldChg>
      <pc:sldChg chg="new del">
        <pc:chgData name="蕭兆翔" userId="c09afb0b-60c9-45d8-81f2-4d7aa859f4bf" providerId="ADAL" clId="{1945A1B3-D44F-4AE0-A472-B482D7E57241}" dt="2024-12-02T14:30:29.392" v="5315" actId="47"/>
        <pc:sldMkLst>
          <pc:docMk/>
          <pc:sldMk cId="751078141" sldId="344"/>
        </pc:sldMkLst>
      </pc:sldChg>
      <pc:sldChg chg="addSp modSp add mod">
        <pc:chgData name="蕭兆翔" userId="c09afb0b-60c9-45d8-81f2-4d7aa859f4bf" providerId="ADAL" clId="{1945A1B3-D44F-4AE0-A472-B482D7E57241}" dt="2024-12-02T14:31:23.177" v="5373" actId="1076"/>
        <pc:sldMkLst>
          <pc:docMk/>
          <pc:sldMk cId="734047109" sldId="345"/>
        </pc:sldMkLst>
        <pc:spChg chg="add mod">
          <ac:chgData name="蕭兆翔" userId="c09afb0b-60c9-45d8-81f2-4d7aa859f4bf" providerId="ADAL" clId="{1945A1B3-D44F-4AE0-A472-B482D7E57241}" dt="2024-12-02T14:30:53.463" v="5333" actId="20577"/>
          <ac:spMkLst>
            <pc:docMk/>
            <pc:sldMk cId="734047109" sldId="345"/>
            <ac:spMk id="4" creationId="{81F8DC66-097E-535F-ACA6-0410FBF3A0AC}"/>
          </ac:spMkLst>
        </pc:spChg>
        <pc:spChg chg="add mod">
          <ac:chgData name="蕭兆翔" userId="c09afb0b-60c9-45d8-81f2-4d7aa859f4bf" providerId="ADAL" clId="{1945A1B3-D44F-4AE0-A472-B482D7E57241}" dt="2024-12-02T14:31:23.177" v="5373" actId="1076"/>
          <ac:spMkLst>
            <pc:docMk/>
            <pc:sldMk cId="734047109" sldId="345"/>
            <ac:spMk id="5" creationId="{C9970D3D-E252-AACF-6510-8E438A03E2CE}"/>
          </ac:spMkLst>
        </pc:spChg>
        <pc:picChg chg="mod">
          <ac:chgData name="蕭兆翔" userId="c09afb0b-60c9-45d8-81f2-4d7aa859f4bf" providerId="ADAL" clId="{1945A1B3-D44F-4AE0-A472-B482D7E57241}" dt="2024-12-02T14:30:09.311" v="5305" actId="1076"/>
          <ac:picMkLst>
            <pc:docMk/>
            <pc:sldMk cId="734047109" sldId="345"/>
            <ac:picMk id="2" creationId="{7789FBB6-6E25-C60A-8A87-DA50B056CE29}"/>
          </ac:picMkLst>
        </pc:picChg>
      </pc:sldChg>
      <pc:sldChg chg="addSp delSp modSp new mod ord">
        <pc:chgData name="蕭兆翔" userId="c09afb0b-60c9-45d8-81f2-4d7aa859f4bf" providerId="ADAL" clId="{1945A1B3-D44F-4AE0-A472-B482D7E57241}" dt="2024-12-02T14:31:14.028" v="5362" actId="1076"/>
        <pc:sldMkLst>
          <pc:docMk/>
          <pc:sldMk cId="509095717" sldId="346"/>
        </pc:sldMkLst>
        <pc:spChg chg="add mod">
          <ac:chgData name="蕭兆翔" userId="c09afb0b-60c9-45d8-81f2-4d7aa859f4bf" providerId="ADAL" clId="{1945A1B3-D44F-4AE0-A472-B482D7E57241}" dt="2024-12-02T14:30:58.219" v="5336"/>
          <ac:spMkLst>
            <pc:docMk/>
            <pc:sldMk cId="509095717" sldId="346"/>
            <ac:spMk id="5" creationId="{5C2D62D4-47EE-20DF-1643-05C1F0DF9985}"/>
          </ac:spMkLst>
        </pc:spChg>
        <pc:spChg chg="add mod">
          <ac:chgData name="蕭兆翔" userId="c09afb0b-60c9-45d8-81f2-4d7aa859f4bf" providerId="ADAL" clId="{1945A1B3-D44F-4AE0-A472-B482D7E57241}" dt="2024-12-02T14:31:14.028" v="5362" actId="1076"/>
          <ac:spMkLst>
            <pc:docMk/>
            <pc:sldMk cId="509095717" sldId="346"/>
            <ac:spMk id="6" creationId="{6897A969-C89D-91AB-F57F-EBE7705527FA}"/>
          </ac:spMkLst>
        </pc:spChg>
        <pc:picChg chg="add del mod">
          <ac:chgData name="蕭兆翔" userId="c09afb0b-60c9-45d8-81f2-4d7aa859f4bf" providerId="ADAL" clId="{1945A1B3-D44F-4AE0-A472-B482D7E57241}" dt="2024-12-02T14:29:43.259" v="5299" actId="478"/>
          <ac:picMkLst>
            <pc:docMk/>
            <pc:sldMk cId="509095717" sldId="346"/>
            <ac:picMk id="3" creationId="{5FE59AA2-D825-62C4-C3FB-C5F3D399D935}"/>
          </ac:picMkLst>
        </pc:picChg>
        <pc:picChg chg="add mod">
          <ac:chgData name="蕭兆翔" userId="c09afb0b-60c9-45d8-81f2-4d7aa859f4bf" providerId="ADAL" clId="{1945A1B3-D44F-4AE0-A472-B482D7E57241}" dt="2024-12-02T14:31:01.833" v="5338" actId="1076"/>
          <ac:picMkLst>
            <pc:docMk/>
            <pc:sldMk cId="509095717" sldId="346"/>
            <ac:picMk id="4" creationId="{F4B04EB4-75C8-F7A6-030B-E132593BC53B}"/>
          </ac:picMkLst>
        </pc:picChg>
      </pc:sldChg>
      <pc:sldChg chg="addSp delSp modSp add">
        <pc:chgData name="蕭兆翔" userId="c09afb0b-60c9-45d8-81f2-4d7aa859f4bf" providerId="ADAL" clId="{1945A1B3-D44F-4AE0-A472-B482D7E57241}" dt="2024-12-02T14:36:01.381" v="5410"/>
        <pc:sldMkLst>
          <pc:docMk/>
          <pc:sldMk cId="681588070" sldId="347"/>
        </pc:sldMkLst>
        <pc:spChg chg="add mod">
          <ac:chgData name="蕭兆翔" userId="c09afb0b-60c9-45d8-81f2-4d7aa859f4bf" providerId="ADAL" clId="{1945A1B3-D44F-4AE0-A472-B482D7E57241}" dt="2024-12-02T14:30:59.203" v="5337"/>
          <ac:spMkLst>
            <pc:docMk/>
            <pc:sldMk cId="681588070" sldId="347"/>
            <ac:spMk id="4" creationId="{6668FBBF-1C8F-6713-645E-F6DC573D8525}"/>
          </ac:spMkLst>
        </pc:spChg>
        <pc:picChg chg="add del mod">
          <ac:chgData name="蕭兆翔" userId="c09afb0b-60c9-45d8-81f2-4d7aa859f4bf" providerId="ADAL" clId="{1945A1B3-D44F-4AE0-A472-B482D7E57241}" dt="2024-12-02T14:34:13.323" v="5374" actId="478"/>
          <ac:picMkLst>
            <pc:docMk/>
            <pc:sldMk cId="681588070" sldId="347"/>
            <ac:picMk id="3" creationId="{3AE6186C-2B0B-8E8F-DAFB-DF3F8EDEA2FA}"/>
          </ac:picMkLst>
        </pc:picChg>
        <pc:picChg chg="add del mod">
          <ac:chgData name="蕭兆翔" userId="c09afb0b-60c9-45d8-81f2-4d7aa859f4bf" providerId="ADAL" clId="{1945A1B3-D44F-4AE0-A472-B482D7E57241}" dt="2024-12-02T14:35:22.583" v="5399" actId="478"/>
          <ac:picMkLst>
            <pc:docMk/>
            <pc:sldMk cId="681588070" sldId="347"/>
            <ac:picMk id="5" creationId="{3BEF4907-319A-AA50-57F6-DAB668AC394D}"/>
          </ac:picMkLst>
        </pc:picChg>
        <pc:picChg chg="add del mod">
          <ac:chgData name="蕭兆翔" userId="c09afb0b-60c9-45d8-81f2-4d7aa859f4bf" providerId="ADAL" clId="{1945A1B3-D44F-4AE0-A472-B482D7E57241}" dt="2024-12-02T14:35:56.688" v="5406" actId="21"/>
          <ac:picMkLst>
            <pc:docMk/>
            <pc:sldMk cId="681588070" sldId="347"/>
            <ac:picMk id="6" creationId="{D90D6C09-33F8-0543-0FF1-0F820981B955}"/>
          </ac:picMkLst>
        </pc:picChg>
        <pc:picChg chg="add del mod">
          <ac:chgData name="蕭兆翔" userId="c09afb0b-60c9-45d8-81f2-4d7aa859f4bf" providerId="ADAL" clId="{1945A1B3-D44F-4AE0-A472-B482D7E57241}" dt="2024-12-02T14:35:56.688" v="5406" actId="21"/>
          <ac:picMkLst>
            <pc:docMk/>
            <pc:sldMk cId="681588070" sldId="347"/>
            <ac:picMk id="7" creationId="{6FF39BB8-C5E6-EF75-E268-5CB4866F7A8F}"/>
          </ac:picMkLst>
        </pc:picChg>
        <pc:picChg chg="add mod">
          <ac:chgData name="蕭兆翔" userId="c09afb0b-60c9-45d8-81f2-4d7aa859f4bf" providerId="ADAL" clId="{1945A1B3-D44F-4AE0-A472-B482D7E57241}" dt="2024-12-02T14:36:01.381" v="5410"/>
          <ac:picMkLst>
            <pc:docMk/>
            <pc:sldMk cId="681588070" sldId="347"/>
            <ac:picMk id="8" creationId="{D90D6C09-33F8-0543-0FF1-0F820981B955}"/>
          </ac:picMkLst>
        </pc:picChg>
        <pc:picChg chg="add mod">
          <ac:chgData name="蕭兆翔" userId="c09afb0b-60c9-45d8-81f2-4d7aa859f4bf" providerId="ADAL" clId="{1945A1B3-D44F-4AE0-A472-B482D7E57241}" dt="2024-12-02T14:36:01.381" v="5410"/>
          <ac:picMkLst>
            <pc:docMk/>
            <pc:sldMk cId="681588070" sldId="347"/>
            <ac:picMk id="9" creationId="{6FF39BB8-C5E6-EF75-E268-5CB4866F7A8F}"/>
          </ac:picMkLst>
        </pc:picChg>
      </pc:sldChg>
      <pc:sldChg chg="addSp delSp modSp add">
        <pc:chgData name="蕭兆翔" userId="c09afb0b-60c9-45d8-81f2-4d7aa859f4bf" providerId="ADAL" clId="{1945A1B3-D44F-4AE0-A472-B482D7E57241}" dt="2024-12-02T14:36:07.582" v="5411" actId="1076"/>
        <pc:sldMkLst>
          <pc:docMk/>
          <pc:sldMk cId="1223767976" sldId="348"/>
        </pc:sldMkLst>
        <pc:picChg chg="add mod">
          <ac:chgData name="蕭兆翔" userId="c09afb0b-60c9-45d8-81f2-4d7aa859f4bf" providerId="ADAL" clId="{1945A1B3-D44F-4AE0-A472-B482D7E57241}" dt="2024-12-02T14:36:07.582" v="5411" actId="1076"/>
          <ac:picMkLst>
            <pc:docMk/>
            <pc:sldMk cId="1223767976" sldId="348"/>
            <ac:picMk id="3" creationId="{54090FA7-E1F1-EDB3-945E-FD9BC8629516}"/>
          </ac:picMkLst>
        </pc:picChg>
        <pc:picChg chg="mod">
          <ac:chgData name="蕭兆翔" userId="c09afb0b-60c9-45d8-81f2-4d7aa859f4bf" providerId="ADAL" clId="{1945A1B3-D44F-4AE0-A472-B482D7E57241}" dt="2024-12-02T14:35:35.748" v="5402" actId="1076"/>
          <ac:picMkLst>
            <pc:docMk/>
            <pc:sldMk cId="1223767976" sldId="348"/>
            <ac:picMk id="5" creationId="{0D7FBCC1-F04B-8FCB-D8C5-FD24C821EAEA}"/>
          </ac:picMkLst>
        </pc:picChg>
        <pc:picChg chg="add del mod">
          <ac:chgData name="蕭兆翔" userId="c09afb0b-60c9-45d8-81f2-4d7aa859f4bf" providerId="ADAL" clId="{1945A1B3-D44F-4AE0-A472-B482D7E57241}" dt="2024-12-02T14:35:48.721" v="5405" actId="21"/>
          <ac:picMkLst>
            <pc:docMk/>
            <pc:sldMk cId="1223767976" sldId="348"/>
            <ac:picMk id="6" creationId="{39867337-F670-A044-A4C2-6658F5D77A00}"/>
          </ac:picMkLst>
        </pc:picChg>
        <pc:picChg chg="add del mod">
          <ac:chgData name="蕭兆翔" userId="c09afb0b-60c9-45d8-81f2-4d7aa859f4bf" providerId="ADAL" clId="{1945A1B3-D44F-4AE0-A472-B482D7E57241}" dt="2024-12-02T14:35:48.721" v="5405" actId="21"/>
          <ac:picMkLst>
            <pc:docMk/>
            <pc:sldMk cId="1223767976" sldId="348"/>
            <ac:picMk id="7" creationId="{5CBB3BE1-C6C9-9A5F-7BA9-81C292FA688D}"/>
          </ac:picMkLst>
        </pc:picChg>
        <pc:picChg chg="add del mod">
          <ac:chgData name="蕭兆翔" userId="c09afb0b-60c9-45d8-81f2-4d7aa859f4bf" providerId="ADAL" clId="{1945A1B3-D44F-4AE0-A472-B482D7E57241}" dt="2024-12-02T14:36:00.460" v="5409" actId="21"/>
          <ac:picMkLst>
            <pc:docMk/>
            <pc:sldMk cId="1223767976" sldId="348"/>
            <ac:picMk id="8" creationId="{D90D6C09-33F8-0543-0FF1-0F820981B955}"/>
          </ac:picMkLst>
        </pc:picChg>
        <pc:picChg chg="add del mod">
          <ac:chgData name="蕭兆翔" userId="c09afb0b-60c9-45d8-81f2-4d7aa859f4bf" providerId="ADAL" clId="{1945A1B3-D44F-4AE0-A472-B482D7E57241}" dt="2024-12-02T14:36:00.460" v="5409" actId="21"/>
          <ac:picMkLst>
            <pc:docMk/>
            <pc:sldMk cId="1223767976" sldId="348"/>
            <ac:picMk id="9" creationId="{6FF39BB8-C5E6-EF75-E268-5CB4866F7A8F}"/>
          </ac:picMkLst>
        </pc:picChg>
      </pc:sldChg>
      <pc:sldChg chg="new del">
        <pc:chgData name="蕭兆翔" userId="c09afb0b-60c9-45d8-81f2-4d7aa859f4bf" providerId="ADAL" clId="{1945A1B3-D44F-4AE0-A472-B482D7E57241}" dt="2024-12-02T15:26:07.023" v="6526" actId="47"/>
        <pc:sldMkLst>
          <pc:docMk/>
          <pc:sldMk cId="1397151111" sldId="349"/>
        </pc:sldMkLst>
      </pc:sldChg>
      <pc:sldChg chg="addSp delSp modSp add mod ord">
        <pc:chgData name="蕭兆翔" userId="c09afb0b-60c9-45d8-81f2-4d7aa859f4bf" providerId="ADAL" clId="{1945A1B3-D44F-4AE0-A472-B482D7E57241}" dt="2024-12-02T15:19:48.680" v="6356" actId="20577"/>
        <pc:sldMkLst>
          <pc:docMk/>
          <pc:sldMk cId="829063449" sldId="350"/>
        </pc:sldMkLst>
        <pc:spChg chg="add mod">
          <ac:chgData name="蕭兆翔" userId="c09afb0b-60c9-45d8-81f2-4d7aa859f4bf" providerId="ADAL" clId="{1945A1B3-D44F-4AE0-A472-B482D7E57241}" dt="2024-12-02T15:19:48.680" v="6356" actId="20577"/>
          <ac:spMkLst>
            <pc:docMk/>
            <pc:sldMk cId="829063449" sldId="350"/>
            <ac:spMk id="5" creationId="{E0B27A68-8040-2482-54D3-D85F273AEC10}"/>
          </ac:spMkLst>
        </pc:spChg>
        <pc:spChg chg="add mod">
          <ac:chgData name="蕭兆翔" userId="c09afb0b-60c9-45d8-81f2-4d7aa859f4bf" providerId="ADAL" clId="{1945A1B3-D44F-4AE0-A472-B482D7E57241}" dt="2024-12-02T14:57:50.818" v="5918" actId="1076"/>
          <ac:spMkLst>
            <pc:docMk/>
            <pc:sldMk cId="829063449" sldId="350"/>
            <ac:spMk id="6" creationId="{B1FDBB0B-0141-5130-58AA-7FBB6D94EF1B}"/>
          </ac:spMkLst>
        </pc:spChg>
        <pc:spChg chg="add mod">
          <ac:chgData name="蕭兆翔" userId="c09afb0b-60c9-45d8-81f2-4d7aa859f4bf" providerId="ADAL" clId="{1945A1B3-D44F-4AE0-A472-B482D7E57241}" dt="2024-12-02T14:57:50.818" v="5918" actId="1076"/>
          <ac:spMkLst>
            <pc:docMk/>
            <pc:sldMk cId="829063449" sldId="350"/>
            <ac:spMk id="7" creationId="{649A599C-A3FC-EADC-0205-B7C0FC42E175}"/>
          </ac:spMkLst>
        </pc:spChg>
        <pc:spChg chg="add mod">
          <ac:chgData name="蕭兆翔" userId="c09afb0b-60c9-45d8-81f2-4d7aa859f4bf" providerId="ADAL" clId="{1945A1B3-D44F-4AE0-A472-B482D7E57241}" dt="2024-12-02T14:57:50.818" v="5918" actId="1076"/>
          <ac:spMkLst>
            <pc:docMk/>
            <pc:sldMk cId="829063449" sldId="350"/>
            <ac:spMk id="8" creationId="{232B1A55-5220-9FA3-F2C2-9B6AC9D926A1}"/>
          </ac:spMkLst>
        </pc:spChg>
        <pc:spChg chg="add">
          <ac:chgData name="蕭兆翔" userId="c09afb0b-60c9-45d8-81f2-4d7aa859f4bf" providerId="ADAL" clId="{1945A1B3-D44F-4AE0-A472-B482D7E57241}" dt="2024-12-02T14:56:14.276" v="5887"/>
          <ac:spMkLst>
            <pc:docMk/>
            <pc:sldMk cId="829063449" sldId="350"/>
            <ac:spMk id="11" creationId="{32410EDF-136B-6AFE-36D8-B39C1ECA110B}"/>
          </ac:spMkLst>
        </pc:spChg>
        <pc:spChg chg="add mod">
          <ac:chgData name="蕭兆翔" userId="c09afb0b-60c9-45d8-81f2-4d7aa859f4bf" providerId="ADAL" clId="{1945A1B3-D44F-4AE0-A472-B482D7E57241}" dt="2024-12-02T15:12:59.295" v="6031" actId="207"/>
          <ac:spMkLst>
            <pc:docMk/>
            <pc:sldMk cId="829063449" sldId="350"/>
            <ac:spMk id="13" creationId="{5F926B21-46D2-0FFB-22FE-B45549702BE0}"/>
          </ac:spMkLst>
        </pc:spChg>
        <pc:picChg chg="add del mod">
          <ac:chgData name="蕭兆翔" userId="c09afb0b-60c9-45d8-81f2-4d7aa859f4bf" providerId="ADAL" clId="{1945A1B3-D44F-4AE0-A472-B482D7E57241}" dt="2024-12-02T14:56:30.162" v="5893" actId="478"/>
          <ac:picMkLst>
            <pc:docMk/>
            <pc:sldMk cId="829063449" sldId="350"/>
            <ac:picMk id="3" creationId="{A2B85BC9-3B37-ECE7-6746-AA1B3218DD64}"/>
          </ac:picMkLst>
        </pc:picChg>
        <pc:picChg chg="add mod">
          <ac:chgData name="蕭兆翔" userId="c09afb0b-60c9-45d8-81f2-4d7aa859f4bf" providerId="ADAL" clId="{1945A1B3-D44F-4AE0-A472-B482D7E57241}" dt="2024-12-02T14:57:50.818" v="5918" actId="1076"/>
          <ac:picMkLst>
            <pc:docMk/>
            <pc:sldMk cId="829063449" sldId="350"/>
            <ac:picMk id="4" creationId="{2E0788FD-8D9A-CE15-FF25-78D82E76A319}"/>
          </ac:picMkLst>
        </pc:picChg>
        <pc:picChg chg="add mod">
          <ac:chgData name="蕭兆翔" userId="c09afb0b-60c9-45d8-81f2-4d7aa859f4bf" providerId="ADAL" clId="{1945A1B3-D44F-4AE0-A472-B482D7E57241}" dt="2024-12-02T14:57:57.832" v="5923" actId="1076"/>
          <ac:picMkLst>
            <pc:docMk/>
            <pc:sldMk cId="829063449" sldId="350"/>
            <ac:picMk id="12" creationId="{F8C93671-5CE6-5B6B-221D-7822F3BBD99C}"/>
          </ac:picMkLst>
        </pc:picChg>
        <pc:picChg chg="mod">
          <ac:chgData name="蕭兆翔" userId="c09afb0b-60c9-45d8-81f2-4d7aa859f4bf" providerId="ADAL" clId="{1945A1B3-D44F-4AE0-A472-B482D7E57241}" dt="2024-12-02T14:57:50.818" v="5918" actId="1076"/>
          <ac:picMkLst>
            <pc:docMk/>
            <pc:sldMk cId="829063449" sldId="350"/>
            <ac:picMk id="52226" creationId="{4A27E29D-015F-6406-792B-3B5162D0394B}"/>
          </ac:picMkLst>
        </pc:picChg>
        <pc:cxnChg chg="add mod">
          <ac:chgData name="蕭兆翔" userId="c09afb0b-60c9-45d8-81f2-4d7aa859f4bf" providerId="ADAL" clId="{1945A1B3-D44F-4AE0-A472-B482D7E57241}" dt="2024-12-02T14:57:50.818" v="5918" actId="1076"/>
          <ac:cxnSpMkLst>
            <pc:docMk/>
            <pc:sldMk cId="829063449" sldId="350"/>
            <ac:cxnSpMk id="10" creationId="{9B87E3E7-7746-276C-7EF5-171A1149445F}"/>
          </ac:cxnSpMkLst>
        </pc:cxnChg>
      </pc:sldChg>
      <pc:sldChg chg="addSp delSp modSp add del mod">
        <pc:chgData name="蕭兆翔" userId="c09afb0b-60c9-45d8-81f2-4d7aa859f4bf" providerId="ADAL" clId="{1945A1B3-D44F-4AE0-A472-B482D7E57241}" dt="2024-12-02T15:01:20.964" v="5925" actId="47"/>
        <pc:sldMkLst>
          <pc:docMk/>
          <pc:sldMk cId="3864771022" sldId="351"/>
        </pc:sldMkLst>
        <pc:spChg chg="del mod">
          <ac:chgData name="蕭兆翔" userId="c09afb0b-60c9-45d8-81f2-4d7aa859f4bf" providerId="ADAL" clId="{1945A1B3-D44F-4AE0-A472-B482D7E57241}" dt="2024-12-02T15:01:18.609" v="5924" actId="478"/>
          <ac:spMkLst>
            <pc:docMk/>
            <pc:sldMk cId="3864771022" sldId="351"/>
            <ac:spMk id="6" creationId="{67C6492C-A4BB-70CF-EB20-8887C315A868}"/>
          </ac:spMkLst>
        </pc:spChg>
        <pc:spChg chg="mod">
          <ac:chgData name="蕭兆翔" userId="c09afb0b-60c9-45d8-81f2-4d7aa859f4bf" providerId="ADAL" clId="{1945A1B3-D44F-4AE0-A472-B482D7E57241}" dt="2024-12-02T14:47:05.315" v="5623" actId="1076"/>
          <ac:spMkLst>
            <pc:docMk/>
            <pc:sldMk cId="3864771022" sldId="351"/>
            <ac:spMk id="7" creationId="{F8F34A54-CFD8-A897-453B-BD150452E467}"/>
          </ac:spMkLst>
        </pc:spChg>
        <pc:spChg chg="del">
          <ac:chgData name="蕭兆翔" userId="c09afb0b-60c9-45d8-81f2-4d7aa859f4bf" providerId="ADAL" clId="{1945A1B3-D44F-4AE0-A472-B482D7E57241}" dt="2024-12-02T14:47:03.385" v="5622" actId="478"/>
          <ac:spMkLst>
            <pc:docMk/>
            <pc:sldMk cId="3864771022" sldId="351"/>
            <ac:spMk id="8" creationId="{EB0BB385-7007-A16D-51D3-5035F6391CD1}"/>
          </ac:spMkLst>
        </pc:spChg>
        <pc:picChg chg="del mod">
          <ac:chgData name="蕭兆翔" userId="c09afb0b-60c9-45d8-81f2-4d7aa859f4bf" providerId="ADAL" clId="{1945A1B3-D44F-4AE0-A472-B482D7E57241}" dt="2024-12-02T14:56:33.459" v="5895" actId="478"/>
          <ac:picMkLst>
            <pc:docMk/>
            <pc:sldMk cId="3864771022" sldId="351"/>
            <ac:picMk id="3" creationId="{97480FEC-CBCA-737D-6E64-C04C9DF9EED1}"/>
          </ac:picMkLst>
        </pc:picChg>
        <pc:picChg chg="del mod">
          <ac:chgData name="蕭兆翔" userId="c09afb0b-60c9-45d8-81f2-4d7aa859f4bf" providerId="ADAL" clId="{1945A1B3-D44F-4AE0-A472-B482D7E57241}" dt="2024-12-02T15:01:18.609" v="5924" actId="478"/>
          <ac:picMkLst>
            <pc:docMk/>
            <pc:sldMk cId="3864771022" sldId="351"/>
            <ac:picMk id="4" creationId="{15F92114-AB86-8CFB-75F8-02BB41FBE94B}"/>
          </ac:picMkLst>
        </pc:picChg>
        <pc:picChg chg="add mod">
          <ac:chgData name="蕭兆翔" userId="c09afb0b-60c9-45d8-81f2-4d7aa859f4bf" providerId="ADAL" clId="{1945A1B3-D44F-4AE0-A472-B482D7E57241}" dt="2024-12-02T14:47:00.702" v="5620" actId="1076"/>
          <ac:picMkLst>
            <pc:docMk/>
            <pc:sldMk cId="3864771022" sldId="351"/>
            <ac:picMk id="9" creationId="{85788A7D-22EB-3401-0859-CCEEF2AC2CAB}"/>
          </ac:picMkLst>
        </pc:picChg>
        <pc:picChg chg="mod">
          <ac:chgData name="蕭兆翔" userId="c09afb0b-60c9-45d8-81f2-4d7aa859f4bf" providerId="ADAL" clId="{1945A1B3-D44F-4AE0-A472-B482D7E57241}" dt="2024-12-02T14:47:00.702" v="5620" actId="1076"/>
          <ac:picMkLst>
            <pc:docMk/>
            <pc:sldMk cId="3864771022" sldId="351"/>
            <ac:picMk id="52226" creationId="{A05417E8-2B41-70E1-025F-FD835877691F}"/>
          </ac:picMkLst>
        </pc:picChg>
        <pc:cxnChg chg="del">
          <ac:chgData name="蕭兆翔" userId="c09afb0b-60c9-45d8-81f2-4d7aa859f4bf" providerId="ADAL" clId="{1945A1B3-D44F-4AE0-A472-B482D7E57241}" dt="2024-12-02T14:47:02.550" v="5621" actId="478"/>
          <ac:cxnSpMkLst>
            <pc:docMk/>
            <pc:sldMk cId="3864771022" sldId="351"/>
            <ac:cxnSpMk id="10" creationId="{BF3BD97F-5B48-4A5E-B1D0-238B2B17AADB}"/>
          </ac:cxnSpMkLst>
        </pc:cxnChg>
      </pc:sldChg>
      <pc:sldChg chg="addSp delSp modSp add mod ord">
        <pc:chgData name="蕭兆翔" userId="c09afb0b-60c9-45d8-81f2-4d7aa859f4bf" providerId="ADAL" clId="{1945A1B3-D44F-4AE0-A472-B482D7E57241}" dt="2024-12-02T15:19:54.872" v="6358"/>
        <pc:sldMkLst>
          <pc:docMk/>
          <pc:sldMk cId="172403905" sldId="352"/>
        </pc:sldMkLst>
        <pc:spChg chg="add del mod">
          <ac:chgData name="蕭兆翔" userId="c09afb0b-60c9-45d8-81f2-4d7aa859f4bf" providerId="ADAL" clId="{1945A1B3-D44F-4AE0-A472-B482D7E57241}" dt="2024-12-02T15:19:54.872" v="6358"/>
          <ac:spMkLst>
            <pc:docMk/>
            <pc:sldMk cId="172403905" sldId="352"/>
            <ac:spMk id="5" creationId="{B59A5CA5-EF34-B379-7E9C-72303750483D}"/>
          </ac:spMkLst>
        </pc:spChg>
        <pc:spChg chg="mod">
          <ac:chgData name="蕭兆翔" userId="c09afb0b-60c9-45d8-81f2-4d7aa859f4bf" providerId="ADAL" clId="{1945A1B3-D44F-4AE0-A472-B482D7E57241}" dt="2024-12-02T15:09:52.272" v="5944" actId="1076"/>
          <ac:spMkLst>
            <pc:docMk/>
            <pc:sldMk cId="172403905" sldId="352"/>
            <ac:spMk id="6" creationId="{AA86C03C-2E8A-41BB-A340-C3831E4485FA}"/>
          </ac:spMkLst>
        </pc:spChg>
        <pc:spChg chg="mod">
          <ac:chgData name="蕭兆翔" userId="c09afb0b-60c9-45d8-81f2-4d7aa859f4bf" providerId="ADAL" clId="{1945A1B3-D44F-4AE0-A472-B482D7E57241}" dt="2024-12-02T15:09:37.122" v="5932" actId="1076"/>
          <ac:spMkLst>
            <pc:docMk/>
            <pc:sldMk cId="172403905" sldId="352"/>
            <ac:spMk id="7" creationId="{52A8161B-A3F3-C6E5-694A-BE40E99F103A}"/>
          </ac:spMkLst>
        </pc:spChg>
        <pc:spChg chg="add del mod">
          <ac:chgData name="蕭兆翔" userId="c09afb0b-60c9-45d8-81f2-4d7aa859f4bf" providerId="ADAL" clId="{1945A1B3-D44F-4AE0-A472-B482D7E57241}" dt="2024-12-02T14:50:26.322" v="5787" actId="478"/>
          <ac:spMkLst>
            <pc:docMk/>
            <pc:sldMk cId="172403905" sldId="352"/>
            <ac:spMk id="10" creationId="{A3DF977E-B2EA-9071-A708-A57ADDE92F12}"/>
          </ac:spMkLst>
        </pc:spChg>
        <pc:spChg chg="add mod">
          <ac:chgData name="蕭兆翔" userId="c09afb0b-60c9-45d8-81f2-4d7aa859f4bf" providerId="ADAL" clId="{1945A1B3-D44F-4AE0-A472-B482D7E57241}" dt="2024-12-02T15:09:37.122" v="5932" actId="1076"/>
          <ac:spMkLst>
            <pc:docMk/>
            <pc:sldMk cId="172403905" sldId="352"/>
            <ac:spMk id="12" creationId="{E1EA1E9E-A063-F682-62DE-2E4351F0F019}"/>
          </ac:spMkLst>
        </pc:spChg>
        <pc:spChg chg="add mod">
          <ac:chgData name="蕭兆翔" userId="c09afb0b-60c9-45d8-81f2-4d7aa859f4bf" providerId="ADAL" clId="{1945A1B3-D44F-4AE0-A472-B482D7E57241}" dt="2024-12-02T15:17:01.281" v="6319" actId="1076"/>
          <ac:spMkLst>
            <pc:docMk/>
            <pc:sldMk cId="172403905" sldId="352"/>
            <ac:spMk id="13" creationId="{79A11D1E-7B34-C39C-87F2-B1517D0D6939}"/>
          </ac:spMkLst>
        </pc:spChg>
        <pc:picChg chg="del">
          <ac:chgData name="蕭兆翔" userId="c09afb0b-60c9-45d8-81f2-4d7aa859f4bf" providerId="ADAL" clId="{1945A1B3-D44F-4AE0-A472-B482D7E57241}" dt="2024-12-02T14:56:34.477" v="5896" actId="478"/>
          <ac:picMkLst>
            <pc:docMk/>
            <pc:sldMk cId="172403905" sldId="352"/>
            <ac:picMk id="3" creationId="{9C8381C8-DAF6-1EFB-DB4D-90F4F02F0A9B}"/>
          </ac:picMkLst>
        </pc:picChg>
        <pc:picChg chg="mod">
          <ac:chgData name="蕭兆翔" userId="c09afb0b-60c9-45d8-81f2-4d7aa859f4bf" providerId="ADAL" clId="{1945A1B3-D44F-4AE0-A472-B482D7E57241}" dt="2024-12-02T14:47:53.120" v="5628" actId="18131"/>
          <ac:picMkLst>
            <pc:docMk/>
            <pc:sldMk cId="172403905" sldId="352"/>
            <ac:picMk id="4" creationId="{05518868-825F-82AE-90B5-1884D2E0BBBE}"/>
          </ac:picMkLst>
        </pc:picChg>
        <pc:picChg chg="add del mod">
          <ac:chgData name="蕭兆翔" userId="c09afb0b-60c9-45d8-81f2-4d7aa859f4bf" providerId="ADAL" clId="{1945A1B3-D44F-4AE0-A472-B482D7E57241}" dt="2024-12-02T14:50:22.148" v="5784" actId="478"/>
          <ac:picMkLst>
            <pc:docMk/>
            <pc:sldMk cId="172403905" sldId="352"/>
            <ac:picMk id="8" creationId="{98B2AED4-0425-E782-4169-8E7DA4BB10D0}"/>
          </ac:picMkLst>
        </pc:picChg>
        <pc:picChg chg="del">
          <ac:chgData name="蕭兆翔" userId="c09afb0b-60c9-45d8-81f2-4d7aa859f4bf" providerId="ADAL" clId="{1945A1B3-D44F-4AE0-A472-B482D7E57241}" dt="2024-12-02T14:50:50.257" v="5794" actId="478"/>
          <ac:picMkLst>
            <pc:docMk/>
            <pc:sldMk cId="172403905" sldId="352"/>
            <ac:picMk id="9" creationId="{EF377A26-E4C0-4870-20A9-B59E4F8193C7}"/>
          </ac:picMkLst>
        </pc:picChg>
        <pc:picChg chg="add mod">
          <ac:chgData name="蕭兆翔" userId="c09afb0b-60c9-45d8-81f2-4d7aa859f4bf" providerId="ADAL" clId="{1945A1B3-D44F-4AE0-A472-B482D7E57241}" dt="2024-12-02T15:09:37.122" v="5932" actId="1076"/>
          <ac:picMkLst>
            <pc:docMk/>
            <pc:sldMk cId="172403905" sldId="352"/>
            <ac:picMk id="11" creationId="{6624F6F0-ADCD-DE02-6D5E-05567C5D10AA}"/>
          </ac:picMkLst>
        </pc:picChg>
        <pc:picChg chg="mod">
          <ac:chgData name="蕭兆翔" userId="c09afb0b-60c9-45d8-81f2-4d7aa859f4bf" providerId="ADAL" clId="{1945A1B3-D44F-4AE0-A472-B482D7E57241}" dt="2024-12-02T15:09:37.122" v="5932" actId="1076"/>
          <ac:picMkLst>
            <pc:docMk/>
            <pc:sldMk cId="172403905" sldId="352"/>
            <ac:picMk id="52226" creationId="{EA5B1CE4-A407-8968-D822-1D5704050874}"/>
          </ac:picMkLst>
        </pc:picChg>
      </pc:sldChg>
      <pc:sldChg chg="addSp delSp modSp add mod">
        <pc:chgData name="蕭兆翔" userId="c09afb0b-60c9-45d8-81f2-4d7aa859f4bf" providerId="ADAL" clId="{1945A1B3-D44F-4AE0-A472-B482D7E57241}" dt="2024-12-02T15:19:53.046" v="6357"/>
        <pc:sldMkLst>
          <pc:docMk/>
          <pc:sldMk cId="2730371793" sldId="353"/>
        </pc:sldMkLst>
        <pc:spChg chg="mod">
          <ac:chgData name="蕭兆翔" userId="c09afb0b-60c9-45d8-81f2-4d7aa859f4bf" providerId="ADAL" clId="{1945A1B3-D44F-4AE0-A472-B482D7E57241}" dt="2024-12-02T15:19:53.046" v="6357"/>
          <ac:spMkLst>
            <pc:docMk/>
            <pc:sldMk cId="2730371793" sldId="353"/>
            <ac:spMk id="5" creationId="{792455AA-7280-B60B-C084-5FDA57810B2B}"/>
          </ac:spMkLst>
        </pc:spChg>
        <pc:spChg chg="del">
          <ac:chgData name="蕭兆翔" userId="c09afb0b-60c9-45d8-81f2-4d7aa859f4bf" providerId="ADAL" clId="{1945A1B3-D44F-4AE0-A472-B482D7E57241}" dt="2024-12-02T14:50:33.040" v="5789" actId="478"/>
          <ac:spMkLst>
            <pc:docMk/>
            <pc:sldMk cId="2730371793" sldId="353"/>
            <ac:spMk id="6" creationId="{383FD618-9EBF-30B7-E3EC-F64052BF4BC1}"/>
          </ac:spMkLst>
        </pc:spChg>
        <pc:spChg chg="mod">
          <ac:chgData name="蕭兆翔" userId="c09afb0b-60c9-45d8-81f2-4d7aa859f4bf" providerId="ADAL" clId="{1945A1B3-D44F-4AE0-A472-B482D7E57241}" dt="2024-12-02T15:11:35.547" v="5953" actId="1076"/>
          <ac:spMkLst>
            <pc:docMk/>
            <pc:sldMk cId="2730371793" sldId="353"/>
            <ac:spMk id="7" creationId="{552D2CEB-AF7F-21BD-234C-A5873945EAED}"/>
          </ac:spMkLst>
        </pc:spChg>
        <pc:spChg chg="add mod">
          <ac:chgData name="蕭兆翔" userId="c09afb0b-60c9-45d8-81f2-4d7aa859f4bf" providerId="ADAL" clId="{1945A1B3-D44F-4AE0-A472-B482D7E57241}" dt="2024-12-02T15:11:35.547" v="5953" actId="1076"/>
          <ac:spMkLst>
            <pc:docMk/>
            <pc:sldMk cId="2730371793" sldId="353"/>
            <ac:spMk id="10" creationId="{AF129A1A-EC5C-9BF2-FF0C-96536830C57D}"/>
          </ac:spMkLst>
        </pc:spChg>
        <pc:spChg chg="add del mod">
          <ac:chgData name="蕭兆翔" userId="c09afb0b-60c9-45d8-81f2-4d7aa859f4bf" providerId="ADAL" clId="{1945A1B3-D44F-4AE0-A472-B482D7E57241}" dt="2024-12-02T15:16:25.561" v="6259" actId="207"/>
          <ac:spMkLst>
            <pc:docMk/>
            <pc:sldMk cId="2730371793" sldId="353"/>
            <ac:spMk id="11" creationId="{3C494DB6-8151-B7A1-E9F2-3624BEDF4DD4}"/>
          </ac:spMkLst>
        </pc:spChg>
        <pc:picChg chg="del">
          <ac:chgData name="蕭兆翔" userId="c09afb0b-60c9-45d8-81f2-4d7aa859f4bf" providerId="ADAL" clId="{1945A1B3-D44F-4AE0-A472-B482D7E57241}" dt="2024-12-02T14:56:32.253" v="5894" actId="478"/>
          <ac:picMkLst>
            <pc:docMk/>
            <pc:sldMk cId="2730371793" sldId="353"/>
            <ac:picMk id="3" creationId="{58D21AF3-DBAA-19B3-F922-58C958756992}"/>
          </ac:picMkLst>
        </pc:picChg>
        <pc:picChg chg="del">
          <ac:chgData name="蕭兆翔" userId="c09afb0b-60c9-45d8-81f2-4d7aa859f4bf" providerId="ADAL" clId="{1945A1B3-D44F-4AE0-A472-B482D7E57241}" dt="2024-12-02T14:50:33.040" v="5789" actId="478"/>
          <ac:picMkLst>
            <pc:docMk/>
            <pc:sldMk cId="2730371793" sldId="353"/>
            <ac:picMk id="4" creationId="{5105FB7A-B186-77DF-6F60-92FFD110FC3B}"/>
          </ac:picMkLst>
        </pc:picChg>
        <pc:picChg chg="add mod">
          <ac:chgData name="蕭兆翔" userId="c09afb0b-60c9-45d8-81f2-4d7aa859f4bf" providerId="ADAL" clId="{1945A1B3-D44F-4AE0-A472-B482D7E57241}" dt="2024-12-02T15:11:35.547" v="5953" actId="1076"/>
          <ac:picMkLst>
            <pc:docMk/>
            <pc:sldMk cId="2730371793" sldId="353"/>
            <ac:picMk id="8" creationId="{D8DECE76-9D66-B228-A3B7-0AD5AE5BA9CE}"/>
          </ac:picMkLst>
        </pc:picChg>
        <pc:picChg chg="mod">
          <ac:chgData name="蕭兆翔" userId="c09afb0b-60c9-45d8-81f2-4d7aa859f4bf" providerId="ADAL" clId="{1945A1B3-D44F-4AE0-A472-B482D7E57241}" dt="2024-12-02T15:11:35.547" v="5953" actId="1076"/>
          <ac:picMkLst>
            <pc:docMk/>
            <pc:sldMk cId="2730371793" sldId="353"/>
            <ac:picMk id="9" creationId="{AD33A242-8408-730E-DA52-3AE0A30881DC}"/>
          </ac:picMkLst>
        </pc:picChg>
        <pc:picChg chg="add mod">
          <ac:chgData name="蕭兆翔" userId="c09afb0b-60c9-45d8-81f2-4d7aa859f4bf" providerId="ADAL" clId="{1945A1B3-D44F-4AE0-A472-B482D7E57241}" dt="2024-12-02T15:11:53.929" v="5956" actId="1076"/>
          <ac:picMkLst>
            <pc:docMk/>
            <pc:sldMk cId="2730371793" sldId="353"/>
            <ac:picMk id="20482" creationId="{E5F631C8-E760-0A31-DB8A-75892D276961}"/>
          </ac:picMkLst>
        </pc:picChg>
        <pc:picChg chg="mod">
          <ac:chgData name="蕭兆翔" userId="c09afb0b-60c9-45d8-81f2-4d7aa859f4bf" providerId="ADAL" clId="{1945A1B3-D44F-4AE0-A472-B482D7E57241}" dt="2024-12-02T15:11:35.547" v="5953" actId="1076"/>
          <ac:picMkLst>
            <pc:docMk/>
            <pc:sldMk cId="2730371793" sldId="353"/>
            <ac:picMk id="52226" creationId="{853B2488-B275-36D9-D263-69F3AFEBD254}"/>
          </ac:picMkLst>
        </pc:picChg>
      </pc:sldChg>
      <pc:sldChg chg="addSp delSp modSp add mod ord">
        <pc:chgData name="蕭兆翔" userId="c09afb0b-60c9-45d8-81f2-4d7aa859f4bf" providerId="ADAL" clId="{1945A1B3-D44F-4AE0-A472-B482D7E57241}" dt="2024-12-02T15:19:56.909" v="6359"/>
        <pc:sldMkLst>
          <pc:docMk/>
          <pc:sldMk cId="933998459" sldId="354"/>
        </pc:sldMkLst>
        <pc:spChg chg="mod">
          <ac:chgData name="蕭兆翔" userId="c09afb0b-60c9-45d8-81f2-4d7aa859f4bf" providerId="ADAL" clId="{1945A1B3-D44F-4AE0-A472-B482D7E57241}" dt="2024-12-02T15:19:56.909" v="6359"/>
          <ac:spMkLst>
            <pc:docMk/>
            <pc:sldMk cId="933998459" sldId="354"/>
            <ac:spMk id="5" creationId="{817EF4DB-1114-3A78-2BBC-4A4D7D288F85}"/>
          </ac:spMkLst>
        </pc:spChg>
        <pc:spChg chg="del">
          <ac:chgData name="蕭兆翔" userId="c09afb0b-60c9-45d8-81f2-4d7aa859f4bf" providerId="ADAL" clId="{1945A1B3-D44F-4AE0-A472-B482D7E57241}" dt="2024-12-02T14:52:51.128" v="5882" actId="478"/>
          <ac:spMkLst>
            <pc:docMk/>
            <pc:sldMk cId="933998459" sldId="354"/>
            <ac:spMk id="6" creationId="{B7CAAB94-F3BB-B193-8E16-C2506D446AE1}"/>
          </ac:spMkLst>
        </pc:spChg>
        <pc:spChg chg="mod">
          <ac:chgData name="蕭兆翔" userId="c09afb0b-60c9-45d8-81f2-4d7aa859f4bf" providerId="ADAL" clId="{1945A1B3-D44F-4AE0-A472-B482D7E57241}" dt="2024-12-02T14:52:55.279" v="5885" actId="1076"/>
          <ac:spMkLst>
            <pc:docMk/>
            <pc:sldMk cId="933998459" sldId="354"/>
            <ac:spMk id="7" creationId="{701AC3CF-6747-7D12-12B5-D5F22D7A022E}"/>
          </ac:spMkLst>
        </pc:spChg>
        <pc:spChg chg="add mod">
          <ac:chgData name="蕭兆翔" userId="c09afb0b-60c9-45d8-81f2-4d7aa859f4bf" providerId="ADAL" clId="{1945A1B3-D44F-4AE0-A472-B482D7E57241}" dt="2024-12-02T15:18:11.461" v="6346" actId="1076"/>
          <ac:spMkLst>
            <pc:docMk/>
            <pc:sldMk cId="933998459" sldId="354"/>
            <ac:spMk id="10" creationId="{B2879339-7A79-5417-CFB7-735CCF8F1023}"/>
          </ac:spMkLst>
        </pc:spChg>
        <pc:spChg chg="mod">
          <ac:chgData name="蕭兆翔" userId="c09afb0b-60c9-45d8-81f2-4d7aa859f4bf" providerId="ADAL" clId="{1945A1B3-D44F-4AE0-A472-B482D7E57241}" dt="2024-12-02T15:18:11.461" v="6346" actId="1076"/>
          <ac:spMkLst>
            <pc:docMk/>
            <pc:sldMk cId="933998459" sldId="354"/>
            <ac:spMk id="12" creationId="{A48BF2B2-6373-618F-092B-10AD0D95798D}"/>
          </ac:spMkLst>
        </pc:spChg>
        <pc:picChg chg="del mod">
          <ac:chgData name="蕭兆翔" userId="c09afb0b-60c9-45d8-81f2-4d7aa859f4bf" providerId="ADAL" clId="{1945A1B3-D44F-4AE0-A472-B482D7E57241}" dt="2024-12-02T14:56:35.339" v="5897" actId="478"/>
          <ac:picMkLst>
            <pc:docMk/>
            <pc:sldMk cId="933998459" sldId="354"/>
            <ac:picMk id="3" creationId="{D87B1B76-CF50-5AC4-3C71-B9997539A3A9}"/>
          </ac:picMkLst>
        </pc:picChg>
        <pc:picChg chg="del">
          <ac:chgData name="蕭兆翔" userId="c09afb0b-60c9-45d8-81f2-4d7aa859f4bf" providerId="ADAL" clId="{1945A1B3-D44F-4AE0-A472-B482D7E57241}" dt="2024-12-02T14:52:51.493" v="5883" actId="478"/>
          <ac:picMkLst>
            <pc:docMk/>
            <pc:sldMk cId="933998459" sldId="354"/>
            <ac:picMk id="4" creationId="{D46C4E80-727B-5A63-76F6-89FB6187624B}"/>
          </ac:picMkLst>
        </pc:picChg>
        <pc:picChg chg="add mod">
          <ac:chgData name="蕭兆翔" userId="c09afb0b-60c9-45d8-81f2-4d7aa859f4bf" providerId="ADAL" clId="{1945A1B3-D44F-4AE0-A472-B482D7E57241}" dt="2024-12-02T15:18:14.242" v="6347" actId="1076"/>
          <ac:picMkLst>
            <pc:docMk/>
            <pc:sldMk cId="933998459" sldId="354"/>
            <ac:picMk id="8" creationId="{E2AE4B6C-B703-74F9-274D-BC442D32D302}"/>
          </ac:picMkLst>
        </pc:picChg>
        <pc:picChg chg="add mod">
          <ac:chgData name="蕭兆翔" userId="c09afb0b-60c9-45d8-81f2-4d7aa859f4bf" providerId="ADAL" clId="{1945A1B3-D44F-4AE0-A472-B482D7E57241}" dt="2024-12-02T15:18:11.461" v="6346" actId="1076"/>
          <ac:picMkLst>
            <pc:docMk/>
            <pc:sldMk cId="933998459" sldId="354"/>
            <ac:picMk id="9" creationId="{35F3BAFD-41EC-1952-2311-5964342B9208}"/>
          </ac:picMkLst>
        </pc:picChg>
        <pc:picChg chg="mod">
          <ac:chgData name="蕭兆翔" userId="c09afb0b-60c9-45d8-81f2-4d7aa859f4bf" providerId="ADAL" clId="{1945A1B3-D44F-4AE0-A472-B482D7E57241}" dt="2024-12-02T15:18:11.461" v="6346" actId="1076"/>
          <ac:picMkLst>
            <pc:docMk/>
            <pc:sldMk cId="933998459" sldId="354"/>
            <ac:picMk id="11" creationId="{D9F1EC15-B055-A881-59ED-CF1DDB9CBFE2}"/>
          </ac:picMkLst>
        </pc:picChg>
        <pc:picChg chg="mod">
          <ac:chgData name="蕭兆翔" userId="c09afb0b-60c9-45d8-81f2-4d7aa859f4bf" providerId="ADAL" clId="{1945A1B3-D44F-4AE0-A472-B482D7E57241}" dt="2024-12-02T14:52:55.279" v="5885" actId="1076"/>
          <ac:picMkLst>
            <pc:docMk/>
            <pc:sldMk cId="933998459" sldId="354"/>
            <ac:picMk id="52226" creationId="{AAAF39ED-AF32-67F3-9805-19136B6054A9}"/>
          </ac:picMkLst>
        </pc:picChg>
        <pc:cxnChg chg="add mod">
          <ac:chgData name="蕭兆翔" userId="c09afb0b-60c9-45d8-81f2-4d7aa859f4bf" providerId="ADAL" clId="{1945A1B3-D44F-4AE0-A472-B482D7E57241}" dt="2024-12-02T15:19:27.196" v="6353" actId="1076"/>
          <ac:cxnSpMkLst>
            <pc:docMk/>
            <pc:sldMk cId="933998459" sldId="354"/>
            <ac:cxnSpMk id="14" creationId="{9FB15C4C-2AFB-5514-0909-0220B05D485F}"/>
          </ac:cxnSpMkLst>
        </pc:cxnChg>
      </pc:sldChg>
      <pc:sldChg chg="addSp modSp add mod">
        <pc:chgData name="蕭兆翔" userId="c09afb0b-60c9-45d8-81f2-4d7aa859f4bf" providerId="ADAL" clId="{1945A1B3-D44F-4AE0-A472-B482D7E57241}" dt="2024-12-02T15:23:40.270" v="6525" actId="207"/>
        <pc:sldMkLst>
          <pc:docMk/>
          <pc:sldMk cId="3553910099" sldId="355"/>
        </pc:sldMkLst>
        <pc:spChg chg="add mod">
          <ac:chgData name="蕭兆翔" userId="c09afb0b-60c9-45d8-81f2-4d7aa859f4bf" providerId="ADAL" clId="{1945A1B3-D44F-4AE0-A472-B482D7E57241}" dt="2024-12-02T15:22:47.455" v="6421" actId="20577"/>
          <ac:spMkLst>
            <pc:docMk/>
            <pc:sldMk cId="3553910099" sldId="355"/>
            <ac:spMk id="3" creationId="{589F2B96-C422-91D6-1C7C-DBD229EB7A00}"/>
          </ac:spMkLst>
        </pc:spChg>
        <pc:spChg chg="add mod">
          <ac:chgData name="蕭兆翔" userId="c09afb0b-60c9-45d8-81f2-4d7aa859f4bf" providerId="ADAL" clId="{1945A1B3-D44F-4AE0-A472-B482D7E57241}" dt="2024-12-02T15:22:40.252" v="6415" actId="1076"/>
          <ac:spMkLst>
            <pc:docMk/>
            <pc:sldMk cId="3553910099" sldId="355"/>
            <ac:spMk id="7" creationId="{9C896390-D4C2-3D8D-FE11-27A860E2FE80}"/>
          </ac:spMkLst>
        </pc:spChg>
        <pc:spChg chg="add mod">
          <ac:chgData name="蕭兆翔" userId="c09afb0b-60c9-45d8-81f2-4d7aa859f4bf" providerId="ADAL" clId="{1945A1B3-D44F-4AE0-A472-B482D7E57241}" dt="2024-12-02T15:22:43.360" v="6417" actId="1076"/>
          <ac:spMkLst>
            <pc:docMk/>
            <pc:sldMk cId="3553910099" sldId="355"/>
            <ac:spMk id="8" creationId="{8BE1DFB1-F128-AFC4-4AE0-83BCDF81F911}"/>
          </ac:spMkLst>
        </pc:spChg>
        <pc:spChg chg="add mod">
          <ac:chgData name="蕭兆翔" userId="c09afb0b-60c9-45d8-81f2-4d7aa859f4bf" providerId="ADAL" clId="{1945A1B3-D44F-4AE0-A472-B482D7E57241}" dt="2024-12-02T15:23:37.293" v="6524" actId="207"/>
          <ac:spMkLst>
            <pc:docMk/>
            <pc:sldMk cId="3553910099" sldId="355"/>
            <ac:spMk id="11" creationId="{8CAB55E3-6E51-6C5C-BE88-30E84E329D39}"/>
          </ac:spMkLst>
        </pc:spChg>
        <pc:spChg chg="add mod">
          <ac:chgData name="蕭兆翔" userId="c09afb0b-60c9-45d8-81f2-4d7aa859f4bf" providerId="ADAL" clId="{1945A1B3-D44F-4AE0-A472-B482D7E57241}" dt="2024-12-02T15:23:40.270" v="6525" actId="207"/>
          <ac:spMkLst>
            <pc:docMk/>
            <pc:sldMk cId="3553910099" sldId="355"/>
            <ac:spMk id="12" creationId="{699D9683-A1F3-14A6-E004-19DA5385DA75}"/>
          </ac:spMkLst>
        </pc:spChg>
        <pc:grpChg chg="add mod">
          <ac:chgData name="蕭兆翔" userId="c09afb0b-60c9-45d8-81f2-4d7aa859f4bf" providerId="ADAL" clId="{1945A1B3-D44F-4AE0-A472-B482D7E57241}" dt="2024-12-02T15:22:43.360" v="6417" actId="1076"/>
          <ac:grpSpMkLst>
            <pc:docMk/>
            <pc:sldMk cId="3553910099" sldId="355"/>
            <ac:grpSpMk id="9" creationId="{3029BD45-6E1B-6A71-0B0B-9F2A4DC0EFB9}"/>
          </ac:grpSpMkLst>
        </pc:grpChg>
        <pc:grpChg chg="add mod">
          <ac:chgData name="蕭兆翔" userId="c09afb0b-60c9-45d8-81f2-4d7aa859f4bf" providerId="ADAL" clId="{1945A1B3-D44F-4AE0-A472-B482D7E57241}" dt="2024-12-02T15:22:40.252" v="6415" actId="1076"/>
          <ac:grpSpMkLst>
            <pc:docMk/>
            <pc:sldMk cId="3553910099" sldId="355"/>
            <ac:grpSpMk id="10" creationId="{3C406D1E-F3EE-F104-0370-2B4FDAABF40E}"/>
          </ac:grpSpMkLst>
        </pc:grpChg>
        <pc:picChg chg="add mod">
          <ac:chgData name="蕭兆翔" userId="c09afb0b-60c9-45d8-81f2-4d7aa859f4bf" providerId="ADAL" clId="{1945A1B3-D44F-4AE0-A472-B482D7E57241}" dt="2024-12-02T15:23:31.621" v="6522" actId="1076"/>
          <ac:picMkLst>
            <pc:docMk/>
            <pc:sldMk cId="3553910099" sldId="355"/>
            <ac:picMk id="4" creationId="{8DC41E89-1547-D401-C07E-CD46B474915F}"/>
          </ac:picMkLst>
        </pc:picChg>
        <pc:picChg chg="add mod">
          <ac:chgData name="蕭兆翔" userId="c09afb0b-60c9-45d8-81f2-4d7aa859f4bf" providerId="ADAL" clId="{1945A1B3-D44F-4AE0-A472-B482D7E57241}" dt="2024-12-02T15:23:28.173" v="6520" actId="732"/>
          <ac:picMkLst>
            <pc:docMk/>
            <pc:sldMk cId="3553910099" sldId="355"/>
            <ac:picMk id="5" creationId="{72CBA575-60AE-9314-9BC9-1891F42630EE}"/>
          </ac:picMkLst>
        </pc:picChg>
        <pc:picChg chg="add mod">
          <ac:chgData name="蕭兆翔" userId="c09afb0b-60c9-45d8-81f2-4d7aa859f4bf" providerId="ADAL" clId="{1945A1B3-D44F-4AE0-A472-B482D7E57241}" dt="2024-12-02T15:22:43.360" v="6417" actId="1076"/>
          <ac:picMkLst>
            <pc:docMk/>
            <pc:sldMk cId="3553910099" sldId="355"/>
            <ac:picMk id="6" creationId="{95B7A8BE-B202-51D9-E54B-23D91BC18E1B}"/>
          </ac:picMkLst>
        </pc:picChg>
        <pc:picChg chg="mod">
          <ac:chgData name="蕭兆翔" userId="c09afb0b-60c9-45d8-81f2-4d7aa859f4bf" providerId="ADAL" clId="{1945A1B3-D44F-4AE0-A472-B482D7E57241}" dt="2024-12-02T15:22:40.252" v="6415" actId="1076"/>
          <ac:picMkLst>
            <pc:docMk/>
            <pc:sldMk cId="3553910099" sldId="355"/>
            <ac:picMk id="53250" creationId="{F49C0F03-D5E2-2F93-4CA0-C85E501A53FA}"/>
          </ac:picMkLst>
        </pc:picChg>
      </pc:sldChg>
      <pc:sldChg chg="addSp delSp modSp add mod">
        <pc:chgData name="蕭兆翔" userId="c09afb0b-60c9-45d8-81f2-4d7aa859f4bf" providerId="ADAL" clId="{1945A1B3-D44F-4AE0-A472-B482D7E57241}" dt="2024-12-04T04:55:52.416" v="9912" actId="20577"/>
        <pc:sldMkLst>
          <pc:docMk/>
          <pc:sldMk cId="1267499806" sldId="356"/>
        </pc:sldMkLst>
        <pc:spChg chg="mod">
          <ac:chgData name="蕭兆翔" userId="c09afb0b-60c9-45d8-81f2-4d7aa859f4bf" providerId="ADAL" clId="{1945A1B3-D44F-4AE0-A472-B482D7E57241}" dt="2024-12-02T15:57:11.892" v="6889" actId="20577"/>
          <ac:spMkLst>
            <pc:docMk/>
            <pc:sldMk cId="1267499806" sldId="356"/>
            <ac:spMk id="3" creationId="{EE4B7D34-4C2C-73CB-7553-F8CE17A265D2}"/>
          </ac:spMkLst>
        </pc:spChg>
        <pc:spChg chg="add mod">
          <ac:chgData name="蕭兆翔" userId="c09afb0b-60c9-45d8-81f2-4d7aa859f4bf" providerId="ADAL" clId="{1945A1B3-D44F-4AE0-A472-B482D7E57241}" dt="2024-12-02T16:12:16.209" v="7228" actId="1076"/>
          <ac:spMkLst>
            <pc:docMk/>
            <pc:sldMk cId="1267499806" sldId="356"/>
            <ac:spMk id="5" creationId="{ECF1533B-5B35-334F-7CED-E2BCFB6A38A2}"/>
          </ac:spMkLst>
        </pc:spChg>
        <pc:spChg chg="add mod">
          <ac:chgData name="蕭兆翔" userId="c09afb0b-60c9-45d8-81f2-4d7aa859f4bf" providerId="ADAL" clId="{1945A1B3-D44F-4AE0-A472-B482D7E57241}" dt="2024-12-02T16:07:21.110" v="7083"/>
          <ac:spMkLst>
            <pc:docMk/>
            <pc:sldMk cId="1267499806" sldId="356"/>
            <ac:spMk id="6" creationId="{6A2DA78C-9C92-442A-1CBB-F36D7EADC025}"/>
          </ac:spMkLst>
        </pc:spChg>
        <pc:spChg chg="mod">
          <ac:chgData name="蕭兆翔" userId="c09afb0b-60c9-45d8-81f2-4d7aa859f4bf" providerId="ADAL" clId="{1945A1B3-D44F-4AE0-A472-B482D7E57241}" dt="2024-12-02T16:06:48.529" v="7056" actId="1076"/>
          <ac:spMkLst>
            <pc:docMk/>
            <pc:sldMk cId="1267499806" sldId="356"/>
            <ac:spMk id="7" creationId="{289237F2-1CA4-581B-941A-802F81302F93}"/>
          </ac:spMkLst>
        </pc:spChg>
        <pc:spChg chg="mod">
          <ac:chgData name="蕭兆翔" userId="c09afb0b-60c9-45d8-81f2-4d7aa859f4bf" providerId="ADAL" clId="{1945A1B3-D44F-4AE0-A472-B482D7E57241}" dt="2024-12-02T16:09:36.790" v="7162" actId="14100"/>
          <ac:spMkLst>
            <pc:docMk/>
            <pc:sldMk cId="1267499806" sldId="356"/>
            <ac:spMk id="10" creationId="{BA74D1C2-BEB9-D43F-BC19-690C396FBEBA}"/>
          </ac:spMkLst>
        </pc:spChg>
        <pc:spChg chg="mod">
          <ac:chgData name="蕭兆翔" userId="c09afb0b-60c9-45d8-81f2-4d7aa859f4bf" providerId="ADAL" clId="{1945A1B3-D44F-4AE0-A472-B482D7E57241}" dt="2024-12-04T04:55:52.416" v="9912" actId="20577"/>
          <ac:spMkLst>
            <pc:docMk/>
            <pc:sldMk cId="1267499806" sldId="356"/>
            <ac:spMk id="11" creationId="{3ABF4893-56BD-7867-9AD1-8508E89B9139}"/>
          </ac:spMkLst>
        </pc:spChg>
        <pc:spChg chg="mod">
          <ac:chgData name="蕭兆翔" userId="c09afb0b-60c9-45d8-81f2-4d7aa859f4bf" providerId="ADAL" clId="{1945A1B3-D44F-4AE0-A472-B482D7E57241}" dt="2024-12-02T16:12:05.325" v="7226" actId="1076"/>
          <ac:spMkLst>
            <pc:docMk/>
            <pc:sldMk cId="1267499806" sldId="356"/>
            <ac:spMk id="12" creationId="{0852492F-8430-A166-B6D7-65C4A59F9E81}"/>
          </ac:spMkLst>
        </pc:spChg>
        <pc:spChg chg="mod">
          <ac:chgData name="蕭兆翔" userId="c09afb0b-60c9-45d8-81f2-4d7aa859f4bf" providerId="ADAL" clId="{1945A1B3-D44F-4AE0-A472-B482D7E57241}" dt="2024-12-02T16:12:08.922" v="7227" actId="1076"/>
          <ac:spMkLst>
            <pc:docMk/>
            <pc:sldMk cId="1267499806" sldId="356"/>
            <ac:spMk id="13" creationId="{BEEA77BD-4E75-2F9D-348D-6C09588DCC5B}"/>
          </ac:spMkLst>
        </pc:spChg>
        <pc:spChg chg="del mod">
          <ac:chgData name="蕭兆翔" userId="c09afb0b-60c9-45d8-81f2-4d7aa859f4bf" providerId="ADAL" clId="{1945A1B3-D44F-4AE0-A472-B482D7E57241}" dt="2024-12-02T15:57:35.303" v="6914" actId="478"/>
          <ac:spMkLst>
            <pc:docMk/>
            <pc:sldMk cId="1267499806" sldId="356"/>
            <ac:spMk id="14" creationId="{5263C08A-77EA-1708-484A-65E3A0739405}"/>
          </ac:spMkLst>
        </pc:spChg>
      </pc:sldChg>
      <pc:sldChg chg="add del">
        <pc:chgData name="蕭兆翔" userId="c09afb0b-60c9-45d8-81f2-4d7aa859f4bf" providerId="ADAL" clId="{1945A1B3-D44F-4AE0-A472-B482D7E57241}" dt="2024-12-02T16:24:15.890" v="7316" actId="47"/>
        <pc:sldMkLst>
          <pc:docMk/>
          <pc:sldMk cId="1422779458" sldId="357"/>
        </pc:sldMkLst>
      </pc:sldChg>
      <pc:sldChg chg="add del">
        <pc:chgData name="蕭兆翔" userId="c09afb0b-60c9-45d8-81f2-4d7aa859f4bf" providerId="ADAL" clId="{1945A1B3-D44F-4AE0-A472-B482D7E57241}" dt="2024-12-02T16:24:15.890" v="7316" actId="47"/>
        <pc:sldMkLst>
          <pc:docMk/>
          <pc:sldMk cId="2009269198" sldId="358"/>
        </pc:sldMkLst>
      </pc:sldChg>
      <pc:sldChg chg="add del">
        <pc:chgData name="蕭兆翔" userId="c09afb0b-60c9-45d8-81f2-4d7aa859f4bf" providerId="ADAL" clId="{1945A1B3-D44F-4AE0-A472-B482D7E57241}" dt="2024-12-02T16:24:15.890" v="7316" actId="47"/>
        <pc:sldMkLst>
          <pc:docMk/>
          <pc:sldMk cId="3058687504" sldId="359"/>
        </pc:sldMkLst>
      </pc:sldChg>
      <pc:sldChg chg="add del">
        <pc:chgData name="蕭兆翔" userId="c09afb0b-60c9-45d8-81f2-4d7aa859f4bf" providerId="ADAL" clId="{1945A1B3-D44F-4AE0-A472-B482D7E57241}" dt="2024-12-02T16:31:44.930" v="7635" actId="47"/>
        <pc:sldMkLst>
          <pc:docMk/>
          <pc:sldMk cId="1991347837" sldId="360"/>
        </pc:sldMkLst>
      </pc:sldChg>
      <pc:sldChg chg="add del">
        <pc:chgData name="蕭兆翔" userId="c09afb0b-60c9-45d8-81f2-4d7aa859f4bf" providerId="ADAL" clId="{1945A1B3-D44F-4AE0-A472-B482D7E57241}" dt="2024-12-02T16:33:57.348" v="7647" actId="47"/>
        <pc:sldMkLst>
          <pc:docMk/>
          <pc:sldMk cId="1451588247" sldId="361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2063154857" sldId="362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1135167592" sldId="363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2698247293" sldId="364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1105962992" sldId="365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410359215" sldId="366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3392344665" sldId="367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4286113247" sldId="368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2431490982" sldId="369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2548327033" sldId="370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3915282878" sldId="371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2079227736" sldId="372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3230889764" sldId="373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1659461713" sldId="374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565461204" sldId="375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3025969402" sldId="376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3788635625" sldId="377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1716960019" sldId="378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3941538429" sldId="379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3444209332" sldId="380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1527638212" sldId="381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1201646624" sldId="382"/>
        </pc:sldMkLst>
      </pc:sldChg>
      <pc:sldChg chg="add del">
        <pc:chgData name="蕭兆翔" userId="c09afb0b-60c9-45d8-81f2-4d7aa859f4bf" providerId="ADAL" clId="{1945A1B3-D44F-4AE0-A472-B482D7E57241}" dt="2024-12-02T16:37:52.950" v="7651" actId="47"/>
        <pc:sldMkLst>
          <pc:docMk/>
          <pc:sldMk cId="2382434492" sldId="383"/>
        </pc:sldMkLst>
      </pc:sldChg>
      <pc:sldChg chg="addSp delSp modSp new mod">
        <pc:chgData name="蕭兆翔" userId="c09afb0b-60c9-45d8-81f2-4d7aa859f4bf" providerId="ADAL" clId="{1945A1B3-D44F-4AE0-A472-B482D7E57241}" dt="2024-12-02T18:59:59.461" v="9904" actId="1076"/>
        <pc:sldMkLst>
          <pc:docMk/>
          <pc:sldMk cId="2723020223" sldId="384"/>
        </pc:sldMkLst>
        <pc:spChg chg="add">
          <ac:chgData name="蕭兆翔" userId="c09afb0b-60c9-45d8-81f2-4d7aa859f4bf" providerId="ADAL" clId="{1945A1B3-D44F-4AE0-A472-B482D7E57241}" dt="2024-12-02T16:14:40.133" v="7231"/>
          <ac:spMkLst>
            <pc:docMk/>
            <pc:sldMk cId="2723020223" sldId="384"/>
            <ac:spMk id="3" creationId="{170909B2-38AB-F7B9-EFCB-34184EB313D8}"/>
          </ac:spMkLst>
        </pc:spChg>
        <pc:spChg chg="add">
          <ac:chgData name="蕭兆翔" userId="c09afb0b-60c9-45d8-81f2-4d7aa859f4bf" providerId="ADAL" clId="{1945A1B3-D44F-4AE0-A472-B482D7E57241}" dt="2024-12-02T16:14:40.133" v="7231"/>
          <ac:spMkLst>
            <pc:docMk/>
            <pc:sldMk cId="2723020223" sldId="384"/>
            <ac:spMk id="4" creationId="{D617E793-208A-CB08-BA97-8419DD3F8CD0}"/>
          </ac:spMkLst>
        </pc:spChg>
        <pc:spChg chg="add">
          <ac:chgData name="蕭兆翔" userId="c09afb0b-60c9-45d8-81f2-4d7aa859f4bf" providerId="ADAL" clId="{1945A1B3-D44F-4AE0-A472-B482D7E57241}" dt="2024-12-02T16:14:40.133" v="7231"/>
          <ac:spMkLst>
            <pc:docMk/>
            <pc:sldMk cId="2723020223" sldId="384"/>
            <ac:spMk id="5" creationId="{E190F741-29F9-369C-DE75-569FFA945622}"/>
          </ac:spMkLst>
        </pc:spChg>
        <pc:spChg chg="add">
          <ac:chgData name="蕭兆翔" userId="c09afb0b-60c9-45d8-81f2-4d7aa859f4bf" providerId="ADAL" clId="{1945A1B3-D44F-4AE0-A472-B482D7E57241}" dt="2024-12-02T16:14:40.133" v="7231"/>
          <ac:spMkLst>
            <pc:docMk/>
            <pc:sldMk cId="2723020223" sldId="384"/>
            <ac:spMk id="6" creationId="{DD1748C7-67FE-2D7F-BA21-23F66D4D6D23}"/>
          </ac:spMkLst>
        </pc:spChg>
        <pc:spChg chg="add">
          <ac:chgData name="蕭兆翔" userId="c09afb0b-60c9-45d8-81f2-4d7aa859f4bf" providerId="ADAL" clId="{1945A1B3-D44F-4AE0-A472-B482D7E57241}" dt="2024-12-02T16:14:40.133" v="7231"/>
          <ac:spMkLst>
            <pc:docMk/>
            <pc:sldMk cId="2723020223" sldId="384"/>
            <ac:spMk id="7" creationId="{E5BE5255-CAD8-6954-48DC-6CECDFE23EF9}"/>
          </ac:spMkLst>
        </pc:spChg>
        <pc:spChg chg="add del mod">
          <ac:chgData name="蕭兆翔" userId="c09afb0b-60c9-45d8-81f2-4d7aa859f4bf" providerId="ADAL" clId="{1945A1B3-D44F-4AE0-A472-B482D7E57241}" dt="2024-12-02T16:14:50.794" v="7235" actId="22"/>
          <ac:spMkLst>
            <pc:docMk/>
            <pc:sldMk cId="2723020223" sldId="384"/>
            <ac:spMk id="9" creationId="{1EA55B8A-D079-4118-D378-C7BB95798551}"/>
          </ac:spMkLst>
        </pc:spChg>
        <pc:spChg chg="add del mod">
          <ac:chgData name="蕭兆翔" userId="c09afb0b-60c9-45d8-81f2-4d7aa859f4bf" providerId="ADAL" clId="{1945A1B3-D44F-4AE0-A472-B482D7E57241}" dt="2024-12-02T18:59:59.461" v="9904" actId="1076"/>
          <ac:spMkLst>
            <pc:docMk/>
            <pc:sldMk cId="2723020223" sldId="384"/>
            <ac:spMk id="11" creationId="{F08064B8-E3EA-A913-BFE4-B87EFB463F67}"/>
          </ac:spMkLst>
        </pc:spChg>
        <pc:spChg chg="add mod">
          <ac:chgData name="蕭兆翔" userId="c09afb0b-60c9-45d8-81f2-4d7aa859f4bf" providerId="ADAL" clId="{1945A1B3-D44F-4AE0-A472-B482D7E57241}" dt="2024-12-02T16:18:48.392" v="7292" actId="20577"/>
          <ac:spMkLst>
            <pc:docMk/>
            <pc:sldMk cId="2723020223" sldId="384"/>
            <ac:spMk id="12" creationId="{738B0BC1-ABCC-201F-958A-5670B5034D20}"/>
          </ac:spMkLst>
        </pc:spChg>
      </pc:sldChg>
      <pc:sldChg chg="addSp delSp modSp add mod">
        <pc:chgData name="蕭兆翔" userId="c09afb0b-60c9-45d8-81f2-4d7aa859f4bf" providerId="ADAL" clId="{1945A1B3-D44F-4AE0-A472-B482D7E57241}" dt="2024-12-02T16:50:57.463" v="8002" actId="20577"/>
        <pc:sldMkLst>
          <pc:docMk/>
          <pc:sldMk cId="315754070" sldId="385"/>
        </pc:sldMkLst>
        <pc:spChg chg="mod">
          <ac:chgData name="蕭兆翔" userId="c09afb0b-60c9-45d8-81f2-4d7aa859f4bf" providerId="ADAL" clId="{1945A1B3-D44F-4AE0-A472-B482D7E57241}" dt="2024-12-02T16:46:25.314" v="7911" actId="20577"/>
          <ac:spMkLst>
            <pc:docMk/>
            <pc:sldMk cId="315754070" sldId="385"/>
            <ac:spMk id="3" creationId="{B0726476-4677-0ACC-DFF3-6A20596F7216}"/>
          </ac:spMkLst>
        </pc:spChg>
        <pc:spChg chg="add mod">
          <ac:chgData name="蕭兆翔" userId="c09afb0b-60c9-45d8-81f2-4d7aa859f4bf" providerId="ADAL" clId="{1945A1B3-D44F-4AE0-A472-B482D7E57241}" dt="2024-12-02T16:50:57.463" v="8002" actId="20577"/>
          <ac:spMkLst>
            <pc:docMk/>
            <pc:sldMk cId="315754070" sldId="385"/>
            <ac:spMk id="4" creationId="{7A3B3A63-D6DD-B274-B0E0-B2DA3900C767}"/>
          </ac:spMkLst>
        </pc:spChg>
        <pc:spChg chg="mod">
          <ac:chgData name="蕭兆翔" userId="c09afb0b-60c9-45d8-81f2-4d7aa859f4bf" providerId="ADAL" clId="{1945A1B3-D44F-4AE0-A472-B482D7E57241}" dt="2024-12-02T16:46:35.670" v="7913" actId="1076"/>
          <ac:spMkLst>
            <pc:docMk/>
            <pc:sldMk cId="315754070" sldId="385"/>
            <ac:spMk id="5" creationId="{8558220E-7D28-4CF5-6B7F-1628D0ECE192}"/>
          </ac:spMkLst>
        </pc:spChg>
        <pc:spChg chg="mod">
          <ac:chgData name="蕭兆翔" userId="c09afb0b-60c9-45d8-81f2-4d7aa859f4bf" providerId="ADAL" clId="{1945A1B3-D44F-4AE0-A472-B482D7E57241}" dt="2024-12-02T16:46:35.670" v="7913" actId="1076"/>
          <ac:spMkLst>
            <pc:docMk/>
            <pc:sldMk cId="315754070" sldId="385"/>
            <ac:spMk id="9" creationId="{E3CE3679-8D02-E72F-7E44-58C3C958F916}"/>
          </ac:spMkLst>
        </pc:spChg>
        <pc:spChg chg="del">
          <ac:chgData name="蕭兆翔" userId="c09afb0b-60c9-45d8-81f2-4d7aa859f4bf" providerId="ADAL" clId="{1945A1B3-D44F-4AE0-A472-B482D7E57241}" dt="2024-12-02T16:46:30.929" v="7912" actId="478"/>
          <ac:spMkLst>
            <pc:docMk/>
            <pc:sldMk cId="315754070" sldId="385"/>
            <ac:spMk id="10" creationId="{39A7DA07-42B3-E220-07D5-E51C912D3203}"/>
          </ac:spMkLst>
        </pc:spChg>
        <pc:spChg chg="del">
          <ac:chgData name="蕭兆翔" userId="c09afb0b-60c9-45d8-81f2-4d7aa859f4bf" providerId="ADAL" clId="{1945A1B3-D44F-4AE0-A472-B482D7E57241}" dt="2024-12-02T16:46:30.929" v="7912" actId="478"/>
          <ac:spMkLst>
            <pc:docMk/>
            <pc:sldMk cId="315754070" sldId="385"/>
            <ac:spMk id="11" creationId="{114338E6-E586-F49B-423B-66B6271A712F}"/>
          </ac:spMkLst>
        </pc:spChg>
        <pc:spChg chg="mod">
          <ac:chgData name="蕭兆翔" userId="c09afb0b-60c9-45d8-81f2-4d7aa859f4bf" providerId="ADAL" clId="{1945A1B3-D44F-4AE0-A472-B482D7E57241}" dt="2024-12-02T16:46:35.670" v="7913" actId="1076"/>
          <ac:spMkLst>
            <pc:docMk/>
            <pc:sldMk cId="315754070" sldId="385"/>
            <ac:spMk id="12" creationId="{4D41FAD7-9579-9DA1-4202-72652E20BB62}"/>
          </ac:spMkLst>
        </pc:spChg>
        <pc:spChg chg="add mod">
          <ac:chgData name="蕭兆翔" userId="c09afb0b-60c9-45d8-81f2-4d7aa859f4bf" providerId="ADAL" clId="{1945A1B3-D44F-4AE0-A472-B482D7E57241}" dt="2024-12-02T16:49:20.235" v="7983" actId="1076"/>
          <ac:spMkLst>
            <pc:docMk/>
            <pc:sldMk cId="315754070" sldId="385"/>
            <ac:spMk id="13" creationId="{F7473CE4-4FCA-AE44-7E92-600A85A4D913}"/>
          </ac:spMkLst>
        </pc:spChg>
        <pc:spChg chg="add mod">
          <ac:chgData name="蕭兆翔" userId="c09afb0b-60c9-45d8-81f2-4d7aa859f4bf" providerId="ADAL" clId="{1945A1B3-D44F-4AE0-A472-B482D7E57241}" dt="2024-12-02T16:49:20.235" v="7983" actId="1076"/>
          <ac:spMkLst>
            <pc:docMk/>
            <pc:sldMk cId="315754070" sldId="385"/>
            <ac:spMk id="14" creationId="{976E669A-3B5E-6EC4-0C42-7456D6C7F93D}"/>
          </ac:spMkLst>
        </pc:spChg>
        <pc:spChg chg="add mod">
          <ac:chgData name="蕭兆翔" userId="c09afb0b-60c9-45d8-81f2-4d7aa859f4bf" providerId="ADAL" clId="{1945A1B3-D44F-4AE0-A472-B482D7E57241}" dt="2024-12-02T16:49:42.939" v="7994" actId="207"/>
          <ac:spMkLst>
            <pc:docMk/>
            <pc:sldMk cId="315754070" sldId="385"/>
            <ac:spMk id="16" creationId="{EFDC63D0-F21F-78AF-C57F-4DC2713DD2C4}"/>
          </ac:spMkLst>
        </pc:spChg>
        <pc:grpChg chg="add mod">
          <ac:chgData name="蕭兆翔" userId="c09afb0b-60c9-45d8-81f2-4d7aa859f4bf" providerId="ADAL" clId="{1945A1B3-D44F-4AE0-A472-B482D7E57241}" dt="2024-12-02T16:50:48.076" v="7997" actId="1076"/>
          <ac:grpSpMkLst>
            <pc:docMk/>
            <pc:sldMk cId="315754070" sldId="385"/>
            <ac:grpSpMk id="6" creationId="{E5406586-C2CC-243D-2809-E06A6317BCE2}"/>
          </ac:grpSpMkLst>
        </pc:grpChg>
        <pc:picChg chg="add mod modCrop">
          <ac:chgData name="蕭兆翔" userId="c09afb0b-60c9-45d8-81f2-4d7aa859f4bf" providerId="ADAL" clId="{1945A1B3-D44F-4AE0-A472-B482D7E57241}" dt="2024-12-02T16:50:51.301" v="7998" actId="14100"/>
          <ac:picMkLst>
            <pc:docMk/>
            <pc:sldMk cId="315754070" sldId="385"/>
            <ac:picMk id="2" creationId="{DC632458-0E2D-8832-34C9-2C873F298F7A}"/>
          </ac:picMkLst>
        </pc:picChg>
        <pc:picChg chg="add mod modCrop">
          <ac:chgData name="蕭兆翔" userId="c09afb0b-60c9-45d8-81f2-4d7aa859f4bf" providerId="ADAL" clId="{1945A1B3-D44F-4AE0-A472-B482D7E57241}" dt="2024-12-02T16:49:20.235" v="7983" actId="1076"/>
          <ac:picMkLst>
            <pc:docMk/>
            <pc:sldMk cId="315754070" sldId="385"/>
            <ac:picMk id="7" creationId="{227F1914-EABD-2EA7-5E14-FA9A575632E7}"/>
          </ac:picMkLst>
        </pc:picChg>
        <pc:picChg chg="add mod modCrop">
          <ac:chgData name="蕭兆翔" userId="c09afb0b-60c9-45d8-81f2-4d7aa859f4bf" providerId="ADAL" clId="{1945A1B3-D44F-4AE0-A472-B482D7E57241}" dt="2024-12-02T16:49:30.925" v="7986" actId="1076"/>
          <ac:picMkLst>
            <pc:docMk/>
            <pc:sldMk cId="315754070" sldId="385"/>
            <ac:picMk id="15" creationId="{FC0F5BE9-B8EC-B137-4B58-FE3FA0556B49}"/>
          </ac:picMkLst>
        </pc:picChg>
      </pc:sldChg>
      <pc:sldChg chg="addSp delSp modSp add mod">
        <pc:chgData name="蕭兆翔" userId="c09afb0b-60c9-45d8-81f2-4d7aa859f4bf" providerId="ADAL" clId="{1945A1B3-D44F-4AE0-A472-B482D7E57241}" dt="2024-12-02T17:22:33.285" v="8221" actId="1076"/>
        <pc:sldMkLst>
          <pc:docMk/>
          <pc:sldMk cId="3633042638" sldId="386"/>
        </pc:sldMkLst>
        <pc:spChg chg="mod">
          <ac:chgData name="蕭兆翔" userId="c09afb0b-60c9-45d8-81f2-4d7aa859f4bf" providerId="ADAL" clId="{1945A1B3-D44F-4AE0-A472-B482D7E57241}" dt="2024-12-02T17:14:59.171" v="8122" actId="20577"/>
          <ac:spMkLst>
            <pc:docMk/>
            <pc:sldMk cId="3633042638" sldId="386"/>
            <ac:spMk id="3" creationId="{1204B969-F775-3605-2848-F620722B82CB}"/>
          </ac:spMkLst>
        </pc:spChg>
        <pc:spChg chg="del">
          <ac:chgData name="蕭兆翔" userId="c09afb0b-60c9-45d8-81f2-4d7aa859f4bf" providerId="ADAL" clId="{1945A1B3-D44F-4AE0-A472-B482D7E57241}" dt="2024-12-02T17:15:01.778" v="8123" actId="478"/>
          <ac:spMkLst>
            <pc:docMk/>
            <pc:sldMk cId="3633042638" sldId="386"/>
            <ac:spMk id="5" creationId="{DE377ED2-E24F-9E69-2A89-EACB3262BFA8}"/>
          </ac:spMkLst>
        </pc:spChg>
        <pc:spChg chg="del">
          <ac:chgData name="蕭兆翔" userId="c09afb0b-60c9-45d8-81f2-4d7aa859f4bf" providerId="ADAL" clId="{1945A1B3-D44F-4AE0-A472-B482D7E57241}" dt="2024-12-02T17:15:01.778" v="8123" actId="478"/>
          <ac:spMkLst>
            <pc:docMk/>
            <pc:sldMk cId="3633042638" sldId="386"/>
            <ac:spMk id="9" creationId="{AD533EF4-744D-638E-CA16-EF77DE206FB6}"/>
          </ac:spMkLst>
        </pc:spChg>
        <pc:spChg chg="add mod">
          <ac:chgData name="蕭兆翔" userId="c09afb0b-60c9-45d8-81f2-4d7aa859f4bf" providerId="ADAL" clId="{1945A1B3-D44F-4AE0-A472-B482D7E57241}" dt="2024-12-02T17:16:07.478" v="8152" actId="1076"/>
          <ac:spMkLst>
            <pc:docMk/>
            <pc:sldMk cId="3633042638" sldId="386"/>
            <ac:spMk id="11" creationId="{EA25C15B-A564-F333-A166-52A2B4BACB5F}"/>
          </ac:spMkLst>
        </pc:spChg>
        <pc:spChg chg="del">
          <ac:chgData name="蕭兆翔" userId="c09afb0b-60c9-45d8-81f2-4d7aa859f4bf" providerId="ADAL" clId="{1945A1B3-D44F-4AE0-A472-B482D7E57241}" dt="2024-12-02T17:15:01.778" v="8123" actId="478"/>
          <ac:spMkLst>
            <pc:docMk/>
            <pc:sldMk cId="3633042638" sldId="386"/>
            <ac:spMk id="12" creationId="{E84E0A3E-53D8-782A-D0E4-5D279E8681BC}"/>
          </ac:spMkLst>
        </pc:spChg>
        <pc:spChg chg="mod">
          <ac:chgData name="蕭兆翔" userId="c09afb0b-60c9-45d8-81f2-4d7aa859f4bf" providerId="ADAL" clId="{1945A1B3-D44F-4AE0-A472-B482D7E57241}" dt="2024-12-02T17:16:07.478" v="8152" actId="1076"/>
          <ac:spMkLst>
            <pc:docMk/>
            <pc:sldMk cId="3633042638" sldId="386"/>
            <ac:spMk id="13" creationId="{A582D0D4-7F16-67E4-6854-1ADD258035A6}"/>
          </ac:spMkLst>
        </pc:spChg>
        <pc:spChg chg="del">
          <ac:chgData name="蕭兆翔" userId="c09afb0b-60c9-45d8-81f2-4d7aa859f4bf" providerId="ADAL" clId="{1945A1B3-D44F-4AE0-A472-B482D7E57241}" dt="2024-12-02T17:02:56.143" v="8044" actId="478"/>
          <ac:spMkLst>
            <pc:docMk/>
            <pc:sldMk cId="3633042638" sldId="386"/>
            <ac:spMk id="14" creationId="{8182F316-A0C0-24F9-4DF4-CE44B5485AA5}"/>
          </ac:spMkLst>
        </pc:spChg>
        <pc:spChg chg="mod">
          <ac:chgData name="蕭兆翔" userId="c09afb0b-60c9-45d8-81f2-4d7aa859f4bf" providerId="ADAL" clId="{1945A1B3-D44F-4AE0-A472-B482D7E57241}" dt="2024-12-02T17:16:07.478" v="8152" actId="1076"/>
          <ac:spMkLst>
            <pc:docMk/>
            <pc:sldMk cId="3633042638" sldId="386"/>
            <ac:spMk id="16" creationId="{09D463FA-5603-A9BF-C107-B926503B32F1}"/>
          </ac:spMkLst>
        </pc:spChg>
        <pc:spChg chg="add mod">
          <ac:chgData name="蕭兆翔" userId="c09afb0b-60c9-45d8-81f2-4d7aa859f4bf" providerId="ADAL" clId="{1945A1B3-D44F-4AE0-A472-B482D7E57241}" dt="2024-12-02T17:16:19.561" v="8167" actId="1076"/>
          <ac:spMkLst>
            <pc:docMk/>
            <pc:sldMk cId="3633042638" sldId="386"/>
            <ac:spMk id="17" creationId="{3363FB95-2B53-64D3-A147-FD2FBD43AC1A}"/>
          </ac:spMkLst>
        </pc:spChg>
        <pc:spChg chg="add mod">
          <ac:chgData name="蕭兆翔" userId="c09afb0b-60c9-45d8-81f2-4d7aa859f4bf" providerId="ADAL" clId="{1945A1B3-D44F-4AE0-A472-B482D7E57241}" dt="2024-12-02T17:16:31.341" v="8172" actId="1076"/>
          <ac:spMkLst>
            <pc:docMk/>
            <pc:sldMk cId="3633042638" sldId="386"/>
            <ac:spMk id="18" creationId="{0356EA56-4157-EFFF-007A-E487D12F7CAA}"/>
          </ac:spMkLst>
        </pc:spChg>
        <pc:spChg chg="add mod">
          <ac:chgData name="蕭兆翔" userId="c09afb0b-60c9-45d8-81f2-4d7aa859f4bf" providerId="ADAL" clId="{1945A1B3-D44F-4AE0-A472-B482D7E57241}" dt="2024-12-02T17:22:28.434" v="8220" actId="207"/>
          <ac:spMkLst>
            <pc:docMk/>
            <pc:sldMk cId="3633042638" sldId="386"/>
            <ac:spMk id="20" creationId="{427F5E6E-8F35-0917-1C22-2D6B245DD531}"/>
          </ac:spMkLst>
        </pc:spChg>
        <pc:spChg chg="mod">
          <ac:chgData name="蕭兆翔" userId="c09afb0b-60c9-45d8-81f2-4d7aa859f4bf" providerId="ADAL" clId="{1945A1B3-D44F-4AE0-A472-B482D7E57241}" dt="2024-12-02T17:21:59.186" v="8207" actId="1076"/>
          <ac:spMkLst>
            <pc:docMk/>
            <pc:sldMk cId="3633042638" sldId="386"/>
            <ac:spMk id="23" creationId="{CE329D2D-2A8E-1F92-7283-DDFF86AD0D29}"/>
          </ac:spMkLst>
        </pc:spChg>
        <pc:grpChg chg="del">
          <ac:chgData name="蕭兆翔" userId="c09afb0b-60c9-45d8-81f2-4d7aa859f4bf" providerId="ADAL" clId="{1945A1B3-D44F-4AE0-A472-B482D7E57241}" dt="2024-12-02T17:02:56.143" v="8044" actId="478"/>
          <ac:grpSpMkLst>
            <pc:docMk/>
            <pc:sldMk cId="3633042638" sldId="386"/>
            <ac:grpSpMk id="6" creationId="{D4184A7F-CE16-0ED7-FD1C-BA06C4FD6256}"/>
          </ac:grpSpMkLst>
        </pc:grpChg>
        <pc:grpChg chg="add mod">
          <ac:chgData name="蕭兆翔" userId="c09afb0b-60c9-45d8-81f2-4d7aa859f4bf" providerId="ADAL" clId="{1945A1B3-D44F-4AE0-A472-B482D7E57241}" dt="2024-12-02T17:22:33.285" v="8221" actId="1076"/>
          <ac:grpSpMkLst>
            <pc:docMk/>
            <pc:sldMk cId="3633042638" sldId="386"/>
            <ac:grpSpMk id="21" creationId="{25EE472B-4263-B6BD-F633-ADE44B269237}"/>
          </ac:grpSpMkLst>
        </pc:grpChg>
        <pc:picChg chg="del mod">
          <ac:chgData name="蕭兆翔" userId="c09afb0b-60c9-45d8-81f2-4d7aa859f4bf" providerId="ADAL" clId="{1945A1B3-D44F-4AE0-A472-B482D7E57241}" dt="2024-12-02T17:15:22.565" v="8130" actId="478"/>
          <ac:picMkLst>
            <pc:docMk/>
            <pc:sldMk cId="3633042638" sldId="386"/>
            <ac:picMk id="7" creationId="{2CA6950B-BD73-B647-AF28-CF6070CA6F85}"/>
          </ac:picMkLst>
        </pc:picChg>
        <pc:picChg chg="add mod modCrop">
          <ac:chgData name="蕭兆翔" userId="c09afb0b-60c9-45d8-81f2-4d7aa859f4bf" providerId="ADAL" clId="{1945A1B3-D44F-4AE0-A472-B482D7E57241}" dt="2024-12-02T17:16:07.478" v="8152" actId="1076"/>
          <ac:picMkLst>
            <pc:docMk/>
            <pc:sldMk cId="3633042638" sldId="386"/>
            <ac:picMk id="10" creationId="{A01846DD-E1D9-3271-AD40-940572089A63}"/>
          </ac:picMkLst>
        </pc:picChg>
        <pc:picChg chg="del mod">
          <ac:chgData name="蕭兆翔" userId="c09afb0b-60c9-45d8-81f2-4d7aa859f4bf" providerId="ADAL" clId="{1945A1B3-D44F-4AE0-A472-B482D7E57241}" dt="2024-12-02T17:15:22.124" v="8129" actId="478"/>
          <ac:picMkLst>
            <pc:docMk/>
            <pc:sldMk cId="3633042638" sldId="386"/>
            <ac:picMk id="15" creationId="{66669AE3-3B0A-986F-4452-18FA18FC1135}"/>
          </ac:picMkLst>
        </pc:picChg>
        <pc:picChg chg="mod">
          <ac:chgData name="蕭兆翔" userId="c09afb0b-60c9-45d8-81f2-4d7aa859f4bf" providerId="ADAL" clId="{1945A1B3-D44F-4AE0-A472-B482D7E57241}" dt="2024-12-02T17:21:54.652" v="8205" actId="1076"/>
          <ac:picMkLst>
            <pc:docMk/>
            <pc:sldMk cId="3633042638" sldId="386"/>
            <ac:picMk id="22" creationId="{AC1C96D7-04D0-C933-FD93-062BC95AE3EE}"/>
          </ac:picMkLst>
        </pc:picChg>
      </pc:sldChg>
      <pc:sldChg chg="addSp delSp modSp new del mod ord">
        <pc:chgData name="蕭兆翔" userId="c09afb0b-60c9-45d8-81f2-4d7aa859f4bf" providerId="ADAL" clId="{1945A1B3-D44F-4AE0-A472-B482D7E57241}" dt="2024-12-02T17:10:57.946" v="8066" actId="47"/>
        <pc:sldMkLst>
          <pc:docMk/>
          <pc:sldMk cId="848743817" sldId="387"/>
        </pc:sldMkLst>
        <pc:spChg chg="add mod">
          <ac:chgData name="蕭兆翔" userId="c09afb0b-60c9-45d8-81f2-4d7aa859f4bf" providerId="ADAL" clId="{1945A1B3-D44F-4AE0-A472-B482D7E57241}" dt="2024-12-02T17:10:44.313" v="8063" actId="20577"/>
          <ac:spMkLst>
            <pc:docMk/>
            <pc:sldMk cId="848743817" sldId="387"/>
            <ac:spMk id="5" creationId="{8AEF8444-D28F-AD84-618D-B07E706B4E06}"/>
          </ac:spMkLst>
        </pc:spChg>
        <pc:picChg chg="add del mod">
          <ac:chgData name="蕭兆翔" userId="c09afb0b-60c9-45d8-81f2-4d7aa859f4bf" providerId="ADAL" clId="{1945A1B3-D44F-4AE0-A472-B482D7E57241}" dt="2024-12-02T17:10:53.329" v="8065" actId="478"/>
          <ac:picMkLst>
            <pc:docMk/>
            <pc:sldMk cId="848743817" sldId="387"/>
            <ac:picMk id="4" creationId="{54B9CB95-5F7C-62D4-2F8F-212E00BC2402}"/>
          </ac:picMkLst>
        </pc:picChg>
      </pc:sldChg>
      <pc:sldChg chg="addSp modSp add mod">
        <pc:chgData name="蕭兆翔" userId="c09afb0b-60c9-45d8-81f2-4d7aa859f4bf" providerId="ADAL" clId="{1945A1B3-D44F-4AE0-A472-B482D7E57241}" dt="2024-12-02T17:14:47.696" v="8111" actId="20577"/>
        <pc:sldMkLst>
          <pc:docMk/>
          <pc:sldMk cId="371804138" sldId="388"/>
        </pc:sldMkLst>
        <pc:spChg chg="mod">
          <ac:chgData name="蕭兆翔" userId="c09afb0b-60c9-45d8-81f2-4d7aa859f4bf" providerId="ADAL" clId="{1945A1B3-D44F-4AE0-A472-B482D7E57241}" dt="2024-12-02T17:14:47.696" v="8111" actId="20577"/>
          <ac:spMkLst>
            <pc:docMk/>
            <pc:sldMk cId="371804138" sldId="388"/>
            <ac:spMk id="5" creationId="{18AE30B3-4D19-1776-3988-4476A1F0D22B}"/>
          </ac:spMkLst>
        </pc:spChg>
        <pc:spChg chg="add mod">
          <ac:chgData name="蕭兆翔" userId="c09afb0b-60c9-45d8-81f2-4d7aa859f4bf" providerId="ADAL" clId="{1945A1B3-D44F-4AE0-A472-B482D7E57241}" dt="2024-12-02T17:14:34.094" v="8098" actId="1076"/>
          <ac:spMkLst>
            <pc:docMk/>
            <pc:sldMk cId="371804138" sldId="388"/>
            <ac:spMk id="6" creationId="{A813041D-A99E-D2AB-2A00-56722026B473}"/>
          </ac:spMkLst>
        </pc:spChg>
        <pc:spChg chg="add mod">
          <ac:chgData name="蕭兆翔" userId="c09afb0b-60c9-45d8-81f2-4d7aa859f4bf" providerId="ADAL" clId="{1945A1B3-D44F-4AE0-A472-B482D7E57241}" dt="2024-12-02T17:14:31.614" v="8096" actId="1076"/>
          <ac:spMkLst>
            <pc:docMk/>
            <pc:sldMk cId="371804138" sldId="388"/>
            <ac:spMk id="8" creationId="{C4215F91-BFAA-7E85-3AC2-C1972D20CF75}"/>
          </ac:spMkLst>
        </pc:spChg>
        <pc:picChg chg="mod">
          <ac:chgData name="蕭兆翔" userId="c09afb0b-60c9-45d8-81f2-4d7aa859f4bf" providerId="ADAL" clId="{1945A1B3-D44F-4AE0-A472-B482D7E57241}" dt="2024-12-02T17:14:32.512" v="8097" actId="1076"/>
          <ac:picMkLst>
            <pc:docMk/>
            <pc:sldMk cId="371804138" sldId="388"/>
            <ac:picMk id="4" creationId="{2DA8A675-FD88-2EF9-BC99-B05EE4F5266E}"/>
          </ac:picMkLst>
        </pc:picChg>
      </pc:sldChg>
      <pc:sldChg chg="addSp delSp modSp add mod">
        <pc:chgData name="蕭兆翔" userId="c09afb0b-60c9-45d8-81f2-4d7aa859f4bf" providerId="ADAL" clId="{1945A1B3-D44F-4AE0-A472-B482D7E57241}" dt="2024-12-02T17:55:37.516" v="8802" actId="1076"/>
        <pc:sldMkLst>
          <pc:docMk/>
          <pc:sldMk cId="1555902403" sldId="389"/>
        </pc:sldMkLst>
        <pc:spChg chg="add del mod">
          <ac:chgData name="蕭兆翔" userId="c09afb0b-60c9-45d8-81f2-4d7aa859f4bf" providerId="ADAL" clId="{1945A1B3-D44F-4AE0-A472-B482D7E57241}" dt="2024-12-02T17:40:32.803" v="8536" actId="478"/>
          <ac:spMkLst>
            <pc:docMk/>
            <pc:sldMk cId="1555902403" sldId="389"/>
            <ac:spMk id="2" creationId="{A93B81CF-E3E4-1CB4-8F4D-328D8BC83D7A}"/>
          </ac:spMkLst>
        </pc:spChg>
        <pc:spChg chg="add mod">
          <ac:chgData name="蕭兆翔" userId="c09afb0b-60c9-45d8-81f2-4d7aa859f4bf" providerId="ADAL" clId="{1945A1B3-D44F-4AE0-A472-B482D7E57241}" dt="2024-12-02T17:40:57.069" v="8549" actId="1076"/>
          <ac:spMkLst>
            <pc:docMk/>
            <pc:sldMk cId="1555902403" sldId="389"/>
            <ac:spMk id="5" creationId="{9F4C512F-0AC5-D432-E3F1-A91BB021264C}"/>
          </ac:spMkLst>
        </pc:spChg>
        <pc:spChg chg="del">
          <ac:chgData name="蕭兆翔" userId="c09afb0b-60c9-45d8-81f2-4d7aa859f4bf" providerId="ADAL" clId="{1945A1B3-D44F-4AE0-A472-B482D7E57241}" dt="2024-12-02T17:39:40.759" v="8513" actId="478"/>
          <ac:spMkLst>
            <pc:docMk/>
            <pc:sldMk cId="1555902403" sldId="389"/>
            <ac:spMk id="6" creationId="{9D90B261-ED81-B9B2-9E6F-F5A5673CB21C}"/>
          </ac:spMkLst>
        </pc:spChg>
        <pc:spChg chg="del">
          <ac:chgData name="蕭兆翔" userId="c09afb0b-60c9-45d8-81f2-4d7aa859f4bf" providerId="ADAL" clId="{1945A1B3-D44F-4AE0-A472-B482D7E57241}" dt="2024-12-02T17:39:40.759" v="8513" actId="478"/>
          <ac:spMkLst>
            <pc:docMk/>
            <pc:sldMk cId="1555902403" sldId="389"/>
            <ac:spMk id="7" creationId="{DE3ED37B-E2C6-6211-AE61-2A1B97B91D43}"/>
          </ac:spMkLst>
        </pc:spChg>
        <pc:spChg chg="del">
          <ac:chgData name="蕭兆翔" userId="c09afb0b-60c9-45d8-81f2-4d7aa859f4bf" providerId="ADAL" clId="{1945A1B3-D44F-4AE0-A472-B482D7E57241}" dt="2024-12-02T17:39:40.759" v="8513" actId="478"/>
          <ac:spMkLst>
            <pc:docMk/>
            <pc:sldMk cId="1555902403" sldId="389"/>
            <ac:spMk id="8" creationId="{83290F99-7E22-CA42-4837-72A2A5CA1F91}"/>
          </ac:spMkLst>
        </pc:spChg>
        <pc:spChg chg="del">
          <ac:chgData name="蕭兆翔" userId="c09afb0b-60c9-45d8-81f2-4d7aa859f4bf" providerId="ADAL" clId="{1945A1B3-D44F-4AE0-A472-B482D7E57241}" dt="2024-12-02T17:39:37.185" v="8512" actId="478"/>
          <ac:spMkLst>
            <pc:docMk/>
            <pc:sldMk cId="1555902403" sldId="389"/>
            <ac:spMk id="9" creationId="{7E5FD55D-FD3A-0FB7-C399-95C68172B9E3}"/>
          </ac:spMkLst>
        </pc:spChg>
        <pc:spChg chg="del">
          <ac:chgData name="蕭兆翔" userId="c09afb0b-60c9-45d8-81f2-4d7aa859f4bf" providerId="ADAL" clId="{1945A1B3-D44F-4AE0-A472-B482D7E57241}" dt="2024-12-02T17:39:42.366" v="8514" actId="478"/>
          <ac:spMkLst>
            <pc:docMk/>
            <pc:sldMk cId="1555902403" sldId="389"/>
            <ac:spMk id="11" creationId="{9CF0061B-52F6-59AE-DDBA-407B878E9553}"/>
          </ac:spMkLst>
        </pc:spChg>
        <pc:spChg chg="del">
          <ac:chgData name="蕭兆翔" userId="c09afb0b-60c9-45d8-81f2-4d7aa859f4bf" providerId="ADAL" clId="{1945A1B3-D44F-4AE0-A472-B482D7E57241}" dt="2024-12-02T17:39:40.759" v="8513" actId="478"/>
          <ac:spMkLst>
            <pc:docMk/>
            <pc:sldMk cId="1555902403" sldId="389"/>
            <ac:spMk id="12" creationId="{997B0046-7377-A8D7-F523-62EC6393AB90}"/>
          </ac:spMkLst>
        </pc:spChg>
        <pc:spChg chg="mod">
          <ac:chgData name="蕭兆翔" userId="c09afb0b-60c9-45d8-81f2-4d7aa859f4bf" providerId="ADAL" clId="{1945A1B3-D44F-4AE0-A472-B482D7E57241}" dt="2024-12-02T17:39:46.537" v="8515" actId="1076"/>
          <ac:spMkLst>
            <pc:docMk/>
            <pc:sldMk cId="1555902403" sldId="389"/>
            <ac:spMk id="14" creationId="{5E70A15F-4103-9468-497A-0B9B1717B4F0}"/>
          </ac:spMkLst>
        </pc:spChg>
        <pc:spChg chg="mod">
          <ac:chgData name="蕭兆翔" userId="c09afb0b-60c9-45d8-81f2-4d7aa859f4bf" providerId="ADAL" clId="{1945A1B3-D44F-4AE0-A472-B482D7E57241}" dt="2024-12-02T17:39:48.716" v="8516" actId="1076"/>
          <ac:spMkLst>
            <pc:docMk/>
            <pc:sldMk cId="1555902403" sldId="389"/>
            <ac:spMk id="15" creationId="{E83316DE-6712-1172-6554-4B0E56F63EF6}"/>
          </ac:spMkLst>
        </pc:spChg>
        <pc:spChg chg="add mod">
          <ac:chgData name="蕭兆翔" userId="c09afb0b-60c9-45d8-81f2-4d7aa859f4bf" providerId="ADAL" clId="{1945A1B3-D44F-4AE0-A472-B482D7E57241}" dt="2024-12-02T17:41:20.163" v="8575" actId="207"/>
          <ac:spMkLst>
            <pc:docMk/>
            <pc:sldMk cId="1555902403" sldId="389"/>
            <ac:spMk id="16" creationId="{13FE3362-4DEB-6136-21F0-17D08417B9C0}"/>
          </ac:spMkLst>
        </pc:spChg>
        <pc:spChg chg="add mod">
          <ac:chgData name="蕭兆翔" userId="c09afb0b-60c9-45d8-81f2-4d7aa859f4bf" providerId="ADAL" clId="{1945A1B3-D44F-4AE0-A472-B482D7E57241}" dt="2024-12-02T17:42:23.736" v="8638" actId="1076"/>
          <ac:spMkLst>
            <pc:docMk/>
            <pc:sldMk cId="1555902403" sldId="389"/>
            <ac:spMk id="17" creationId="{BC9971D2-24BD-C058-244A-344AF38F1389}"/>
          </ac:spMkLst>
        </pc:spChg>
        <pc:spChg chg="add mod">
          <ac:chgData name="蕭兆翔" userId="c09afb0b-60c9-45d8-81f2-4d7aa859f4bf" providerId="ADAL" clId="{1945A1B3-D44F-4AE0-A472-B482D7E57241}" dt="2024-12-02T17:42:08.242" v="8628" actId="1076"/>
          <ac:spMkLst>
            <pc:docMk/>
            <pc:sldMk cId="1555902403" sldId="389"/>
            <ac:spMk id="18" creationId="{D11DF37D-816A-0F3D-0E44-3B6A1863292C}"/>
          </ac:spMkLst>
        </pc:spChg>
        <pc:spChg chg="add mod">
          <ac:chgData name="蕭兆翔" userId="c09afb0b-60c9-45d8-81f2-4d7aa859f4bf" providerId="ADAL" clId="{1945A1B3-D44F-4AE0-A472-B482D7E57241}" dt="2024-12-02T17:55:17.872" v="8774" actId="1076"/>
          <ac:spMkLst>
            <pc:docMk/>
            <pc:sldMk cId="1555902403" sldId="389"/>
            <ac:spMk id="19" creationId="{AA46C176-433E-AD52-21BB-05BFD965DBFE}"/>
          </ac:spMkLst>
        </pc:spChg>
        <pc:spChg chg="add del mod">
          <ac:chgData name="蕭兆翔" userId="c09afb0b-60c9-45d8-81f2-4d7aa859f4bf" providerId="ADAL" clId="{1945A1B3-D44F-4AE0-A472-B482D7E57241}" dt="2024-12-02T17:51:23.718" v="8741" actId="478"/>
          <ac:spMkLst>
            <pc:docMk/>
            <pc:sldMk cId="1555902403" sldId="389"/>
            <ac:spMk id="20" creationId="{554E7AC1-7467-4778-CA4F-A746AAF0DC78}"/>
          </ac:spMkLst>
        </pc:spChg>
        <pc:spChg chg="add del mod">
          <ac:chgData name="蕭兆翔" userId="c09afb0b-60c9-45d8-81f2-4d7aa859f4bf" providerId="ADAL" clId="{1945A1B3-D44F-4AE0-A472-B482D7E57241}" dt="2024-12-02T17:49:01.976" v="8727" actId="478"/>
          <ac:spMkLst>
            <pc:docMk/>
            <pc:sldMk cId="1555902403" sldId="389"/>
            <ac:spMk id="22" creationId="{0E0F35DB-54BF-58D9-6B80-1A3860A07E76}"/>
          </ac:spMkLst>
        </pc:spChg>
        <pc:spChg chg="add mod">
          <ac:chgData name="蕭兆翔" userId="c09afb0b-60c9-45d8-81f2-4d7aa859f4bf" providerId="ADAL" clId="{1945A1B3-D44F-4AE0-A472-B482D7E57241}" dt="2024-12-02T17:55:19.074" v="8775" actId="1076"/>
          <ac:spMkLst>
            <pc:docMk/>
            <pc:sldMk cId="1555902403" sldId="389"/>
            <ac:spMk id="24" creationId="{3363807E-FB18-2F78-77A3-9EE7DEA96EF7}"/>
          </ac:spMkLst>
        </pc:spChg>
        <pc:spChg chg="add mod">
          <ac:chgData name="蕭兆翔" userId="c09afb0b-60c9-45d8-81f2-4d7aa859f4bf" providerId="ADAL" clId="{1945A1B3-D44F-4AE0-A472-B482D7E57241}" dt="2024-12-02T17:55:16.667" v="8773" actId="1076"/>
          <ac:spMkLst>
            <pc:docMk/>
            <pc:sldMk cId="1555902403" sldId="389"/>
            <ac:spMk id="25" creationId="{51C55858-44D0-8CD8-EDE0-3D0392584362}"/>
          </ac:spMkLst>
        </pc:spChg>
        <pc:spChg chg="add del mod">
          <ac:chgData name="蕭兆翔" userId="c09afb0b-60c9-45d8-81f2-4d7aa859f4bf" providerId="ADAL" clId="{1945A1B3-D44F-4AE0-A472-B482D7E57241}" dt="2024-12-02T17:55:09.704" v="8769" actId="21"/>
          <ac:spMkLst>
            <pc:docMk/>
            <pc:sldMk cId="1555902403" sldId="389"/>
            <ac:spMk id="26" creationId="{39AF901C-BB92-DC36-2973-43D6C8FA5D28}"/>
          </ac:spMkLst>
        </pc:spChg>
        <pc:spChg chg="add mod">
          <ac:chgData name="蕭兆翔" userId="c09afb0b-60c9-45d8-81f2-4d7aa859f4bf" providerId="ADAL" clId="{1945A1B3-D44F-4AE0-A472-B482D7E57241}" dt="2024-12-02T17:55:37.516" v="8802" actId="1076"/>
          <ac:spMkLst>
            <pc:docMk/>
            <pc:sldMk cId="1555902403" sldId="389"/>
            <ac:spMk id="27" creationId="{BB655E84-09BC-8AA0-4ECB-EDCAA71412C0}"/>
          </ac:spMkLst>
        </pc:spChg>
        <pc:picChg chg="add del mod">
          <ac:chgData name="蕭兆翔" userId="c09afb0b-60c9-45d8-81f2-4d7aa859f4bf" providerId="ADAL" clId="{1945A1B3-D44F-4AE0-A472-B482D7E57241}" dt="2024-12-02T17:47:27.316" v="8684" actId="478"/>
          <ac:picMkLst>
            <pc:docMk/>
            <pc:sldMk cId="1555902403" sldId="389"/>
            <ac:picMk id="2050" creationId="{FB888F2D-7107-FCA2-DD22-0E35119E1A12}"/>
          </ac:picMkLst>
        </pc:picChg>
        <pc:cxnChg chg="add mod">
          <ac:chgData name="蕭兆翔" userId="c09afb0b-60c9-45d8-81f2-4d7aa859f4bf" providerId="ADAL" clId="{1945A1B3-D44F-4AE0-A472-B482D7E57241}" dt="2024-12-02T17:41:05.523" v="8551" actId="208"/>
          <ac:cxnSpMkLst>
            <pc:docMk/>
            <pc:sldMk cId="1555902403" sldId="389"/>
            <ac:cxnSpMk id="13" creationId="{C86DEC05-488A-DD19-06FE-77D90EA00738}"/>
          </ac:cxnSpMkLst>
        </pc:cxnChg>
      </pc:sldChg>
      <pc:sldChg chg="addSp delSp modSp new mod">
        <pc:chgData name="蕭兆翔" userId="c09afb0b-60c9-45d8-81f2-4d7aa859f4bf" providerId="ADAL" clId="{1945A1B3-D44F-4AE0-A472-B482D7E57241}" dt="2024-12-04T05:00:01.776" v="9913" actId="20577"/>
        <pc:sldMkLst>
          <pc:docMk/>
          <pc:sldMk cId="3557900746" sldId="390"/>
        </pc:sldMkLst>
        <pc:spChg chg="add mod">
          <ac:chgData name="蕭兆翔" userId="c09afb0b-60c9-45d8-81f2-4d7aa859f4bf" providerId="ADAL" clId="{1945A1B3-D44F-4AE0-A472-B482D7E57241}" dt="2024-12-02T18:05:15.793" v="9040" actId="1076"/>
          <ac:spMkLst>
            <pc:docMk/>
            <pc:sldMk cId="3557900746" sldId="390"/>
            <ac:spMk id="3" creationId="{230AD2F4-1015-1737-1141-A702CFB66EED}"/>
          </ac:spMkLst>
        </pc:spChg>
        <pc:spChg chg="add mod">
          <ac:chgData name="蕭兆翔" userId="c09afb0b-60c9-45d8-81f2-4d7aa859f4bf" providerId="ADAL" clId="{1945A1B3-D44F-4AE0-A472-B482D7E57241}" dt="2024-12-02T18:05:25.235" v="9043" actId="1076"/>
          <ac:spMkLst>
            <pc:docMk/>
            <pc:sldMk cId="3557900746" sldId="390"/>
            <ac:spMk id="4" creationId="{8EC93C02-7544-5933-8B9F-1E21C6555073}"/>
          </ac:spMkLst>
        </pc:spChg>
        <pc:spChg chg="add mod">
          <ac:chgData name="蕭兆翔" userId="c09afb0b-60c9-45d8-81f2-4d7aa859f4bf" providerId="ADAL" clId="{1945A1B3-D44F-4AE0-A472-B482D7E57241}" dt="2024-12-02T18:05:22.826" v="9042" actId="207"/>
          <ac:spMkLst>
            <pc:docMk/>
            <pc:sldMk cId="3557900746" sldId="390"/>
            <ac:spMk id="5" creationId="{D967F06C-7287-845E-51F2-0E3C4BEE3DF3}"/>
          </ac:spMkLst>
        </pc:spChg>
        <pc:spChg chg="add mod">
          <ac:chgData name="蕭兆翔" userId="c09afb0b-60c9-45d8-81f2-4d7aa859f4bf" providerId="ADAL" clId="{1945A1B3-D44F-4AE0-A472-B482D7E57241}" dt="2024-12-02T18:40:10.215" v="9365" actId="1076"/>
          <ac:spMkLst>
            <pc:docMk/>
            <pc:sldMk cId="3557900746" sldId="390"/>
            <ac:spMk id="7" creationId="{CA473485-4A91-D6D3-4C80-505D94765182}"/>
          </ac:spMkLst>
        </pc:spChg>
        <pc:spChg chg="add del mod">
          <ac:chgData name="蕭兆翔" userId="c09afb0b-60c9-45d8-81f2-4d7aa859f4bf" providerId="ADAL" clId="{1945A1B3-D44F-4AE0-A472-B482D7E57241}" dt="2024-12-02T18:20:30.996" v="9156" actId="478"/>
          <ac:spMkLst>
            <pc:docMk/>
            <pc:sldMk cId="3557900746" sldId="390"/>
            <ac:spMk id="9" creationId="{633CA7ED-0326-3B05-1F3B-39ED172ED487}"/>
          </ac:spMkLst>
        </pc:spChg>
        <pc:spChg chg="add mod">
          <ac:chgData name="蕭兆翔" userId="c09afb0b-60c9-45d8-81f2-4d7aa859f4bf" providerId="ADAL" clId="{1945A1B3-D44F-4AE0-A472-B482D7E57241}" dt="2024-12-02T18:27:46.354" v="9299" actId="20577"/>
          <ac:spMkLst>
            <pc:docMk/>
            <pc:sldMk cId="3557900746" sldId="390"/>
            <ac:spMk id="11" creationId="{A1137138-C037-AF8D-69EA-F7724E866F7E}"/>
          </ac:spMkLst>
        </pc:spChg>
        <pc:spChg chg="add mod">
          <ac:chgData name="蕭兆翔" userId="c09afb0b-60c9-45d8-81f2-4d7aa859f4bf" providerId="ADAL" clId="{1945A1B3-D44F-4AE0-A472-B482D7E57241}" dt="2024-12-04T05:00:01.776" v="9913" actId="20577"/>
          <ac:spMkLst>
            <pc:docMk/>
            <pc:sldMk cId="3557900746" sldId="390"/>
            <ac:spMk id="12" creationId="{DB0E4728-3836-3789-EEA6-F9FC9E3DB3DB}"/>
          </ac:spMkLst>
        </pc:spChg>
        <pc:spChg chg="add mod">
          <ac:chgData name="蕭兆翔" userId="c09afb0b-60c9-45d8-81f2-4d7aa859f4bf" providerId="ADAL" clId="{1945A1B3-D44F-4AE0-A472-B482D7E57241}" dt="2024-12-02T18:34:00.366" v="9309" actId="207"/>
          <ac:spMkLst>
            <pc:docMk/>
            <pc:sldMk cId="3557900746" sldId="390"/>
            <ac:spMk id="26" creationId="{39AF901C-BB92-DC36-2973-43D6C8FA5D28}"/>
          </ac:spMkLst>
        </pc:spChg>
        <pc:cxnChg chg="add mod">
          <ac:chgData name="蕭兆翔" userId="c09afb0b-60c9-45d8-81f2-4d7aa859f4bf" providerId="ADAL" clId="{1945A1B3-D44F-4AE0-A472-B482D7E57241}" dt="2024-12-02T18:37:41.183" v="9357" actId="1076"/>
          <ac:cxnSpMkLst>
            <pc:docMk/>
            <pc:sldMk cId="3557900746" sldId="390"/>
            <ac:cxnSpMk id="14" creationId="{5614EE07-5DDC-BA49-E197-5EB283C0FB48}"/>
          </ac:cxnSpMkLst>
        </pc:cxnChg>
        <pc:cxnChg chg="add mod">
          <ac:chgData name="蕭兆翔" userId="c09afb0b-60c9-45d8-81f2-4d7aa859f4bf" providerId="ADAL" clId="{1945A1B3-D44F-4AE0-A472-B482D7E57241}" dt="2024-12-02T18:37:44.326" v="9359" actId="1076"/>
          <ac:cxnSpMkLst>
            <pc:docMk/>
            <pc:sldMk cId="3557900746" sldId="390"/>
            <ac:cxnSpMk id="15" creationId="{9E4E9BF8-A2D1-20B4-6639-B10246A8085A}"/>
          </ac:cxnSpMkLst>
        </pc:cxnChg>
        <pc:cxnChg chg="add mod">
          <ac:chgData name="蕭兆翔" userId="c09afb0b-60c9-45d8-81f2-4d7aa859f4bf" providerId="ADAL" clId="{1945A1B3-D44F-4AE0-A472-B482D7E57241}" dt="2024-12-02T18:39:53.321" v="9361" actId="1076"/>
          <ac:cxnSpMkLst>
            <pc:docMk/>
            <pc:sldMk cId="3557900746" sldId="390"/>
            <ac:cxnSpMk id="16" creationId="{527636F2-AA13-9C2E-282E-46DF86FC3FE6}"/>
          </ac:cxnSpMkLst>
        </pc:cxnChg>
        <pc:cxnChg chg="add mod">
          <ac:chgData name="蕭兆翔" userId="c09afb0b-60c9-45d8-81f2-4d7aa859f4bf" providerId="ADAL" clId="{1945A1B3-D44F-4AE0-A472-B482D7E57241}" dt="2024-12-02T18:39:55.767" v="9363" actId="1076"/>
          <ac:cxnSpMkLst>
            <pc:docMk/>
            <pc:sldMk cId="3557900746" sldId="390"/>
            <ac:cxnSpMk id="17" creationId="{B6567D2E-BF54-55D8-E455-B92E476DC50A}"/>
          </ac:cxnSpMkLst>
        </pc:cxnChg>
      </pc:sldChg>
      <pc:sldChg chg="addSp delSp modSp add mod">
        <pc:chgData name="蕭兆翔" userId="c09afb0b-60c9-45d8-81f2-4d7aa859f4bf" providerId="ADAL" clId="{1945A1B3-D44F-4AE0-A472-B482D7E57241}" dt="2024-12-04T05:01:49.117" v="9944" actId="1076"/>
        <pc:sldMkLst>
          <pc:docMk/>
          <pc:sldMk cId="2605921587" sldId="391"/>
        </pc:sldMkLst>
        <pc:spChg chg="mod">
          <ac:chgData name="蕭兆翔" userId="c09afb0b-60c9-45d8-81f2-4d7aa859f4bf" providerId="ADAL" clId="{1945A1B3-D44F-4AE0-A472-B482D7E57241}" dt="2024-12-04T05:00:10.838" v="9915" actId="20577"/>
          <ac:spMkLst>
            <pc:docMk/>
            <pc:sldMk cId="2605921587" sldId="391"/>
            <ac:spMk id="3" creationId="{501BEA08-A15F-E7BD-9A05-88C6A36A7FEB}"/>
          </ac:spMkLst>
        </pc:spChg>
        <pc:spChg chg="del">
          <ac:chgData name="蕭兆翔" userId="c09afb0b-60c9-45d8-81f2-4d7aa859f4bf" providerId="ADAL" clId="{1945A1B3-D44F-4AE0-A472-B482D7E57241}" dt="2024-12-02T18:40:41.888" v="9370" actId="478"/>
          <ac:spMkLst>
            <pc:docMk/>
            <pc:sldMk cId="2605921587" sldId="391"/>
            <ac:spMk id="4" creationId="{B3A5DAA5-2335-AAB3-5F10-EE2D541F0C37}"/>
          </ac:spMkLst>
        </pc:spChg>
        <pc:spChg chg="add mod">
          <ac:chgData name="蕭兆翔" userId="c09afb0b-60c9-45d8-81f2-4d7aa859f4bf" providerId="ADAL" clId="{1945A1B3-D44F-4AE0-A472-B482D7E57241}" dt="2024-12-04T05:01:49.117" v="9944" actId="1076"/>
          <ac:spMkLst>
            <pc:docMk/>
            <pc:sldMk cId="2605921587" sldId="391"/>
            <ac:spMk id="5" creationId="{08475BE0-7363-67B0-3E73-F68EC48C5B16}"/>
          </ac:spMkLst>
        </pc:spChg>
        <pc:spChg chg="del">
          <ac:chgData name="蕭兆翔" userId="c09afb0b-60c9-45d8-81f2-4d7aa859f4bf" providerId="ADAL" clId="{1945A1B3-D44F-4AE0-A472-B482D7E57241}" dt="2024-12-02T18:41:44.451" v="9398" actId="478"/>
          <ac:spMkLst>
            <pc:docMk/>
            <pc:sldMk cId="2605921587" sldId="391"/>
            <ac:spMk id="5" creationId="{0B2459AF-D490-436C-262D-CC4C6BFC0723}"/>
          </ac:spMkLst>
        </pc:spChg>
        <pc:spChg chg="del">
          <ac:chgData name="蕭兆翔" userId="c09afb0b-60c9-45d8-81f2-4d7aa859f4bf" providerId="ADAL" clId="{1945A1B3-D44F-4AE0-A472-B482D7E57241}" dt="2024-12-02T18:40:40.457" v="9369" actId="478"/>
          <ac:spMkLst>
            <pc:docMk/>
            <pc:sldMk cId="2605921587" sldId="391"/>
            <ac:spMk id="7" creationId="{509A2B93-8A48-291A-9910-A8285C3EC74F}"/>
          </ac:spMkLst>
        </pc:spChg>
        <pc:spChg chg="del">
          <ac:chgData name="蕭兆翔" userId="c09afb0b-60c9-45d8-81f2-4d7aa859f4bf" providerId="ADAL" clId="{1945A1B3-D44F-4AE0-A472-B482D7E57241}" dt="2024-12-02T18:41:51.880" v="9400" actId="478"/>
          <ac:spMkLst>
            <pc:docMk/>
            <pc:sldMk cId="2605921587" sldId="391"/>
            <ac:spMk id="11" creationId="{EB7C7D37-EF07-865D-296C-28D8184E7579}"/>
          </ac:spMkLst>
        </pc:spChg>
        <pc:spChg chg="del">
          <ac:chgData name="蕭兆翔" userId="c09afb0b-60c9-45d8-81f2-4d7aa859f4bf" providerId="ADAL" clId="{1945A1B3-D44F-4AE0-A472-B482D7E57241}" dt="2024-12-02T18:40:39.059" v="9368" actId="478"/>
          <ac:spMkLst>
            <pc:docMk/>
            <pc:sldMk cId="2605921587" sldId="391"/>
            <ac:spMk id="12" creationId="{19F98C4F-33E7-7F35-4BAF-FF902E2A898D}"/>
          </ac:spMkLst>
        </pc:spChg>
        <pc:spChg chg="mod">
          <ac:chgData name="蕭兆翔" userId="c09afb0b-60c9-45d8-81f2-4d7aa859f4bf" providerId="ADAL" clId="{1945A1B3-D44F-4AE0-A472-B482D7E57241}" dt="2024-12-04T05:00:08.361" v="9914" actId="20577"/>
          <ac:spMkLst>
            <pc:docMk/>
            <pc:sldMk cId="2605921587" sldId="391"/>
            <ac:spMk id="26" creationId="{FE8CF8C3-7175-F791-5336-423E05AD8211}"/>
          </ac:spMkLst>
        </pc:spChg>
        <pc:spChg chg="mod">
          <ac:chgData name="蕭兆翔" userId="c09afb0b-60c9-45d8-81f2-4d7aa859f4bf" providerId="ADAL" clId="{1945A1B3-D44F-4AE0-A472-B482D7E57241}" dt="2024-12-04T05:00:13.970" v="9916" actId="20577"/>
          <ac:spMkLst>
            <pc:docMk/>
            <pc:sldMk cId="2605921587" sldId="391"/>
            <ac:spMk id="33" creationId="{2DE51A3F-E0C3-3BC9-13D8-A815027D9BF4}"/>
          </ac:spMkLst>
        </pc:spChg>
        <pc:spChg chg="add mod">
          <ac:chgData name="蕭兆翔" userId="c09afb0b-60c9-45d8-81f2-4d7aa859f4bf" providerId="ADAL" clId="{1945A1B3-D44F-4AE0-A472-B482D7E57241}" dt="2024-12-04T05:00:16.249" v="9917" actId="20577"/>
          <ac:spMkLst>
            <pc:docMk/>
            <pc:sldMk cId="2605921587" sldId="391"/>
            <ac:spMk id="34" creationId="{E2B4E784-6CA7-AB4D-C3CA-81D96CC4742C}"/>
          </ac:spMkLst>
        </pc:spChg>
        <pc:spChg chg="add mod">
          <ac:chgData name="蕭兆翔" userId="c09afb0b-60c9-45d8-81f2-4d7aa859f4bf" providerId="ADAL" clId="{1945A1B3-D44F-4AE0-A472-B482D7E57241}" dt="2024-12-02T18:51:36.807" v="9637" actId="1076"/>
          <ac:spMkLst>
            <pc:docMk/>
            <pc:sldMk cId="2605921587" sldId="391"/>
            <ac:spMk id="35" creationId="{161A3CAB-1002-3EC1-64EB-2E364146CF48}"/>
          </ac:spMkLst>
        </pc:spChg>
        <pc:spChg chg="add mod">
          <ac:chgData name="蕭兆翔" userId="c09afb0b-60c9-45d8-81f2-4d7aa859f4bf" providerId="ADAL" clId="{1945A1B3-D44F-4AE0-A472-B482D7E57241}" dt="2024-12-04T05:00:19.556" v="9918" actId="20577"/>
          <ac:spMkLst>
            <pc:docMk/>
            <pc:sldMk cId="2605921587" sldId="391"/>
            <ac:spMk id="37" creationId="{51E1D05A-1103-0385-851C-41E9585784F5}"/>
          </ac:spMkLst>
        </pc:spChg>
        <pc:spChg chg="add del">
          <ac:chgData name="蕭兆翔" userId="c09afb0b-60c9-45d8-81f2-4d7aa859f4bf" providerId="ADAL" clId="{1945A1B3-D44F-4AE0-A472-B482D7E57241}" dt="2024-12-02T18:53:46.005" v="9640" actId="22"/>
          <ac:spMkLst>
            <pc:docMk/>
            <pc:sldMk cId="2605921587" sldId="391"/>
            <ac:spMk id="44" creationId="{B00567E7-20DE-69A2-594F-2ABFEE4A0C2C}"/>
          </ac:spMkLst>
        </pc:spChg>
        <pc:spChg chg="add mod">
          <ac:chgData name="蕭兆翔" userId="c09afb0b-60c9-45d8-81f2-4d7aa859f4bf" providerId="ADAL" clId="{1945A1B3-D44F-4AE0-A472-B482D7E57241}" dt="2024-12-04T05:00:27.223" v="9919" actId="20577"/>
          <ac:spMkLst>
            <pc:docMk/>
            <pc:sldMk cId="2605921587" sldId="391"/>
            <ac:spMk id="45" creationId="{9AE99ACD-9EE9-B8D5-50DF-4FBB5A64A12E}"/>
          </ac:spMkLst>
        </pc:spChg>
        <pc:spChg chg="add mod">
          <ac:chgData name="蕭兆翔" userId="c09afb0b-60c9-45d8-81f2-4d7aa859f4bf" providerId="ADAL" clId="{1945A1B3-D44F-4AE0-A472-B482D7E57241}" dt="2024-12-04T05:00:32.995" v="9921" actId="20577"/>
          <ac:spMkLst>
            <pc:docMk/>
            <pc:sldMk cId="2605921587" sldId="391"/>
            <ac:spMk id="46" creationId="{16270C08-F279-E4D2-CDE5-8846DE7C34B9}"/>
          </ac:spMkLst>
        </pc:spChg>
        <pc:spChg chg="add mod">
          <ac:chgData name="蕭兆翔" userId="c09afb0b-60c9-45d8-81f2-4d7aa859f4bf" providerId="ADAL" clId="{1945A1B3-D44F-4AE0-A472-B482D7E57241}" dt="2024-12-02T18:56:02.575" v="9702" actId="1076"/>
          <ac:spMkLst>
            <pc:docMk/>
            <pc:sldMk cId="2605921587" sldId="391"/>
            <ac:spMk id="47" creationId="{4CC2429E-172C-5C7E-5F47-897D3C468AC9}"/>
          </ac:spMkLst>
        </pc:spChg>
        <pc:spChg chg="add mod">
          <ac:chgData name="蕭兆翔" userId="c09afb0b-60c9-45d8-81f2-4d7aa859f4bf" providerId="ADAL" clId="{1945A1B3-D44F-4AE0-A472-B482D7E57241}" dt="2024-12-02T18:56:02.575" v="9702" actId="1076"/>
          <ac:spMkLst>
            <pc:docMk/>
            <pc:sldMk cId="2605921587" sldId="391"/>
            <ac:spMk id="48" creationId="{A41F80AE-5716-580C-1AC7-864CEFA69260}"/>
          </ac:spMkLst>
        </pc:spChg>
        <pc:spChg chg="add del">
          <ac:chgData name="蕭兆翔" userId="c09afb0b-60c9-45d8-81f2-4d7aa859f4bf" providerId="ADAL" clId="{1945A1B3-D44F-4AE0-A472-B482D7E57241}" dt="2024-12-02T18:56:06.818" v="9704" actId="478"/>
          <ac:spMkLst>
            <pc:docMk/>
            <pc:sldMk cId="2605921587" sldId="391"/>
            <ac:spMk id="49" creationId="{14BDA57D-8A13-0034-CF27-CD5DC426F043}"/>
          </ac:spMkLst>
        </pc:spChg>
        <pc:spChg chg="add mod">
          <ac:chgData name="蕭兆翔" userId="c09afb0b-60c9-45d8-81f2-4d7aa859f4bf" providerId="ADAL" clId="{1945A1B3-D44F-4AE0-A472-B482D7E57241}" dt="2024-12-02T18:57:42.477" v="9826" actId="1076"/>
          <ac:spMkLst>
            <pc:docMk/>
            <pc:sldMk cId="2605921587" sldId="391"/>
            <ac:spMk id="50" creationId="{83124743-D073-12F8-3936-165C633A4105}"/>
          </ac:spMkLst>
        </pc:spChg>
        <pc:spChg chg="add mod">
          <ac:chgData name="蕭兆翔" userId="c09afb0b-60c9-45d8-81f2-4d7aa859f4bf" providerId="ADAL" clId="{1945A1B3-D44F-4AE0-A472-B482D7E57241}" dt="2024-12-02T18:57:44.149" v="9827" actId="1076"/>
          <ac:spMkLst>
            <pc:docMk/>
            <pc:sldMk cId="2605921587" sldId="391"/>
            <ac:spMk id="51" creationId="{0F468D0A-9F41-D1B5-428D-F35E6C8B1634}"/>
          </ac:spMkLst>
        </pc:spChg>
        <pc:spChg chg="add mod">
          <ac:chgData name="蕭兆翔" userId="c09afb0b-60c9-45d8-81f2-4d7aa859f4bf" providerId="ADAL" clId="{1945A1B3-D44F-4AE0-A472-B482D7E57241}" dt="2024-12-02T18:57:37.632" v="9823" actId="207"/>
          <ac:spMkLst>
            <pc:docMk/>
            <pc:sldMk cId="2605921587" sldId="391"/>
            <ac:spMk id="52" creationId="{9F7FA7F6-689A-DC99-42CA-C510A9F14512}"/>
          </ac:spMkLst>
        </pc:spChg>
        <pc:cxnChg chg="add mod">
          <ac:chgData name="蕭兆翔" userId="c09afb0b-60c9-45d8-81f2-4d7aa859f4bf" providerId="ADAL" clId="{1945A1B3-D44F-4AE0-A472-B482D7E57241}" dt="2024-12-02T18:51:05.004" v="9626" actId="14100"/>
          <ac:cxnSpMkLst>
            <pc:docMk/>
            <pc:sldMk cId="2605921587" sldId="391"/>
            <ac:cxnSpMk id="8" creationId="{FEDEFB4F-A5BF-A3E6-2C18-44AA8D9A8EBC}"/>
          </ac:cxnSpMkLst>
        </pc:cxnChg>
        <pc:cxnChg chg="add mod">
          <ac:chgData name="蕭兆翔" userId="c09afb0b-60c9-45d8-81f2-4d7aa859f4bf" providerId="ADAL" clId="{1945A1B3-D44F-4AE0-A472-B482D7E57241}" dt="2024-12-02T18:51:13.457" v="9630" actId="14100"/>
          <ac:cxnSpMkLst>
            <pc:docMk/>
            <pc:sldMk cId="2605921587" sldId="391"/>
            <ac:cxnSpMk id="9" creationId="{D3ACCEEB-5709-636E-4938-AB0296A8FA2E}"/>
          </ac:cxnSpMkLst>
        </pc:cxnChg>
        <pc:cxnChg chg="del">
          <ac:chgData name="蕭兆翔" userId="c09afb0b-60c9-45d8-81f2-4d7aa859f4bf" providerId="ADAL" clId="{1945A1B3-D44F-4AE0-A472-B482D7E57241}" dt="2024-12-02T18:41:18.858" v="9385" actId="478"/>
          <ac:cxnSpMkLst>
            <pc:docMk/>
            <pc:sldMk cId="2605921587" sldId="391"/>
            <ac:cxnSpMk id="14" creationId="{807369E3-6EE4-FA5E-8EA2-384EAC1965B9}"/>
          </ac:cxnSpMkLst>
        </pc:cxnChg>
        <pc:cxnChg chg="del">
          <ac:chgData name="蕭兆翔" userId="c09afb0b-60c9-45d8-81f2-4d7aa859f4bf" providerId="ADAL" clId="{1945A1B3-D44F-4AE0-A472-B482D7E57241}" dt="2024-12-02T18:40:55.384" v="9374" actId="478"/>
          <ac:cxnSpMkLst>
            <pc:docMk/>
            <pc:sldMk cId="2605921587" sldId="391"/>
            <ac:cxnSpMk id="15" creationId="{D94E4051-5BD9-7BDC-6C0B-572B7F395957}"/>
          </ac:cxnSpMkLst>
        </pc:cxnChg>
        <pc:cxnChg chg="del">
          <ac:chgData name="蕭兆翔" userId="c09afb0b-60c9-45d8-81f2-4d7aa859f4bf" providerId="ADAL" clId="{1945A1B3-D44F-4AE0-A472-B482D7E57241}" dt="2024-12-02T18:40:56.355" v="9375" actId="478"/>
          <ac:cxnSpMkLst>
            <pc:docMk/>
            <pc:sldMk cId="2605921587" sldId="391"/>
            <ac:cxnSpMk id="16" creationId="{E0F396BB-8795-ADE5-B1F3-98636DA02145}"/>
          </ac:cxnSpMkLst>
        </pc:cxnChg>
        <pc:cxnChg chg="del">
          <ac:chgData name="蕭兆翔" userId="c09afb0b-60c9-45d8-81f2-4d7aa859f4bf" providerId="ADAL" clId="{1945A1B3-D44F-4AE0-A472-B482D7E57241}" dt="2024-12-02T18:40:54.799" v="9373" actId="478"/>
          <ac:cxnSpMkLst>
            <pc:docMk/>
            <pc:sldMk cId="2605921587" sldId="391"/>
            <ac:cxnSpMk id="17" creationId="{200884C3-1028-D452-60ED-6D66EAEBE555}"/>
          </ac:cxnSpMkLst>
        </pc:cxnChg>
        <pc:cxnChg chg="add mod">
          <ac:chgData name="蕭兆翔" userId="c09afb0b-60c9-45d8-81f2-4d7aa859f4bf" providerId="ADAL" clId="{1945A1B3-D44F-4AE0-A472-B482D7E57241}" dt="2024-12-02T18:51:06.982" v="9627" actId="14100"/>
          <ac:cxnSpMkLst>
            <pc:docMk/>
            <pc:sldMk cId="2605921587" sldId="391"/>
            <ac:cxnSpMk id="18" creationId="{5EEAC880-1FE1-9827-623A-8948A7DA5A3C}"/>
          </ac:cxnSpMkLst>
        </pc:cxnChg>
        <pc:cxnChg chg="add mod">
          <ac:chgData name="蕭兆翔" userId="c09afb0b-60c9-45d8-81f2-4d7aa859f4bf" providerId="ADAL" clId="{1945A1B3-D44F-4AE0-A472-B482D7E57241}" dt="2024-12-02T18:51:09.788" v="9628" actId="14100"/>
          <ac:cxnSpMkLst>
            <pc:docMk/>
            <pc:sldMk cId="2605921587" sldId="391"/>
            <ac:cxnSpMk id="21" creationId="{F2E9B883-A093-0678-BBCD-0F3260848C3C}"/>
          </ac:cxnSpMkLst>
        </pc:cxnChg>
        <pc:cxnChg chg="add mod">
          <ac:chgData name="蕭兆翔" userId="c09afb0b-60c9-45d8-81f2-4d7aa859f4bf" providerId="ADAL" clId="{1945A1B3-D44F-4AE0-A472-B482D7E57241}" dt="2024-12-02T18:51:11.625" v="9629" actId="14100"/>
          <ac:cxnSpMkLst>
            <pc:docMk/>
            <pc:sldMk cId="2605921587" sldId="391"/>
            <ac:cxnSpMk id="29" creationId="{1000AE88-B1BC-A766-DAD8-68D68A99B4DC}"/>
          </ac:cxnSpMkLst>
        </pc:cxnChg>
      </pc:sldChg>
      <pc:sldChg chg="addSp delSp modSp new mod">
        <pc:chgData name="蕭兆翔" userId="c09afb0b-60c9-45d8-81f2-4d7aa859f4bf" providerId="ADAL" clId="{1945A1B3-D44F-4AE0-A472-B482D7E57241}" dt="2024-12-02T18:59:30.641" v="9884" actId="1076"/>
        <pc:sldMkLst>
          <pc:docMk/>
          <pc:sldMk cId="2319472876" sldId="392"/>
        </pc:sldMkLst>
        <pc:spChg chg="add mod">
          <ac:chgData name="蕭兆翔" userId="c09afb0b-60c9-45d8-81f2-4d7aa859f4bf" providerId="ADAL" clId="{1945A1B3-D44F-4AE0-A472-B482D7E57241}" dt="2024-12-02T18:59:01.036" v="9878" actId="20577"/>
          <ac:spMkLst>
            <pc:docMk/>
            <pc:sldMk cId="2319472876" sldId="392"/>
            <ac:spMk id="8" creationId="{A4EE3EE7-56F2-3B37-D4AB-E0EBA38CC7BD}"/>
          </ac:spMkLst>
        </pc:spChg>
        <pc:spChg chg="add mod">
          <ac:chgData name="蕭兆翔" userId="c09afb0b-60c9-45d8-81f2-4d7aa859f4bf" providerId="ADAL" clId="{1945A1B3-D44F-4AE0-A472-B482D7E57241}" dt="2024-12-02T18:59:30.641" v="9884" actId="1076"/>
          <ac:spMkLst>
            <pc:docMk/>
            <pc:sldMk cId="2319472876" sldId="392"/>
            <ac:spMk id="9" creationId="{61D3F919-F844-A4B0-EB01-86D28C30EAA4}"/>
          </ac:spMkLst>
        </pc:spChg>
        <pc:picChg chg="add del mod modCrop">
          <ac:chgData name="蕭兆翔" userId="c09afb0b-60c9-45d8-81f2-4d7aa859f4bf" providerId="ADAL" clId="{1945A1B3-D44F-4AE0-A472-B482D7E57241}" dt="2024-12-02T18:58:38.982" v="9835" actId="478"/>
          <ac:picMkLst>
            <pc:docMk/>
            <pc:sldMk cId="2319472876" sldId="392"/>
            <ac:picMk id="4" creationId="{2D5A0D6F-B74E-6C8A-1CED-CD5A66B72304}"/>
          </ac:picMkLst>
        </pc:picChg>
        <pc:picChg chg="add mod">
          <ac:chgData name="蕭兆翔" userId="c09afb0b-60c9-45d8-81f2-4d7aa859f4bf" providerId="ADAL" clId="{1945A1B3-D44F-4AE0-A472-B482D7E57241}" dt="2024-12-02T18:59:26.746" v="9883" actId="1076"/>
          <ac:picMkLst>
            <pc:docMk/>
            <pc:sldMk cId="2319472876" sldId="392"/>
            <ac:picMk id="5" creationId="{55F14F2B-9AB4-C445-4249-FF4AF2004046}"/>
          </ac:picMkLst>
        </pc:picChg>
        <pc:picChg chg="add mod">
          <ac:chgData name="蕭兆翔" userId="c09afb0b-60c9-45d8-81f2-4d7aa859f4bf" providerId="ADAL" clId="{1945A1B3-D44F-4AE0-A472-B482D7E57241}" dt="2024-12-02T18:59:26.746" v="9883" actId="1076"/>
          <ac:picMkLst>
            <pc:docMk/>
            <pc:sldMk cId="2319472876" sldId="392"/>
            <ac:picMk id="6" creationId="{019E8225-80AC-FAF9-AFCB-916B74288FFF}"/>
          </ac:picMkLst>
        </pc:picChg>
        <pc:picChg chg="add mod">
          <ac:chgData name="蕭兆翔" userId="c09afb0b-60c9-45d8-81f2-4d7aa859f4bf" providerId="ADAL" clId="{1945A1B3-D44F-4AE0-A472-B482D7E57241}" dt="2024-12-02T18:59:26.746" v="9883" actId="1076"/>
          <ac:picMkLst>
            <pc:docMk/>
            <pc:sldMk cId="2319472876" sldId="392"/>
            <ac:picMk id="7" creationId="{31B3CA0D-C2B5-D440-6D6F-6F4EC66A7A0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036B33-4DE9-4022-BEE1-6192BFC46742}" type="datetimeFigureOut">
              <a:rPr lang="zh-TW" altLang="en-US" smtClean="0"/>
              <a:t>2024/12/17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5B8B61-B51D-4C94-9A35-773C3DB3FC1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8333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111973-BDC9-ADF0-35F7-7D189C2C72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A40C414-BDCF-9EAE-ED7C-2BE8C4B912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52DC145-36D2-54DD-9BA5-CA2952280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A46A1-2FEA-4C80-BDD7-21D72B83C178}" type="datetime1">
              <a:rPr lang="zh-TW" altLang="en-US" smtClean="0"/>
              <a:t>2024/12/17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0020E52-D3E1-2E00-CF48-A78736249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EA4BBBB-A377-D9EB-EA18-7E9C0D0C8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2162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733CFF-E294-8B2E-1D1D-0E8AAAB96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72E57A-65AD-50FD-15CA-FB40CBFB1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B41CCE-B231-FF95-6638-67039939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75CD7-CBDE-4A3B-8890-54D03DD29ED6}" type="datetime1">
              <a:rPr lang="zh-TW" altLang="en-US" smtClean="0"/>
              <a:t>2024/12/17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2CE8D9-A8CD-F6B1-CE89-F02918038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2177334-1675-7F06-E904-AE888F67F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7109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DCA0CC-B411-E69F-F70B-CE84F0915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0472593-362D-F34D-D798-AD4D2686E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93B074-3AE1-AB5E-6EE6-23276D769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6CAFE2-45CE-43C4-9F03-6AFA925586B3}" type="datetime1">
              <a:rPr lang="zh-TW" altLang="en-US" smtClean="0"/>
              <a:t>2024/12/17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55A56D2-4EF9-9FEE-C7F6-7B252BB69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5638B0D-E5E9-3F28-89A6-3FA6C025D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3426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317513-6104-C09D-4295-91A214EE2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325026-1AA6-6D42-D1CF-0A8E47047E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F79FF06-32A8-2189-8120-C4C0C804EA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FF27E98-8FA5-DF74-DE08-81F684B6A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E6768-06DC-4C9D-9036-E6B8A0CCB622}" type="datetime1">
              <a:rPr lang="zh-TW" altLang="en-US" smtClean="0"/>
              <a:t>2024/12/17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D5AB5E1-3AFF-694C-3CCC-426B084E2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9ECB3FC-FCFC-AB49-8E5A-0A80D9947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8541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19A209-B721-44FC-0A01-EE3594924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79480B-C5E5-746A-BEA1-4989C883B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406F5F6-2FF2-D584-FAA6-93392C632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FADAC53-2C30-2CBA-C256-3CCAB72364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EA4960E-9AFC-25AB-8013-311F9A5CE8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E05D33D-0C87-8578-E94F-BE0FC46F2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9473-8C4B-404F-9BA3-EBD755789FAA}" type="datetime1">
              <a:rPr lang="zh-TW" altLang="en-US" smtClean="0"/>
              <a:t>2024/12/17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9F88EF6-91E1-1B92-4CE7-0052063E4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7178E5D-3328-1466-666F-831C82A6B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5898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7DFE72-9169-D048-B461-503C9CFC2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8718450-C4AA-2B7F-0DC8-6E7F8DC6F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E749A-4913-4F90-BA08-1CBE1F673973}" type="datetime1">
              <a:rPr lang="zh-TW" altLang="en-US" smtClean="0"/>
              <a:t>2024/12/17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1DD51B5-1BA4-CF5F-8E46-396667D28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A0AA3D9-D503-43BB-C077-5068A071B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4291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1DB785E-32CD-4D3D-C4A7-BE5D1304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7241B-D94F-4883-8A93-EE44969C3CED}" type="datetime1">
              <a:rPr lang="zh-TW" altLang="en-US" smtClean="0"/>
              <a:t>2024/12/17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D824683-7557-6A25-E87C-83690A38B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09A61D3-9A4A-1411-74EB-9B3E4E64C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7962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942028-C333-54DD-8629-1DB2CA14F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03A50B-AC6D-B3FB-405B-A9E5A590A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FA0CEBF-8479-223F-C634-7ADE4DA3E6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7FA64FE-2CDB-D9F6-5D16-A1D8D0B74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81933-14A8-41E4-ACA5-0017D375BA5A}" type="datetime1">
              <a:rPr lang="zh-TW" altLang="en-US" smtClean="0"/>
              <a:t>2024/12/17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EE14081-34A8-2027-794C-2C5CF4613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7A3B018-278E-3EA7-CF18-44DDE4163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5389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74FC54-E23A-C37F-1EC8-59EAC36DE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29F737B-B95F-C7D4-6B78-FAFD5FBA38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7E210BB-D902-282D-0A99-A6C772C1F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375CDE2-4A0B-35D8-A016-96FAC306B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CD352-3E68-42EA-A41F-9D0815F804CE}" type="datetime1">
              <a:rPr lang="zh-TW" altLang="en-US" smtClean="0"/>
              <a:t>2024/12/17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62F7669-71B7-A9E2-7C32-902F0378E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BBB5F08-86A1-A4CA-A3AB-35310DB08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1186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D9514-6A59-8F7D-D492-D9DAB1163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E8DF920-422E-A9D5-CE18-6C969E5DA8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894E6F4-046A-C714-F798-2B987752D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05E43-DC3C-4C4D-B851-4F3E246353D9}" type="datetime1">
              <a:rPr lang="zh-TW" altLang="en-US" smtClean="0"/>
              <a:t>2024/12/17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DD6A372-1765-57E0-7FEB-F516C3166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4DF7441-3856-95AD-7FA4-1F3CD3C54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6262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66533B3-C78D-2A42-F1F8-2FBB810BDB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8814556-CB22-D073-BD57-98B1523EF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85B6D0-9F99-4250-7030-4FF0C414A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1693B-69F1-4A8E-948B-E93836FA6DB3}" type="datetime1">
              <a:rPr lang="zh-TW" altLang="en-US" smtClean="0"/>
              <a:t>2024/12/17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CFCFE9D-9C9C-78C5-153F-2382C180A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E42AB41-303D-D2CC-767B-BA57E26A8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7823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6F825CE-A531-DFA9-8313-2EA3BB30F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A9FD70C-B749-0F32-E6A7-18F5B18C8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80E6A94-D0F5-8912-A5C2-DC553E4C2E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6F0F7B-2AA7-4FDF-9983-C1BBD150C2FB}" type="datetime1">
              <a:rPr lang="zh-TW" altLang="en-US" smtClean="0"/>
              <a:t>2024/12/17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D30CF90-211C-709C-E0C5-D19BD90925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0970CC7-F157-CAFA-ED54-9CBDB784AE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3243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https://www.youtube.com/watch?v=5nZGnYPyKLU&amp;t=16s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F5AE22FC-AF5D-80D6-CC9F-1199F201F39A}"/>
              </a:ext>
            </a:extLst>
          </p:cNvPr>
          <p:cNvSpPr txBox="1"/>
          <p:nvPr/>
        </p:nvSpPr>
        <p:spPr>
          <a:xfrm>
            <a:off x="0" y="3646424"/>
            <a:ext cx="12192000" cy="1482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教師</a:t>
            </a:r>
            <a:r>
              <a:rPr lang="en-US" altLang="zh-TW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許閔傑、蕭兆翔 </a:t>
            </a:r>
            <a:endParaRPr lang="en-US" altLang="zh-TW" sz="32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助教</a:t>
            </a:r>
            <a:r>
              <a:rPr lang="en-US" altLang="zh-TW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莊媞涵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49B9DE3-2C0C-4512-514F-D92557F4E5E7}"/>
              </a:ext>
            </a:extLst>
          </p:cNvPr>
          <p:cNvSpPr txBox="1"/>
          <p:nvPr/>
        </p:nvSpPr>
        <p:spPr>
          <a:xfrm>
            <a:off x="0" y="2011248"/>
            <a:ext cx="1219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7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影像處理</a:t>
            </a:r>
            <a:r>
              <a:rPr kumimoji="0" lang="en-US" altLang="zh-TW" sz="7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kumimoji="0" lang="zh-TW" altLang="en-US" sz="7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霍夫直線</a:t>
            </a:r>
            <a:endParaRPr kumimoji="0" lang="en-US" altLang="zh-TW" sz="7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ADC2919-5408-D26A-E6D5-05C63DC69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3009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35B9678-1048-B43E-7FF6-69AD5F507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F08064B8-E3EA-A913-BFE4-B87EFB463F67}"/>
              </a:ext>
            </a:extLst>
          </p:cNvPr>
          <p:cNvSpPr txBox="1"/>
          <p:nvPr/>
        </p:nvSpPr>
        <p:spPr>
          <a:xfrm>
            <a:off x="637020" y="1235951"/>
            <a:ext cx="8735580" cy="1951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zh-TW" altLang="en-US" sz="3200" kern="10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霍夫空間</a:t>
            </a:r>
            <a:endParaRPr lang="en-US" altLang="zh-TW" sz="3200" kern="100"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zh-TW" altLang="en-US" sz="3200" kern="10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霍夫直線轉換</a:t>
            </a:r>
            <a:endParaRPr lang="en-US" altLang="zh-TW" sz="3200" kern="100"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altLang="zh-TW" sz="3200" kern="1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HOG</a:t>
            </a:r>
            <a:endParaRPr lang="en-US" altLang="zh-TW" sz="3200" kern="100"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38B0BC1-ABCC-201F-958A-5670B5034D20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影像重建大綱</a:t>
            </a:r>
          </a:p>
        </p:txBody>
      </p:sp>
    </p:spTree>
    <p:extLst>
      <p:ext uri="{BB962C8B-B14F-4D97-AF65-F5344CB8AC3E}">
        <p14:creationId xmlns:p14="http://schemas.microsoft.com/office/powerpoint/2010/main" val="2723020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BDC9DD5-E9B2-BA7A-8EB7-20ECB529B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3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DC6D9D8-F12D-E0C0-CAB6-221573A30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445" y="2015203"/>
            <a:ext cx="9128129" cy="4611117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458A94E7-9C38-0760-87EF-1D2EB6929C6F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霍夫空間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838D7D9-0674-A601-38C2-2DA5FC2D46AC}"/>
              </a:ext>
            </a:extLst>
          </p:cNvPr>
          <p:cNvSpPr txBox="1"/>
          <p:nvPr/>
        </p:nvSpPr>
        <p:spPr>
          <a:xfrm>
            <a:off x="3555999" y="1117600"/>
            <a:ext cx="14061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TW" sz="280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800" err="1"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TW" sz="280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8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F332691-300D-A4A8-4DF5-41E3E923FFFE}"/>
              </a:ext>
            </a:extLst>
          </p:cNvPr>
          <p:cNvSpPr txBox="1"/>
          <p:nvPr/>
        </p:nvSpPr>
        <p:spPr>
          <a:xfrm>
            <a:off x="3551379" y="1547090"/>
            <a:ext cx="13623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TW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800"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TW" sz="28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sz="28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5AEB25F-361B-5CC6-3F6D-4F6326747565}"/>
              </a:ext>
            </a:extLst>
          </p:cNvPr>
          <p:cNvSpPr txBox="1"/>
          <p:nvPr/>
        </p:nvSpPr>
        <p:spPr>
          <a:xfrm>
            <a:off x="8164946" y="1325479"/>
            <a:ext cx="11822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36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36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36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sz="36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36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3600"/>
          </a:p>
        </p:txBody>
      </p:sp>
    </p:spTree>
    <p:extLst>
      <p:ext uri="{BB962C8B-B14F-4D97-AF65-F5344CB8AC3E}">
        <p14:creationId xmlns:p14="http://schemas.microsoft.com/office/powerpoint/2010/main" val="1125076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DB411-D5BB-9F8E-817B-3E55E6CDB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FD0CD1B1-6CD9-B62A-D0B7-AEA20FC376FD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霍夫空間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3ED518A-F7E9-A0BD-6E42-D031126A1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495" y="1608961"/>
            <a:ext cx="9241834" cy="4859216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790E2D13-AA4A-30CD-D7CA-B48CBF66E8A3}"/>
              </a:ext>
            </a:extLst>
          </p:cNvPr>
          <p:cNvSpPr txBox="1"/>
          <p:nvPr/>
        </p:nvSpPr>
        <p:spPr>
          <a:xfrm>
            <a:off x="2955637" y="1145309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許多線通過一</a:t>
            </a:r>
            <a:r>
              <a:rPr lang="zh-TW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點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E26210D-6ACF-952F-E7ED-850BC0FA0EBB}"/>
              </a:ext>
            </a:extLst>
          </p:cNvPr>
          <p:cNvSpPr txBox="1"/>
          <p:nvPr/>
        </p:nvSpPr>
        <p:spPr>
          <a:xfrm>
            <a:off x="7633860" y="1149927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40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許多點連成一</a:t>
            </a:r>
            <a:r>
              <a:rPr lang="zh-TW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線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CA725DC-662B-CE58-09FB-61AD39C98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0856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字方塊 9">
            <a:extLst>
              <a:ext uri="{FF2B5EF4-FFF2-40B4-BE49-F238E27FC236}">
                <a16:creationId xmlns:a16="http://schemas.microsoft.com/office/drawing/2014/main" id="{3476B6AF-7304-7B82-A2EE-94A622C8C411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霍夫空間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6C433DAD-0E60-3D42-6069-4081EAC46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877" y="2181266"/>
            <a:ext cx="8912554" cy="4468621"/>
          </a:xfrm>
          <a:prstGeom prst="rect">
            <a:avLst/>
          </a:prstGeom>
        </p:spPr>
      </p:pic>
      <p:sp>
        <p:nvSpPr>
          <p:cNvPr id="12" name="投影片編號版面配置區 11">
            <a:extLst>
              <a:ext uri="{FF2B5EF4-FFF2-40B4-BE49-F238E27FC236}">
                <a16:creationId xmlns:a16="http://schemas.microsoft.com/office/drawing/2014/main" id="{46888FBC-D5B7-573A-47FA-137D44FBA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FF06E18-D0C6-9E51-488F-04A3C0EDF5A9}"/>
              </a:ext>
            </a:extLst>
          </p:cNvPr>
          <p:cNvSpPr txBox="1"/>
          <p:nvPr/>
        </p:nvSpPr>
        <p:spPr>
          <a:xfrm>
            <a:off x="3038765" y="1394691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一線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通過許多</a:t>
            </a:r>
            <a:r>
              <a:rPr lang="zh-TW" altLang="en-US" sz="240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點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0B9D9431-7072-683C-AF79-1314362DF671}"/>
              </a:ext>
            </a:extLst>
          </p:cNvPr>
          <p:cNvSpPr txBox="1"/>
          <p:nvPr/>
        </p:nvSpPr>
        <p:spPr>
          <a:xfrm>
            <a:off x="7301347" y="1399309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多線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通過</a:t>
            </a:r>
            <a:r>
              <a:rPr lang="zh-TW" altLang="en-US" sz="240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一點</a:t>
            </a:r>
          </a:p>
        </p:txBody>
      </p:sp>
    </p:spTree>
    <p:extLst>
      <p:ext uri="{BB962C8B-B14F-4D97-AF65-F5344CB8AC3E}">
        <p14:creationId xmlns:p14="http://schemas.microsoft.com/office/powerpoint/2010/main" val="2372458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8FE69FB-656E-4D4F-6F71-BFE7019BA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6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0DB5898-7166-8E98-7209-2EDF6CE5E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055" y="1623241"/>
            <a:ext cx="11480800" cy="4283254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F6A24438-4B36-216C-8582-2A2BF973C645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極座標表示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7FB71D2E-EAAB-6AAE-3FA6-0955CDD89BBE}"/>
                  </a:ext>
                </a:extLst>
              </p:cNvPr>
              <p:cNvSpPr txBox="1"/>
              <p:nvPr/>
            </p:nvSpPr>
            <p:spPr>
              <a:xfrm>
                <a:off x="7804088" y="1505292"/>
                <a:ext cx="20428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zh-TW" alt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TW" altLang="en-US" i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zh-TW" altLang="en-US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i="1">
                          <a:latin typeface="Cambria Math" panose="02040503050406030204" pitchFamily="18" charset="0"/>
                        </a:rPr>
                        <m:t>𝑦</m:t>
                      </m:r>
                      <m:func>
                        <m:funcPr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TW" altLang="en-US" i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zh-TW" altLang="en-US"/>
              </a:p>
            </p:txBody>
          </p:sp>
        </mc:Choice>
        <mc:Fallback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7FB71D2E-EAAB-6AAE-3FA6-0955CDD89B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4088" y="1505292"/>
                <a:ext cx="2042867" cy="276999"/>
              </a:xfrm>
              <a:prstGeom prst="rect">
                <a:avLst/>
              </a:prstGeom>
              <a:blipFill>
                <a:blip r:embed="rId3"/>
                <a:stretch>
                  <a:fillRect l="-1493" r="-2090" b="-2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9492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ABFCFAB-90E8-AEBA-8892-A436E0A85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1026" name="Picture 2" descr="Mastering Canny Edge Detection with OpenCV: A Comprehensive Guide">
            <a:extLst>
              <a:ext uri="{FF2B5EF4-FFF2-40B4-BE49-F238E27FC236}">
                <a16:creationId xmlns:a16="http://schemas.microsoft.com/office/drawing/2014/main" id="{E56A08D5-04F3-E249-C8CD-FF30CE6DF7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1261" y="1326610"/>
            <a:ext cx="7680558" cy="5120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17918DAC-F04F-D909-6E18-14F70E02C1F8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TW" sz="4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Canny</a:t>
            </a:r>
            <a:r>
              <a:rPr lang="zh-TW" altLang="en-US" sz="4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邊緣檢測</a:t>
            </a:r>
          </a:p>
        </p:txBody>
      </p:sp>
    </p:spTree>
    <p:extLst>
      <p:ext uri="{BB962C8B-B14F-4D97-AF65-F5344CB8AC3E}">
        <p14:creationId xmlns:p14="http://schemas.microsoft.com/office/powerpoint/2010/main" val="1759781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1F819E4-A1A0-C937-B97A-ADF2925D3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B9A3B0F-1E70-89AE-A72E-69568C2D1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9624" y="1166868"/>
            <a:ext cx="7106642" cy="5410955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498FF0B7-2BC2-B047-F20D-B20DCFD1EA1A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真實情況</a:t>
            </a:r>
          </a:p>
        </p:txBody>
      </p:sp>
    </p:spTree>
    <p:extLst>
      <p:ext uri="{BB962C8B-B14F-4D97-AF65-F5344CB8AC3E}">
        <p14:creationId xmlns:p14="http://schemas.microsoft.com/office/powerpoint/2010/main" val="1193386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E4BA0A3-26F0-4963-6E41-BC258D381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101BF6E-4FA2-22B7-7BAE-8A9D80BF5E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82" t="4269" r="3562"/>
          <a:stretch/>
        </p:blipFill>
        <p:spPr>
          <a:xfrm>
            <a:off x="1874981" y="1588656"/>
            <a:ext cx="8894618" cy="4587199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F8877608-6D10-EF0F-EB2F-012C41E99DAC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TW" altLang="en-US" sz="4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結果</a:t>
            </a:r>
          </a:p>
        </p:txBody>
      </p:sp>
    </p:spTree>
    <p:extLst>
      <p:ext uri="{BB962C8B-B14F-4D97-AF65-F5344CB8AC3E}">
        <p14:creationId xmlns:p14="http://schemas.microsoft.com/office/powerpoint/2010/main" val="2733965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36F18E2-25C0-CEAC-DB57-8F38CF3E8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1257856-78D6-B6A8-CE5C-1DCEC0EC4245}"/>
              </a:ext>
            </a:extLst>
          </p:cNvPr>
          <p:cNvSpPr txBox="1"/>
          <p:nvPr/>
        </p:nvSpPr>
        <p:spPr>
          <a:xfrm>
            <a:off x="0" y="224440"/>
            <a:ext cx="12192000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TW" sz="4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HOG</a:t>
            </a:r>
            <a:endParaRPr lang="zh-TW" altLang="en-US" sz="48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EB6DDAD-F553-09D8-4636-AE445B59D41D}"/>
              </a:ext>
            </a:extLst>
          </p:cNvPr>
          <p:cNvSpPr txBox="1"/>
          <p:nvPr/>
        </p:nvSpPr>
        <p:spPr>
          <a:xfrm>
            <a:off x="3047245" y="849135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>
                <a:hlinkClick r:id="rId2"/>
              </a:rPr>
              <a:t>https://www.youtube.com/watch?v=5nZGnYPyKLU&amp;t=16s</a:t>
            </a:r>
            <a:br>
              <a:rPr lang="en-US" altLang="zh-TW"/>
            </a:br>
            <a:endParaRPr lang="zh-TW" altLang="en-US"/>
          </a:p>
        </p:txBody>
      </p:sp>
      <p:pic>
        <p:nvPicPr>
          <p:cNvPr id="1026" name="Picture 2" descr="Image Recognition using Histogram of Oriented Gradients">
            <a:extLst>
              <a:ext uri="{FF2B5EF4-FFF2-40B4-BE49-F238E27FC236}">
                <a16:creationId xmlns:a16="http://schemas.microsoft.com/office/drawing/2014/main" id="{411B9D24-239C-DF9E-521E-E01A90A2C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6407" y="1177019"/>
            <a:ext cx="8310191" cy="5544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1736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</Words>
  <Application>Microsoft Office PowerPoint</Application>
  <PresentationFormat>寬螢幕</PresentationFormat>
  <Paragraphs>34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Cambria Math</vt:lpstr>
      <vt:lpstr>Times New Roman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蕭兆翔</dc:creator>
  <cp:lastModifiedBy>蕭兆翔</cp:lastModifiedBy>
  <cp:revision>1</cp:revision>
  <dcterms:created xsi:type="dcterms:W3CDTF">2024-09-17T11:26:55Z</dcterms:created>
  <dcterms:modified xsi:type="dcterms:W3CDTF">2024-12-17T00:17:03Z</dcterms:modified>
</cp:coreProperties>
</file>