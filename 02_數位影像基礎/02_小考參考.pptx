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367" r:id="rId3"/>
    <p:sldId id="36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E64"/>
    <a:srgbClr val="FFFFFF"/>
    <a:srgbClr val="0000FF"/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C35B83-A348-49C7-A698-15257CE75A69}" v="264" dt="2025-10-02T09:39:59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蕭兆翔" userId="c09afb0b-60c9-45d8-81f2-4d7aa859f4bf" providerId="ADAL" clId="{6F9FAB1B-BF87-4C86-8CBB-A04DB701A215}"/>
    <pc:docChg chg="undo custSel addSld delSld modSld">
      <pc:chgData name="蕭兆翔" userId="c09afb0b-60c9-45d8-81f2-4d7aa859f4bf" providerId="ADAL" clId="{6F9FAB1B-BF87-4C86-8CBB-A04DB701A215}" dt="2025-10-02T09:40:47.448" v="826" actId="1582"/>
      <pc:docMkLst>
        <pc:docMk/>
      </pc:docMkLst>
      <pc:sldChg chg="new del">
        <pc:chgData name="蕭兆翔" userId="c09afb0b-60c9-45d8-81f2-4d7aa859f4bf" providerId="ADAL" clId="{6F9FAB1B-BF87-4C86-8CBB-A04DB701A215}" dt="2025-10-02T09:02:05.967" v="2" actId="47"/>
        <pc:sldMkLst>
          <pc:docMk/>
          <pc:sldMk cId="1098045634" sldId="256"/>
        </pc:sldMkLst>
      </pc:sldChg>
      <pc:sldChg chg="addSp delSp modSp add mod">
        <pc:chgData name="蕭兆翔" userId="c09afb0b-60c9-45d8-81f2-4d7aa859f4bf" providerId="ADAL" clId="{6F9FAB1B-BF87-4C86-8CBB-A04DB701A215}" dt="2025-10-02T09:40:47.448" v="826" actId="1582"/>
        <pc:sldMkLst>
          <pc:docMk/>
          <pc:sldMk cId="502761630" sldId="366"/>
        </pc:sldMkLst>
        <pc:spChg chg="mod">
          <ac:chgData name="蕭兆翔" userId="c09afb0b-60c9-45d8-81f2-4d7aa859f4bf" providerId="ADAL" clId="{6F9FAB1B-BF87-4C86-8CBB-A04DB701A215}" dt="2025-10-02T09:04:47.371" v="93" actId="1076"/>
          <ac:spMkLst>
            <pc:docMk/>
            <pc:sldMk cId="502761630" sldId="366"/>
            <ac:spMk id="2" creationId="{88B424B9-ACDA-21CB-660A-2C15E2FB0167}"/>
          </ac:spMkLst>
        </pc:spChg>
        <pc:spChg chg="del">
          <ac:chgData name="蕭兆翔" userId="c09afb0b-60c9-45d8-81f2-4d7aa859f4bf" providerId="ADAL" clId="{6F9FAB1B-BF87-4C86-8CBB-A04DB701A215}" dt="2025-10-02T09:02:20.866" v="20" actId="478"/>
          <ac:spMkLst>
            <pc:docMk/>
            <pc:sldMk cId="502761630" sldId="366"/>
            <ac:spMk id="3" creationId="{254B1307-B53C-D948-7EC4-06597D325241}"/>
          </ac:spMkLst>
        </pc:spChg>
        <pc:spChg chg="mod">
          <ac:chgData name="蕭兆翔" userId="c09afb0b-60c9-45d8-81f2-4d7aa859f4bf" providerId="ADAL" clId="{6F9FAB1B-BF87-4C86-8CBB-A04DB701A215}" dt="2025-10-02T09:02:24" v="32" actId="20577"/>
          <ac:spMkLst>
            <pc:docMk/>
            <pc:sldMk cId="502761630" sldId="366"/>
            <ac:spMk id="4" creationId="{5620D6C8-DC86-BCD3-1ACE-6CE58B197B7A}"/>
          </ac:spMkLst>
        </pc:spChg>
        <pc:spChg chg="add mod ord">
          <ac:chgData name="蕭兆翔" userId="c09afb0b-60c9-45d8-81f2-4d7aa859f4bf" providerId="ADAL" clId="{6F9FAB1B-BF87-4C86-8CBB-A04DB701A215}" dt="2025-10-02T09:03:24.078" v="52" actId="167"/>
          <ac:spMkLst>
            <pc:docMk/>
            <pc:sldMk cId="502761630" sldId="366"/>
            <ac:spMk id="5" creationId="{E7EA617B-561F-9B0F-76CE-5AD1DBF50B9E}"/>
          </ac:spMkLst>
        </pc:spChg>
        <pc:spChg chg="del mod">
          <ac:chgData name="蕭兆翔" userId="c09afb0b-60c9-45d8-81f2-4d7aa859f4bf" providerId="ADAL" clId="{6F9FAB1B-BF87-4C86-8CBB-A04DB701A215}" dt="2025-10-02T09:14:03.546" v="275" actId="478"/>
          <ac:spMkLst>
            <pc:docMk/>
            <pc:sldMk cId="502761630" sldId="366"/>
            <ac:spMk id="6" creationId="{1849C0E9-5C96-D367-8F4B-CFFC1B7BD727}"/>
          </ac:spMkLst>
        </pc:spChg>
        <pc:spChg chg="del mod">
          <ac:chgData name="蕭兆翔" userId="c09afb0b-60c9-45d8-81f2-4d7aa859f4bf" providerId="ADAL" clId="{6F9FAB1B-BF87-4C86-8CBB-A04DB701A215}" dt="2025-10-02T09:14:03.546" v="275" actId="478"/>
          <ac:spMkLst>
            <pc:docMk/>
            <pc:sldMk cId="502761630" sldId="366"/>
            <ac:spMk id="7" creationId="{C291B641-F7C5-6750-343D-04CB2B80C19E}"/>
          </ac:spMkLst>
        </pc:spChg>
        <pc:spChg chg="del mod">
          <ac:chgData name="蕭兆翔" userId="c09afb0b-60c9-45d8-81f2-4d7aa859f4bf" providerId="ADAL" clId="{6F9FAB1B-BF87-4C86-8CBB-A04DB701A215}" dt="2025-10-02T09:03:27.763" v="54" actId="478"/>
          <ac:spMkLst>
            <pc:docMk/>
            <pc:sldMk cId="502761630" sldId="366"/>
            <ac:spMk id="9" creationId="{49317F4A-978A-DF79-7D9E-992B29DFF5E5}"/>
          </ac:spMkLst>
        </pc:spChg>
        <pc:spChg chg="add del mod">
          <ac:chgData name="蕭兆翔" userId="c09afb0b-60c9-45d8-81f2-4d7aa859f4bf" providerId="ADAL" clId="{6F9FAB1B-BF87-4C86-8CBB-A04DB701A215}" dt="2025-10-02T09:07:16.422" v="122"/>
          <ac:spMkLst>
            <pc:docMk/>
            <pc:sldMk cId="502761630" sldId="366"/>
            <ac:spMk id="10" creationId="{CFAB74B8-055C-4FD7-7586-56EB4830DB36}"/>
          </ac:spMkLst>
        </pc:spChg>
        <pc:spChg chg="del">
          <ac:chgData name="蕭兆翔" userId="c09afb0b-60c9-45d8-81f2-4d7aa859f4bf" providerId="ADAL" clId="{6F9FAB1B-BF87-4C86-8CBB-A04DB701A215}" dt="2025-10-02T09:14:05.411" v="277" actId="478"/>
          <ac:spMkLst>
            <pc:docMk/>
            <pc:sldMk cId="502761630" sldId="366"/>
            <ac:spMk id="12" creationId="{D0F06F8E-30C9-9181-4E07-9741E3C942C7}"/>
          </ac:spMkLst>
        </pc:spChg>
        <pc:spChg chg="del mod">
          <ac:chgData name="蕭兆翔" userId="c09afb0b-60c9-45d8-81f2-4d7aa859f4bf" providerId="ADAL" clId="{6F9FAB1B-BF87-4C86-8CBB-A04DB701A215}" dt="2025-10-02T09:14:04.344" v="276" actId="478"/>
          <ac:spMkLst>
            <pc:docMk/>
            <pc:sldMk cId="502761630" sldId="366"/>
            <ac:spMk id="14" creationId="{2047A0CF-07F1-1EC9-7374-B17458453B2D}"/>
          </ac:spMkLst>
        </pc:spChg>
        <pc:spChg chg="add del mod">
          <ac:chgData name="蕭兆翔" userId="c09afb0b-60c9-45d8-81f2-4d7aa859f4bf" providerId="ADAL" clId="{6F9FAB1B-BF87-4C86-8CBB-A04DB701A215}" dt="2025-10-02T09:14:01.895" v="274" actId="478"/>
          <ac:spMkLst>
            <pc:docMk/>
            <pc:sldMk cId="502761630" sldId="366"/>
            <ac:spMk id="21" creationId="{D89BA7CE-D626-CFB1-076E-382FDD55BFDF}"/>
          </ac:spMkLst>
        </pc:spChg>
        <pc:spChg chg="mod">
          <ac:chgData name="蕭兆翔" userId="c09afb0b-60c9-45d8-81f2-4d7aa859f4bf" providerId="ADAL" clId="{6F9FAB1B-BF87-4C86-8CBB-A04DB701A215}" dt="2025-10-02T09:03:03.678" v="46" actId="1076"/>
          <ac:spMkLst>
            <pc:docMk/>
            <pc:sldMk cId="502761630" sldId="366"/>
            <ac:spMk id="24" creationId="{1FD807B4-C2AF-C20A-0F60-9DD39708D0A4}"/>
          </ac:spMkLst>
        </pc:spChg>
        <pc:spChg chg="add mod">
          <ac:chgData name="蕭兆翔" userId="c09afb0b-60c9-45d8-81f2-4d7aa859f4bf" providerId="ADAL" clId="{6F9FAB1B-BF87-4C86-8CBB-A04DB701A215}" dt="2025-10-02T09:40:15.687" v="818" actId="1076"/>
          <ac:spMkLst>
            <pc:docMk/>
            <pc:sldMk cId="502761630" sldId="366"/>
            <ac:spMk id="25" creationId="{1715CE63-5B82-2E13-A83A-C75001589641}"/>
          </ac:spMkLst>
        </pc:spChg>
        <pc:spChg chg="add mod">
          <ac:chgData name="蕭兆翔" userId="c09afb0b-60c9-45d8-81f2-4d7aa859f4bf" providerId="ADAL" clId="{6F9FAB1B-BF87-4C86-8CBB-A04DB701A215}" dt="2025-10-02T09:40:47.448" v="826" actId="1582"/>
          <ac:spMkLst>
            <pc:docMk/>
            <pc:sldMk cId="502761630" sldId="366"/>
            <ac:spMk id="26" creationId="{88A6C031-CB8D-3D7C-A602-50D49D157B9D}"/>
          </ac:spMkLst>
        </pc:spChg>
        <pc:spChg chg="mod">
          <ac:chgData name="蕭兆翔" userId="c09afb0b-60c9-45d8-81f2-4d7aa859f4bf" providerId="ADAL" clId="{6F9FAB1B-BF87-4C86-8CBB-A04DB701A215}" dt="2025-10-02T09:02:58.538" v="42" actId="20577"/>
          <ac:spMkLst>
            <pc:docMk/>
            <pc:sldMk cId="502761630" sldId="366"/>
            <ac:spMk id="27" creationId="{DB5F1FAD-A279-D82F-F5AC-CD9BC6AE0400}"/>
          </ac:spMkLst>
        </pc:spChg>
        <pc:spChg chg="add mod">
          <ac:chgData name="蕭兆翔" userId="c09afb0b-60c9-45d8-81f2-4d7aa859f4bf" providerId="ADAL" clId="{6F9FAB1B-BF87-4C86-8CBB-A04DB701A215}" dt="2025-10-02T09:40:15.687" v="818" actId="1076"/>
          <ac:spMkLst>
            <pc:docMk/>
            <pc:sldMk cId="502761630" sldId="366"/>
            <ac:spMk id="28" creationId="{592B0990-43B0-A0E1-8A02-026E05E0ED8D}"/>
          </ac:spMkLst>
        </pc:spChg>
        <pc:spChg chg="add mod">
          <ac:chgData name="蕭兆翔" userId="c09afb0b-60c9-45d8-81f2-4d7aa859f4bf" providerId="ADAL" clId="{6F9FAB1B-BF87-4C86-8CBB-A04DB701A215}" dt="2025-10-02T09:40:15.687" v="818" actId="1076"/>
          <ac:spMkLst>
            <pc:docMk/>
            <pc:sldMk cId="502761630" sldId="366"/>
            <ac:spMk id="29" creationId="{0211334E-A9FA-E5F8-E9BB-DCC9F9174DA9}"/>
          </ac:spMkLst>
        </pc:spChg>
        <pc:spChg chg="add mod">
          <ac:chgData name="蕭兆翔" userId="c09afb0b-60c9-45d8-81f2-4d7aa859f4bf" providerId="ADAL" clId="{6F9FAB1B-BF87-4C86-8CBB-A04DB701A215}" dt="2025-10-02T09:40:15.687" v="818" actId="1076"/>
          <ac:spMkLst>
            <pc:docMk/>
            <pc:sldMk cId="502761630" sldId="366"/>
            <ac:spMk id="30" creationId="{1112904E-DE8C-7204-9444-409D1FA6156E}"/>
          </ac:spMkLst>
        </pc:spChg>
        <pc:spChg chg="add mod">
          <ac:chgData name="蕭兆翔" userId="c09afb0b-60c9-45d8-81f2-4d7aa859f4bf" providerId="ADAL" clId="{6F9FAB1B-BF87-4C86-8CBB-A04DB701A215}" dt="2025-10-02T09:40:15.687" v="818" actId="1076"/>
          <ac:spMkLst>
            <pc:docMk/>
            <pc:sldMk cId="502761630" sldId="366"/>
            <ac:spMk id="31" creationId="{36A5B57F-D07C-698A-BFB3-9880A49EF7C3}"/>
          </ac:spMkLst>
        </pc:spChg>
        <pc:spChg chg="del mod">
          <ac:chgData name="蕭兆翔" userId="c09afb0b-60c9-45d8-81f2-4d7aa859f4bf" providerId="ADAL" clId="{6F9FAB1B-BF87-4C86-8CBB-A04DB701A215}" dt="2025-10-02T09:14:03.546" v="275" actId="478"/>
          <ac:spMkLst>
            <pc:docMk/>
            <pc:sldMk cId="502761630" sldId="366"/>
            <ac:spMk id="32" creationId="{C2752900-B843-E575-ABD3-EE16B18F0CFF}"/>
          </ac:spMkLst>
        </pc:spChg>
        <pc:spChg chg="add mod">
          <ac:chgData name="蕭兆翔" userId="c09afb0b-60c9-45d8-81f2-4d7aa859f4bf" providerId="ADAL" clId="{6F9FAB1B-BF87-4C86-8CBB-A04DB701A215}" dt="2025-10-02T09:40:15.687" v="818" actId="1076"/>
          <ac:spMkLst>
            <pc:docMk/>
            <pc:sldMk cId="502761630" sldId="366"/>
            <ac:spMk id="33" creationId="{CC7D1E90-FF42-EDE0-4C12-0C0F0D5E265E}"/>
          </ac:spMkLst>
        </pc:spChg>
        <pc:spChg chg="del">
          <ac:chgData name="蕭兆翔" userId="c09afb0b-60c9-45d8-81f2-4d7aa859f4bf" providerId="ADAL" clId="{6F9FAB1B-BF87-4C86-8CBB-A04DB701A215}" dt="2025-10-02T09:04:11.600" v="79" actId="478"/>
          <ac:spMkLst>
            <pc:docMk/>
            <pc:sldMk cId="502761630" sldId="366"/>
            <ac:spMk id="34" creationId="{221E74EC-5CB0-2FAD-CC44-0F4C7DC14D02}"/>
          </ac:spMkLst>
        </pc:spChg>
        <pc:spChg chg="del">
          <ac:chgData name="蕭兆翔" userId="c09afb0b-60c9-45d8-81f2-4d7aa859f4bf" providerId="ADAL" clId="{6F9FAB1B-BF87-4C86-8CBB-A04DB701A215}" dt="2025-10-02T09:04:09.640" v="78" actId="478"/>
          <ac:spMkLst>
            <pc:docMk/>
            <pc:sldMk cId="502761630" sldId="366"/>
            <ac:spMk id="35" creationId="{56B90BA5-A100-47A1-FD1B-17FE30BEDA93}"/>
          </ac:spMkLst>
        </pc:spChg>
        <pc:spChg chg="add mod">
          <ac:chgData name="蕭兆翔" userId="c09afb0b-60c9-45d8-81f2-4d7aa859f4bf" providerId="ADAL" clId="{6F9FAB1B-BF87-4C86-8CBB-A04DB701A215}" dt="2025-10-02T09:40:15.687" v="818" actId="1076"/>
          <ac:spMkLst>
            <pc:docMk/>
            <pc:sldMk cId="502761630" sldId="366"/>
            <ac:spMk id="36" creationId="{FD4AAAB9-7DED-D758-773D-4E3A57A3172A}"/>
          </ac:spMkLst>
        </pc:spChg>
        <pc:graphicFrameChg chg="add del modGraphic">
          <ac:chgData name="蕭兆翔" userId="c09afb0b-60c9-45d8-81f2-4d7aa859f4bf" providerId="ADAL" clId="{6F9FAB1B-BF87-4C86-8CBB-A04DB701A215}" dt="2025-10-02T09:07:16.418" v="120" actId="478"/>
          <ac:graphicFrameMkLst>
            <pc:docMk/>
            <pc:sldMk cId="502761630" sldId="366"/>
            <ac:graphicFrameMk id="8" creationId="{C568F5E4-193B-B774-483C-97C34F089DF1}"/>
          </ac:graphicFrameMkLst>
        </pc:graphicFrameChg>
        <pc:graphicFrameChg chg="add del modGraphic">
          <ac:chgData name="蕭兆翔" userId="c09afb0b-60c9-45d8-81f2-4d7aa859f4bf" providerId="ADAL" clId="{6F9FAB1B-BF87-4C86-8CBB-A04DB701A215}" dt="2025-10-02T09:07:35.426" v="125" actId="21"/>
          <ac:graphicFrameMkLst>
            <pc:docMk/>
            <pc:sldMk cId="502761630" sldId="366"/>
            <ac:graphicFrameMk id="11" creationId="{AA3B1ADD-EAC3-27D0-B8B5-9CBE9CFC8B52}"/>
          </ac:graphicFrameMkLst>
        </pc:graphicFrameChg>
        <pc:graphicFrameChg chg="del">
          <ac:chgData name="蕭兆翔" userId="c09afb0b-60c9-45d8-81f2-4d7aa859f4bf" providerId="ADAL" clId="{6F9FAB1B-BF87-4C86-8CBB-A04DB701A215}" dt="2025-10-02T09:03:09.147" v="47" actId="478"/>
          <ac:graphicFrameMkLst>
            <pc:docMk/>
            <pc:sldMk cId="502761630" sldId="366"/>
            <ac:graphicFrameMk id="13" creationId="{EF25CC48-D6AE-CBBD-BF1C-6E3D53B64BF2}"/>
          </ac:graphicFrameMkLst>
        </pc:graphicFrameChg>
        <pc:graphicFrameChg chg="add mod">
          <ac:chgData name="蕭兆翔" userId="c09afb0b-60c9-45d8-81f2-4d7aa859f4bf" providerId="ADAL" clId="{6F9FAB1B-BF87-4C86-8CBB-A04DB701A215}" dt="2025-10-02T09:07:36.692" v="126"/>
          <ac:graphicFrameMkLst>
            <pc:docMk/>
            <pc:sldMk cId="502761630" sldId="366"/>
            <ac:graphicFrameMk id="15" creationId="{AA3B1ADD-EAC3-27D0-B8B5-9CBE9CFC8B52}"/>
          </ac:graphicFrameMkLst>
        </pc:graphicFrameChg>
        <pc:graphicFrameChg chg="del">
          <ac:chgData name="蕭兆翔" userId="c09afb0b-60c9-45d8-81f2-4d7aa859f4bf" providerId="ADAL" clId="{6F9FAB1B-BF87-4C86-8CBB-A04DB701A215}" dt="2025-10-02T09:04:08.478" v="77" actId="478"/>
          <ac:graphicFrameMkLst>
            <pc:docMk/>
            <pc:sldMk cId="502761630" sldId="366"/>
            <ac:graphicFrameMk id="16" creationId="{5B9C53D8-8501-226C-606E-FE900D542D7E}"/>
          </ac:graphicFrameMkLst>
        </pc:graphicFrameChg>
        <pc:picChg chg="add mod">
          <ac:chgData name="蕭兆翔" userId="c09afb0b-60c9-45d8-81f2-4d7aa859f4bf" providerId="ADAL" clId="{6F9FAB1B-BF87-4C86-8CBB-A04DB701A215}" dt="2025-10-02T09:39:24.989" v="808" actId="207"/>
          <ac:picMkLst>
            <pc:docMk/>
            <pc:sldMk cId="502761630" sldId="366"/>
            <ac:picMk id="17" creationId="{A5DDF39E-A874-3E7E-A7B2-AF4C4ECD20D8}"/>
          </ac:picMkLst>
        </pc:picChg>
        <pc:picChg chg="add mod">
          <ac:chgData name="蕭兆翔" userId="c09afb0b-60c9-45d8-81f2-4d7aa859f4bf" providerId="ADAL" clId="{6F9FAB1B-BF87-4C86-8CBB-A04DB701A215}" dt="2025-10-02T09:39:24.989" v="808" actId="207"/>
          <ac:picMkLst>
            <pc:docMk/>
            <pc:sldMk cId="502761630" sldId="366"/>
            <ac:picMk id="20" creationId="{8825B1BD-9A0E-2A25-7A04-07E40BD8AECD}"/>
          </ac:picMkLst>
        </pc:picChg>
        <pc:cxnChg chg="mod">
          <ac:chgData name="蕭兆翔" userId="c09afb0b-60c9-45d8-81f2-4d7aa859f4bf" providerId="ADAL" clId="{6F9FAB1B-BF87-4C86-8CBB-A04DB701A215}" dt="2025-10-02T09:39:28.808" v="809" actId="208"/>
          <ac:cxnSpMkLst>
            <pc:docMk/>
            <pc:sldMk cId="502761630" sldId="366"/>
            <ac:cxnSpMk id="18" creationId="{22B35C39-81BE-BD19-35B2-DCCFCFE0A7B3}"/>
          </ac:cxnSpMkLst>
        </pc:cxnChg>
        <pc:cxnChg chg="mod">
          <ac:chgData name="蕭兆翔" userId="c09afb0b-60c9-45d8-81f2-4d7aa859f4bf" providerId="ADAL" clId="{6F9FAB1B-BF87-4C86-8CBB-A04DB701A215}" dt="2025-10-02T09:39:28.808" v="809" actId="208"/>
          <ac:cxnSpMkLst>
            <pc:docMk/>
            <pc:sldMk cId="502761630" sldId="366"/>
            <ac:cxnSpMk id="19" creationId="{5A54EE3A-1881-BE3F-FA56-BD1C18D894C5}"/>
          </ac:cxnSpMkLst>
        </pc:cxnChg>
      </pc:sldChg>
      <pc:sldChg chg="addSp delSp modSp add mod">
        <pc:chgData name="蕭兆翔" userId="c09afb0b-60c9-45d8-81f2-4d7aa859f4bf" providerId="ADAL" clId="{6F9FAB1B-BF87-4C86-8CBB-A04DB701A215}" dt="2025-10-02T09:40:43.236" v="825" actId="1582"/>
        <pc:sldMkLst>
          <pc:docMk/>
          <pc:sldMk cId="2807283966" sldId="367"/>
        </pc:sldMkLst>
        <pc:spChg chg="mod">
          <ac:chgData name="蕭兆翔" userId="c09afb0b-60c9-45d8-81f2-4d7aa859f4bf" providerId="ADAL" clId="{6F9FAB1B-BF87-4C86-8CBB-A04DB701A215}" dt="2025-10-02T09:22:30.897" v="447" actId="20577"/>
          <ac:spMkLst>
            <pc:docMk/>
            <pc:sldMk cId="2807283966" sldId="367"/>
            <ac:spMk id="4" creationId="{5FC1B515-7D0E-BD5D-BCCC-BBB4ACA9F842}"/>
          </ac:spMkLst>
        </pc:spChg>
        <pc:spChg chg="mod">
          <ac:chgData name="蕭兆翔" userId="c09afb0b-60c9-45d8-81f2-4d7aa859f4bf" providerId="ADAL" clId="{6F9FAB1B-BF87-4C86-8CBB-A04DB701A215}" dt="2025-10-02T09:09:47.666" v="181" actId="1076"/>
          <ac:spMkLst>
            <pc:docMk/>
            <pc:sldMk cId="2807283966" sldId="367"/>
            <ac:spMk id="5" creationId="{EB706279-097C-D4E3-AD9A-F2812A09A616}"/>
          </ac:spMkLst>
        </pc:spChg>
        <pc:spChg chg="del mod">
          <ac:chgData name="蕭兆翔" userId="c09afb0b-60c9-45d8-81f2-4d7aa859f4bf" providerId="ADAL" clId="{6F9FAB1B-BF87-4C86-8CBB-A04DB701A215}" dt="2025-10-02T09:15:54.033" v="298" actId="478"/>
          <ac:spMkLst>
            <pc:docMk/>
            <pc:sldMk cId="2807283966" sldId="367"/>
            <ac:spMk id="6" creationId="{192576E7-940C-BFFC-2677-24E31D627FB1}"/>
          </ac:spMkLst>
        </pc:spChg>
        <pc:spChg chg="mod">
          <ac:chgData name="蕭兆翔" userId="c09afb0b-60c9-45d8-81f2-4d7aa859f4bf" providerId="ADAL" clId="{6F9FAB1B-BF87-4C86-8CBB-A04DB701A215}" dt="2025-10-02T09:21:43.767" v="417" actId="20577"/>
          <ac:spMkLst>
            <pc:docMk/>
            <pc:sldMk cId="2807283966" sldId="367"/>
            <ac:spMk id="7" creationId="{55B136AA-A63E-B300-C415-D7BA9B912BFC}"/>
          </ac:spMkLst>
        </pc:spChg>
        <pc:spChg chg="add mod">
          <ac:chgData name="蕭兆翔" userId="c09afb0b-60c9-45d8-81f2-4d7aa859f4bf" providerId="ADAL" clId="{6F9FAB1B-BF87-4C86-8CBB-A04DB701A215}" dt="2025-10-02T09:10:04.756" v="193" actId="20577"/>
          <ac:spMkLst>
            <pc:docMk/>
            <pc:sldMk cId="2807283966" sldId="367"/>
            <ac:spMk id="10" creationId="{53F36888-211A-3877-4C87-312958A05577}"/>
          </ac:spMkLst>
        </pc:spChg>
        <pc:spChg chg="mod">
          <ac:chgData name="蕭兆翔" userId="c09afb0b-60c9-45d8-81f2-4d7aa859f4bf" providerId="ADAL" clId="{6F9FAB1B-BF87-4C86-8CBB-A04DB701A215}" dt="2025-10-02T09:17:25.512" v="335" actId="1076"/>
          <ac:spMkLst>
            <pc:docMk/>
            <pc:sldMk cId="2807283966" sldId="367"/>
            <ac:spMk id="12" creationId="{20A362BB-8C52-3994-C1B6-79BEAE249F19}"/>
          </ac:spMkLst>
        </pc:spChg>
        <pc:spChg chg="mod">
          <ac:chgData name="蕭兆翔" userId="c09afb0b-60c9-45d8-81f2-4d7aa859f4bf" providerId="ADAL" clId="{6F9FAB1B-BF87-4C86-8CBB-A04DB701A215}" dt="2025-10-02T09:11:43.869" v="227" actId="1076"/>
          <ac:spMkLst>
            <pc:docMk/>
            <pc:sldMk cId="2807283966" sldId="367"/>
            <ac:spMk id="14" creationId="{410295EB-00A3-6147-6D4C-904E71644431}"/>
          </ac:spMkLst>
        </pc:spChg>
        <pc:spChg chg="mod">
          <ac:chgData name="蕭兆翔" userId="c09afb0b-60c9-45d8-81f2-4d7aa859f4bf" providerId="ADAL" clId="{6F9FAB1B-BF87-4C86-8CBB-A04DB701A215}" dt="2025-10-02T09:12:31.993" v="235" actId="21"/>
          <ac:spMkLst>
            <pc:docMk/>
            <pc:sldMk cId="2807283966" sldId="367"/>
            <ac:spMk id="21" creationId="{B238FECF-EA75-2D54-D550-5FB855D4D5F8}"/>
          </ac:spMkLst>
        </pc:spChg>
        <pc:spChg chg="mod">
          <ac:chgData name="蕭兆翔" userId="c09afb0b-60c9-45d8-81f2-4d7aa859f4bf" providerId="ADAL" clId="{6F9FAB1B-BF87-4C86-8CBB-A04DB701A215}" dt="2025-10-02T09:11:24.408" v="220" actId="1076"/>
          <ac:spMkLst>
            <pc:docMk/>
            <pc:sldMk cId="2807283966" sldId="367"/>
            <ac:spMk id="22" creationId="{8E91FA50-D2A6-99E4-9A85-63DB731EC0CD}"/>
          </ac:spMkLst>
        </pc:spChg>
        <pc:spChg chg="mod">
          <ac:chgData name="蕭兆翔" userId="c09afb0b-60c9-45d8-81f2-4d7aa859f4bf" providerId="ADAL" clId="{6F9FAB1B-BF87-4C86-8CBB-A04DB701A215}" dt="2025-10-02T09:09:47.666" v="181" actId="1076"/>
          <ac:spMkLst>
            <pc:docMk/>
            <pc:sldMk cId="2807283966" sldId="367"/>
            <ac:spMk id="23" creationId="{7A486AF1-6015-F259-C760-4D68C62C9206}"/>
          </ac:spMkLst>
        </pc:spChg>
        <pc:spChg chg="mod">
          <ac:chgData name="蕭兆翔" userId="c09afb0b-60c9-45d8-81f2-4d7aa859f4bf" providerId="ADAL" clId="{6F9FAB1B-BF87-4C86-8CBB-A04DB701A215}" dt="2025-10-02T09:09:47.666" v="181" actId="1076"/>
          <ac:spMkLst>
            <pc:docMk/>
            <pc:sldMk cId="2807283966" sldId="367"/>
            <ac:spMk id="24" creationId="{AB3D9DC9-DAA8-BDB1-6FF5-78BCE613121D}"/>
          </ac:spMkLst>
        </pc:spChg>
        <pc:spChg chg="mod">
          <ac:chgData name="蕭兆翔" userId="c09afb0b-60c9-45d8-81f2-4d7aa859f4bf" providerId="ADAL" clId="{6F9FAB1B-BF87-4C86-8CBB-A04DB701A215}" dt="2025-10-02T09:39:51.004" v="812" actId="1076"/>
          <ac:spMkLst>
            <pc:docMk/>
            <pc:sldMk cId="2807283966" sldId="367"/>
            <ac:spMk id="27" creationId="{FFC64E02-70A4-50AE-D227-6EF0B3D2CEE2}"/>
          </ac:spMkLst>
        </pc:spChg>
        <pc:spChg chg="mod">
          <ac:chgData name="蕭兆翔" userId="c09afb0b-60c9-45d8-81f2-4d7aa859f4bf" providerId="ADAL" clId="{6F9FAB1B-BF87-4C86-8CBB-A04DB701A215}" dt="2025-10-02T09:17:56.142" v="344" actId="20577"/>
          <ac:spMkLst>
            <pc:docMk/>
            <pc:sldMk cId="2807283966" sldId="367"/>
            <ac:spMk id="32" creationId="{BA175FD4-663D-DA8A-B1A3-7AAC9B03CAB5}"/>
          </ac:spMkLst>
        </pc:spChg>
        <pc:spChg chg="add mod">
          <ac:chgData name="蕭兆翔" userId="c09afb0b-60c9-45d8-81f2-4d7aa859f4bf" providerId="ADAL" clId="{6F9FAB1B-BF87-4C86-8CBB-A04DB701A215}" dt="2025-10-02T09:22:04.773" v="437" actId="20577"/>
          <ac:spMkLst>
            <pc:docMk/>
            <pc:sldMk cId="2807283966" sldId="367"/>
            <ac:spMk id="34" creationId="{4CDF04A4-B56C-43B0-871F-94D1F6BE96B9}"/>
          </ac:spMkLst>
        </pc:spChg>
        <pc:spChg chg="add del mod">
          <ac:chgData name="蕭兆翔" userId="c09afb0b-60c9-45d8-81f2-4d7aa859f4bf" providerId="ADAL" clId="{6F9FAB1B-BF87-4C86-8CBB-A04DB701A215}" dt="2025-10-02T09:21:55.362" v="426" actId="478"/>
          <ac:spMkLst>
            <pc:docMk/>
            <pc:sldMk cId="2807283966" sldId="367"/>
            <ac:spMk id="35" creationId="{7D25EDB7-A276-901E-5C00-90CFBEF9FBF8}"/>
          </ac:spMkLst>
        </pc:spChg>
        <pc:spChg chg="add mod">
          <ac:chgData name="蕭兆翔" userId="c09afb0b-60c9-45d8-81f2-4d7aa859f4bf" providerId="ADAL" clId="{6F9FAB1B-BF87-4C86-8CBB-A04DB701A215}" dt="2025-10-02T09:40:43.236" v="825" actId="1582"/>
          <ac:spMkLst>
            <pc:docMk/>
            <pc:sldMk cId="2807283966" sldId="367"/>
            <ac:spMk id="36" creationId="{42805B37-1DA9-F755-976B-129439F0981B}"/>
          </ac:spMkLst>
        </pc:spChg>
        <pc:spChg chg="add mod">
          <ac:chgData name="蕭兆翔" userId="c09afb0b-60c9-45d8-81f2-4d7aa859f4bf" providerId="ADAL" clId="{6F9FAB1B-BF87-4C86-8CBB-A04DB701A215}" dt="2025-10-02T09:22:23.058" v="439" actId="1076"/>
          <ac:spMkLst>
            <pc:docMk/>
            <pc:sldMk cId="2807283966" sldId="367"/>
            <ac:spMk id="37" creationId="{7FEFF2D7-1C57-92BA-0155-0F296B40AF48}"/>
          </ac:spMkLst>
        </pc:spChg>
        <pc:spChg chg="add mod">
          <ac:chgData name="蕭兆翔" userId="c09afb0b-60c9-45d8-81f2-4d7aa859f4bf" providerId="ADAL" clId="{6F9FAB1B-BF87-4C86-8CBB-A04DB701A215}" dt="2025-10-02T09:40:02.727" v="817" actId="20577"/>
          <ac:spMkLst>
            <pc:docMk/>
            <pc:sldMk cId="2807283966" sldId="367"/>
            <ac:spMk id="38" creationId="{4652B9DB-C550-48A0-473E-3BAB160A0850}"/>
          </ac:spMkLst>
        </pc:spChg>
        <pc:picChg chg="add mod">
          <ac:chgData name="蕭兆翔" userId="c09afb0b-60c9-45d8-81f2-4d7aa859f4bf" providerId="ADAL" clId="{6F9FAB1B-BF87-4C86-8CBB-A04DB701A215}" dt="2025-10-02T09:10:14.605" v="194"/>
          <ac:picMkLst>
            <pc:docMk/>
            <pc:sldMk cId="2807283966" sldId="367"/>
            <ac:picMk id="11" creationId="{8A744D8A-01CE-C945-7691-B6E02D5480BE}"/>
          </ac:picMkLst>
        </pc:picChg>
        <pc:picChg chg="add mod">
          <ac:chgData name="蕭兆翔" userId="c09afb0b-60c9-45d8-81f2-4d7aa859f4bf" providerId="ADAL" clId="{6F9FAB1B-BF87-4C86-8CBB-A04DB701A215}" dt="2025-10-02T09:10:14.605" v="194"/>
          <ac:picMkLst>
            <pc:docMk/>
            <pc:sldMk cId="2807283966" sldId="367"/>
            <ac:picMk id="13" creationId="{4D0C63F2-D5A4-4838-E978-C9A85CA81196}"/>
          </ac:picMkLst>
        </pc:picChg>
        <pc:picChg chg="add del">
          <ac:chgData name="蕭兆翔" userId="c09afb0b-60c9-45d8-81f2-4d7aa859f4bf" providerId="ADAL" clId="{6F9FAB1B-BF87-4C86-8CBB-A04DB701A215}" dt="2025-10-02T09:10:16.663" v="196" actId="21"/>
          <ac:picMkLst>
            <pc:docMk/>
            <pc:sldMk cId="2807283966" sldId="367"/>
            <ac:picMk id="15" creationId="{5D1EFD5F-54C8-EBB8-F2E7-9B7DDC766230}"/>
          </ac:picMkLst>
        </pc:picChg>
        <pc:picChg chg="add mod ord">
          <ac:chgData name="蕭兆翔" userId="c09afb0b-60c9-45d8-81f2-4d7aa859f4bf" providerId="ADAL" clId="{6F9FAB1B-BF87-4C86-8CBB-A04DB701A215}" dt="2025-10-02T09:39:41.006" v="811" actId="207"/>
          <ac:picMkLst>
            <pc:docMk/>
            <pc:sldMk cId="2807283966" sldId="367"/>
            <ac:picMk id="16" creationId="{5D1EFD5F-54C8-EBB8-F2E7-9B7DDC766230}"/>
          </ac:picMkLst>
        </pc:picChg>
        <pc:picChg chg="mod">
          <ac:chgData name="蕭兆翔" userId="c09afb0b-60c9-45d8-81f2-4d7aa859f4bf" providerId="ADAL" clId="{6F9FAB1B-BF87-4C86-8CBB-A04DB701A215}" dt="2025-10-02T09:39:41.006" v="811" actId="207"/>
          <ac:picMkLst>
            <pc:docMk/>
            <pc:sldMk cId="2807283966" sldId="367"/>
            <ac:picMk id="17" creationId="{04EDF726-F114-CB29-C30F-E0C020158F84}"/>
          </ac:picMkLst>
        </pc:picChg>
        <pc:picChg chg="mod">
          <ac:chgData name="蕭兆翔" userId="c09afb0b-60c9-45d8-81f2-4d7aa859f4bf" providerId="ADAL" clId="{6F9FAB1B-BF87-4C86-8CBB-A04DB701A215}" dt="2025-10-02T09:39:41.006" v="811" actId="207"/>
          <ac:picMkLst>
            <pc:docMk/>
            <pc:sldMk cId="2807283966" sldId="367"/>
            <ac:picMk id="20" creationId="{A255837C-5C22-B2B6-9C3A-014F16C70E21}"/>
          </ac:picMkLst>
        </pc:picChg>
        <pc:picChg chg="add del mod ord">
          <ac:chgData name="蕭兆翔" userId="c09afb0b-60c9-45d8-81f2-4d7aa859f4bf" providerId="ADAL" clId="{6F9FAB1B-BF87-4C86-8CBB-A04DB701A215}" dt="2025-10-02T09:10:43.774" v="206" actId="478"/>
          <ac:picMkLst>
            <pc:docMk/>
            <pc:sldMk cId="2807283966" sldId="367"/>
            <ac:picMk id="25" creationId="{EFBC8F23-FB6C-6F2E-812A-4E9E49812B67}"/>
          </ac:picMkLst>
        </pc:picChg>
        <pc:picChg chg="add mod ord">
          <ac:chgData name="蕭兆翔" userId="c09afb0b-60c9-45d8-81f2-4d7aa859f4bf" providerId="ADAL" clId="{6F9FAB1B-BF87-4C86-8CBB-A04DB701A215}" dt="2025-10-02T09:39:41.006" v="811" actId="207"/>
          <ac:picMkLst>
            <pc:docMk/>
            <pc:sldMk cId="2807283966" sldId="367"/>
            <ac:picMk id="26" creationId="{823386ED-F97D-A25B-B491-A72737B93E4F}"/>
          </ac:picMkLst>
        </pc:picChg>
        <pc:picChg chg="add mod ord">
          <ac:chgData name="蕭兆翔" userId="c09afb0b-60c9-45d8-81f2-4d7aa859f4bf" providerId="ADAL" clId="{6F9FAB1B-BF87-4C86-8CBB-A04DB701A215}" dt="2025-10-02T09:39:41.006" v="811" actId="207"/>
          <ac:picMkLst>
            <pc:docMk/>
            <pc:sldMk cId="2807283966" sldId="367"/>
            <ac:picMk id="28" creationId="{D274DFB5-0D8D-F6BF-0D85-E6B9008D417D}"/>
          </ac:picMkLst>
        </pc:picChg>
        <pc:cxnChg chg="add mod">
          <ac:chgData name="蕭兆翔" userId="c09afb0b-60c9-45d8-81f2-4d7aa859f4bf" providerId="ADAL" clId="{6F9FAB1B-BF87-4C86-8CBB-A04DB701A215}" dt="2025-10-02T09:39:34.493" v="810" actId="208"/>
          <ac:cxnSpMkLst>
            <pc:docMk/>
            <pc:sldMk cId="2807283966" sldId="367"/>
            <ac:cxnSpMk id="3" creationId="{7DAEFC14-F344-4ADF-AC73-852BE76496C7}"/>
          </ac:cxnSpMkLst>
        </pc:cxnChg>
        <pc:cxnChg chg="mod ord">
          <ac:chgData name="蕭兆翔" userId="c09afb0b-60c9-45d8-81f2-4d7aa859f4bf" providerId="ADAL" clId="{6F9FAB1B-BF87-4C86-8CBB-A04DB701A215}" dt="2025-10-02T09:39:53.218" v="813" actId="166"/>
          <ac:cxnSpMkLst>
            <pc:docMk/>
            <pc:sldMk cId="2807283966" sldId="367"/>
            <ac:cxnSpMk id="18" creationId="{619A90D8-8F8A-54A3-54C7-45B279DF0C89}"/>
          </ac:cxnSpMkLst>
        </pc:cxnChg>
        <pc:cxnChg chg="mod">
          <ac:chgData name="蕭兆翔" userId="c09afb0b-60c9-45d8-81f2-4d7aa859f4bf" providerId="ADAL" clId="{6F9FAB1B-BF87-4C86-8CBB-A04DB701A215}" dt="2025-10-02T09:39:34.493" v="810" actId="208"/>
          <ac:cxnSpMkLst>
            <pc:docMk/>
            <pc:sldMk cId="2807283966" sldId="367"/>
            <ac:cxnSpMk id="19" creationId="{369E021A-B83E-B47B-7AA8-F122AC31BDE5}"/>
          </ac:cxnSpMkLst>
        </pc:cxnChg>
      </pc:sldChg>
      <pc:sldChg chg="addSp delSp modSp new mod">
        <pc:chgData name="蕭兆翔" userId="c09afb0b-60c9-45d8-81f2-4d7aa859f4bf" providerId="ADAL" clId="{6F9FAB1B-BF87-4C86-8CBB-A04DB701A215}" dt="2025-10-02T09:40:22.687" v="819" actId="1076"/>
        <pc:sldMkLst>
          <pc:docMk/>
          <pc:sldMk cId="3867946133" sldId="368"/>
        </pc:sldMkLst>
        <pc:spChg chg="add mod">
          <ac:chgData name="蕭兆翔" userId="c09afb0b-60c9-45d8-81f2-4d7aa859f4bf" providerId="ADAL" clId="{6F9FAB1B-BF87-4C86-8CBB-A04DB701A215}" dt="2025-10-02T09:23:00.147" v="517" actId="20577"/>
          <ac:spMkLst>
            <pc:docMk/>
            <pc:sldMk cId="3867946133" sldId="368"/>
            <ac:spMk id="2" creationId="{0DCCDB0B-466A-9609-E4B1-6135C39BD3A0}"/>
          </ac:spMkLst>
        </pc:spChg>
        <pc:spChg chg="add del mod">
          <ac:chgData name="蕭兆翔" userId="c09afb0b-60c9-45d8-81f2-4d7aa859f4bf" providerId="ADAL" clId="{6F9FAB1B-BF87-4C86-8CBB-A04DB701A215}" dt="2025-10-02T09:25:51.390" v="534" actId="478"/>
          <ac:spMkLst>
            <pc:docMk/>
            <pc:sldMk cId="3867946133" sldId="368"/>
            <ac:spMk id="7" creationId="{E190F795-D77F-71B2-EC31-B749A0C110D8}"/>
          </ac:spMkLst>
        </pc:spChg>
        <pc:spChg chg="add del mod">
          <ac:chgData name="蕭兆翔" userId="c09afb0b-60c9-45d8-81f2-4d7aa859f4bf" providerId="ADAL" clId="{6F9FAB1B-BF87-4C86-8CBB-A04DB701A215}" dt="2025-10-02T09:25:51.390" v="534" actId="478"/>
          <ac:spMkLst>
            <pc:docMk/>
            <pc:sldMk cId="3867946133" sldId="368"/>
            <ac:spMk id="8" creationId="{1CE9DB4D-8959-09EE-2873-F44EFA5F1595}"/>
          </ac:spMkLst>
        </pc:spChg>
        <pc:spChg chg="add del mod">
          <ac:chgData name="蕭兆翔" userId="c09afb0b-60c9-45d8-81f2-4d7aa859f4bf" providerId="ADAL" clId="{6F9FAB1B-BF87-4C86-8CBB-A04DB701A215}" dt="2025-10-02T09:25:51.390" v="534" actId="478"/>
          <ac:spMkLst>
            <pc:docMk/>
            <pc:sldMk cId="3867946133" sldId="368"/>
            <ac:spMk id="9" creationId="{3AFF7AE9-B8AD-B08A-C089-9DB7B3FE3E72}"/>
          </ac:spMkLst>
        </pc:spChg>
        <pc:spChg chg="add del mod">
          <ac:chgData name="蕭兆翔" userId="c09afb0b-60c9-45d8-81f2-4d7aa859f4bf" providerId="ADAL" clId="{6F9FAB1B-BF87-4C86-8CBB-A04DB701A215}" dt="2025-10-02T09:25:51.390" v="534" actId="478"/>
          <ac:spMkLst>
            <pc:docMk/>
            <pc:sldMk cId="3867946133" sldId="368"/>
            <ac:spMk id="10" creationId="{0C47C05A-2B45-8B1A-F5C2-32C9594F7B59}"/>
          </ac:spMkLst>
        </pc:spChg>
        <pc:spChg chg="add del mod">
          <ac:chgData name="蕭兆翔" userId="c09afb0b-60c9-45d8-81f2-4d7aa859f4bf" providerId="ADAL" clId="{6F9FAB1B-BF87-4C86-8CBB-A04DB701A215}" dt="2025-10-02T09:25:51.390" v="534" actId="478"/>
          <ac:spMkLst>
            <pc:docMk/>
            <pc:sldMk cId="3867946133" sldId="368"/>
            <ac:spMk id="15" creationId="{E6B52BAB-8DD3-C00E-0A19-2DDE7B486D88}"/>
          </ac:spMkLst>
        </pc:spChg>
        <pc:spChg chg="del mod">
          <ac:chgData name="蕭兆翔" userId="c09afb0b-60c9-45d8-81f2-4d7aa859f4bf" providerId="ADAL" clId="{6F9FAB1B-BF87-4C86-8CBB-A04DB701A215}" dt="2025-10-02T09:25:51.390" v="534" actId="478"/>
          <ac:spMkLst>
            <pc:docMk/>
            <pc:sldMk cId="3867946133" sldId="368"/>
            <ac:spMk id="20" creationId="{068AFE47-1B34-A625-F07F-4666F50FE1F1}"/>
          </ac:spMkLst>
        </pc:spChg>
        <pc:spChg chg="add del mod">
          <ac:chgData name="蕭兆翔" userId="c09afb0b-60c9-45d8-81f2-4d7aa859f4bf" providerId="ADAL" clId="{6F9FAB1B-BF87-4C86-8CBB-A04DB701A215}" dt="2025-10-02T09:25:51.390" v="534" actId="478"/>
          <ac:spMkLst>
            <pc:docMk/>
            <pc:sldMk cId="3867946133" sldId="368"/>
            <ac:spMk id="23" creationId="{D8A7773C-646B-3925-99A3-8653FAC6180A}"/>
          </ac:spMkLst>
        </pc:spChg>
        <pc:spChg chg="add del mod">
          <ac:chgData name="蕭兆翔" userId="c09afb0b-60c9-45d8-81f2-4d7aa859f4bf" providerId="ADAL" clId="{6F9FAB1B-BF87-4C86-8CBB-A04DB701A215}" dt="2025-10-02T09:23:35.625" v="520" actId="478"/>
          <ac:spMkLst>
            <pc:docMk/>
            <pc:sldMk cId="3867946133" sldId="368"/>
            <ac:spMk id="24" creationId="{40B5E9B7-4DAC-25A1-A23D-E0AE1B4AB2BC}"/>
          </ac:spMkLst>
        </pc:spChg>
        <pc:spChg chg="add del mod">
          <ac:chgData name="蕭兆翔" userId="c09afb0b-60c9-45d8-81f2-4d7aa859f4bf" providerId="ADAL" clId="{6F9FAB1B-BF87-4C86-8CBB-A04DB701A215}" dt="2025-10-02T09:23:36.212" v="521" actId="478"/>
          <ac:spMkLst>
            <pc:docMk/>
            <pc:sldMk cId="3867946133" sldId="368"/>
            <ac:spMk id="25" creationId="{26DA9101-F905-9D2A-46AD-87A2A1A3B630}"/>
          </ac:spMkLst>
        </pc:spChg>
        <pc:spChg chg="add del mod">
          <ac:chgData name="蕭兆翔" userId="c09afb0b-60c9-45d8-81f2-4d7aa859f4bf" providerId="ADAL" clId="{6F9FAB1B-BF87-4C86-8CBB-A04DB701A215}" dt="2025-10-02T09:23:37.988" v="523" actId="478"/>
          <ac:spMkLst>
            <pc:docMk/>
            <pc:sldMk cId="3867946133" sldId="368"/>
            <ac:spMk id="26" creationId="{7CDF9906-D9C1-9C12-D4DB-6926BD93AB10}"/>
          </ac:spMkLst>
        </pc:spChg>
        <pc:spChg chg="add del mod">
          <ac:chgData name="蕭兆翔" userId="c09afb0b-60c9-45d8-81f2-4d7aa859f4bf" providerId="ADAL" clId="{6F9FAB1B-BF87-4C86-8CBB-A04DB701A215}" dt="2025-10-02T09:23:37.075" v="522" actId="478"/>
          <ac:spMkLst>
            <pc:docMk/>
            <pc:sldMk cId="3867946133" sldId="368"/>
            <ac:spMk id="27" creationId="{A35FB234-2652-6C43-87DF-ED90BD26C857}"/>
          </ac:spMkLst>
        </pc:spChg>
        <pc:spChg chg="add mod">
          <ac:chgData name="蕭兆翔" userId="c09afb0b-60c9-45d8-81f2-4d7aa859f4bf" providerId="ADAL" clId="{6F9FAB1B-BF87-4C86-8CBB-A04DB701A215}" dt="2025-10-02T09:40:22.687" v="819" actId="1076"/>
          <ac:spMkLst>
            <pc:docMk/>
            <pc:sldMk cId="3867946133" sldId="368"/>
            <ac:spMk id="32" creationId="{78D2C59E-86E7-F2D3-7AC0-7EF59A3A3A4B}"/>
          </ac:spMkLst>
        </pc:spChg>
        <pc:spChg chg="add mod">
          <ac:chgData name="蕭兆翔" userId="c09afb0b-60c9-45d8-81f2-4d7aa859f4bf" providerId="ADAL" clId="{6F9FAB1B-BF87-4C86-8CBB-A04DB701A215}" dt="2025-10-02T09:40:22.687" v="819" actId="1076"/>
          <ac:spMkLst>
            <pc:docMk/>
            <pc:sldMk cId="3867946133" sldId="368"/>
            <ac:spMk id="33" creationId="{4831A676-D029-7CE4-9FBD-58FA214E73B8}"/>
          </ac:spMkLst>
        </pc:spChg>
        <pc:spChg chg="add mod">
          <ac:chgData name="蕭兆翔" userId="c09afb0b-60c9-45d8-81f2-4d7aa859f4bf" providerId="ADAL" clId="{6F9FAB1B-BF87-4C86-8CBB-A04DB701A215}" dt="2025-10-02T09:40:22.687" v="819" actId="1076"/>
          <ac:spMkLst>
            <pc:docMk/>
            <pc:sldMk cId="3867946133" sldId="368"/>
            <ac:spMk id="38" creationId="{6AA706AD-926C-4908-1543-FF14F949299D}"/>
          </ac:spMkLst>
        </pc:spChg>
        <pc:spChg chg="add mod">
          <ac:chgData name="蕭兆翔" userId="c09afb0b-60c9-45d8-81f2-4d7aa859f4bf" providerId="ADAL" clId="{6F9FAB1B-BF87-4C86-8CBB-A04DB701A215}" dt="2025-10-02T09:40:22.687" v="819" actId="1076"/>
          <ac:spMkLst>
            <pc:docMk/>
            <pc:sldMk cId="3867946133" sldId="368"/>
            <ac:spMk id="45" creationId="{25D84D87-ECBE-71B7-E8A1-C43F77FB63FA}"/>
          </ac:spMkLst>
        </pc:spChg>
        <pc:spChg chg="add mod">
          <ac:chgData name="蕭兆翔" userId="c09afb0b-60c9-45d8-81f2-4d7aa859f4bf" providerId="ADAL" clId="{6F9FAB1B-BF87-4C86-8CBB-A04DB701A215}" dt="2025-10-02T09:40:22.687" v="819" actId="1076"/>
          <ac:spMkLst>
            <pc:docMk/>
            <pc:sldMk cId="3867946133" sldId="368"/>
            <ac:spMk id="46" creationId="{FC3B4767-A330-B54E-CA67-75AFE2A27EE6}"/>
          </ac:spMkLst>
        </pc:spChg>
        <pc:spChg chg="add mod">
          <ac:chgData name="蕭兆翔" userId="c09afb0b-60c9-45d8-81f2-4d7aa859f4bf" providerId="ADAL" clId="{6F9FAB1B-BF87-4C86-8CBB-A04DB701A215}" dt="2025-10-02T09:40:22.687" v="819" actId="1076"/>
          <ac:spMkLst>
            <pc:docMk/>
            <pc:sldMk cId="3867946133" sldId="368"/>
            <ac:spMk id="47" creationId="{D51B22A4-3721-C835-2F86-5A823BD724A4}"/>
          </ac:spMkLst>
        </pc:spChg>
        <pc:spChg chg="add mod">
          <ac:chgData name="蕭兆翔" userId="c09afb0b-60c9-45d8-81f2-4d7aa859f4bf" providerId="ADAL" clId="{6F9FAB1B-BF87-4C86-8CBB-A04DB701A215}" dt="2025-10-02T09:40:22.687" v="819" actId="1076"/>
          <ac:spMkLst>
            <pc:docMk/>
            <pc:sldMk cId="3867946133" sldId="368"/>
            <ac:spMk id="48" creationId="{F90D280D-05CB-EA88-91D8-23646E8F9434}"/>
          </ac:spMkLst>
        </pc:spChg>
        <pc:spChg chg="add mod">
          <ac:chgData name="蕭兆翔" userId="c09afb0b-60c9-45d8-81f2-4d7aa859f4bf" providerId="ADAL" clId="{6F9FAB1B-BF87-4C86-8CBB-A04DB701A215}" dt="2025-10-02T09:40:22.687" v="819" actId="1076"/>
          <ac:spMkLst>
            <pc:docMk/>
            <pc:sldMk cId="3867946133" sldId="368"/>
            <ac:spMk id="53" creationId="{8BA7261A-AF08-1399-02D5-631F247E15BF}"/>
          </ac:spMkLst>
        </pc:spChg>
        <pc:spChg chg="add mod">
          <ac:chgData name="蕭兆翔" userId="c09afb0b-60c9-45d8-81f2-4d7aa859f4bf" providerId="ADAL" clId="{6F9FAB1B-BF87-4C86-8CBB-A04DB701A215}" dt="2025-10-02T09:40:22.687" v="819" actId="1076"/>
          <ac:spMkLst>
            <pc:docMk/>
            <pc:sldMk cId="3867946133" sldId="368"/>
            <ac:spMk id="58" creationId="{4E775D2A-09EA-585F-F721-1ED203DA77EA}"/>
          </ac:spMkLst>
        </pc:spChg>
        <pc:spChg chg="add mod">
          <ac:chgData name="蕭兆翔" userId="c09afb0b-60c9-45d8-81f2-4d7aa859f4bf" providerId="ADAL" clId="{6F9FAB1B-BF87-4C86-8CBB-A04DB701A215}" dt="2025-10-02T09:38:52.375" v="806" actId="1076"/>
          <ac:spMkLst>
            <pc:docMk/>
            <pc:sldMk cId="3867946133" sldId="368"/>
            <ac:spMk id="65" creationId="{980B1552-7F93-D40C-6784-08B78B8E3C49}"/>
          </ac:spMkLst>
        </pc:spChg>
        <pc:spChg chg="add mod">
          <ac:chgData name="蕭兆翔" userId="c09afb0b-60c9-45d8-81f2-4d7aa859f4bf" providerId="ADAL" clId="{6F9FAB1B-BF87-4C86-8CBB-A04DB701A215}" dt="2025-10-02T09:38:52.375" v="806" actId="1076"/>
          <ac:spMkLst>
            <pc:docMk/>
            <pc:sldMk cId="3867946133" sldId="368"/>
            <ac:spMk id="66" creationId="{A7F199A0-8BDD-9E0B-3BEB-8C97C45DF3B9}"/>
          </ac:spMkLst>
        </pc:spChg>
        <pc:spChg chg="add mod">
          <ac:chgData name="蕭兆翔" userId="c09afb0b-60c9-45d8-81f2-4d7aa859f4bf" providerId="ADAL" clId="{6F9FAB1B-BF87-4C86-8CBB-A04DB701A215}" dt="2025-10-02T09:38:52.375" v="806" actId="1076"/>
          <ac:spMkLst>
            <pc:docMk/>
            <pc:sldMk cId="3867946133" sldId="368"/>
            <ac:spMk id="67" creationId="{7A85F661-9C6B-2A3A-9891-13C080CA9208}"/>
          </ac:spMkLst>
        </pc:spChg>
        <pc:spChg chg="add mod">
          <ac:chgData name="蕭兆翔" userId="c09afb0b-60c9-45d8-81f2-4d7aa859f4bf" providerId="ADAL" clId="{6F9FAB1B-BF87-4C86-8CBB-A04DB701A215}" dt="2025-10-02T09:38:52.375" v="806" actId="1076"/>
          <ac:spMkLst>
            <pc:docMk/>
            <pc:sldMk cId="3867946133" sldId="368"/>
            <ac:spMk id="68" creationId="{416258A1-0B58-9C05-4E6F-E71561E0AB10}"/>
          </ac:spMkLst>
        </pc:spChg>
        <pc:spChg chg="add del mod">
          <ac:chgData name="蕭兆翔" userId="c09afb0b-60c9-45d8-81f2-4d7aa859f4bf" providerId="ADAL" clId="{6F9FAB1B-BF87-4C86-8CBB-A04DB701A215}" dt="2025-10-02T09:34:36.905" v="717" actId="478"/>
          <ac:spMkLst>
            <pc:docMk/>
            <pc:sldMk cId="3867946133" sldId="368"/>
            <ac:spMk id="70" creationId="{BA35E66E-E1F7-0D14-A8E7-EEAF7AC8AB56}"/>
          </ac:spMkLst>
        </pc:spChg>
        <pc:spChg chg="add mod">
          <ac:chgData name="蕭兆翔" userId="c09afb0b-60c9-45d8-81f2-4d7aa859f4bf" providerId="ADAL" clId="{6F9FAB1B-BF87-4C86-8CBB-A04DB701A215}" dt="2025-10-02T09:38:52.375" v="806" actId="1076"/>
          <ac:spMkLst>
            <pc:docMk/>
            <pc:sldMk cId="3867946133" sldId="368"/>
            <ac:spMk id="71" creationId="{4D199DEA-2A9F-BC64-2C08-DEB0D570B753}"/>
          </ac:spMkLst>
        </pc:spChg>
        <pc:spChg chg="add mod">
          <ac:chgData name="蕭兆翔" userId="c09afb0b-60c9-45d8-81f2-4d7aa859f4bf" providerId="ADAL" clId="{6F9FAB1B-BF87-4C86-8CBB-A04DB701A215}" dt="2025-10-02T09:38:52.375" v="806" actId="1076"/>
          <ac:spMkLst>
            <pc:docMk/>
            <pc:sldMk cId="3867946133" sldId="368"/>
            <ac:spMk id="72" creationId="{DC902D52-2834-F969-EEA0-5BA9B14D51AD}"/>
          </ac:spMkLst>
        </pc:spChg>
        <pc:spChg chg="add mod">
          <ac:chgData name="蕭兆翔" userId="c09afb0b-60c9-45d8-81f2-4d7aa859f4bf" providerId="ADAL" clId="{6F9FAB1B-BF87-4C86-8CBB-A04DB701A215}" dt="2025-10-02T09:38:52.375" v="806" actId="1076"/>
          <ac:spMkLst>
            <pc:docMk/>
            <pc:sldMk cId="3867946133" sldId="368"/>
            <ac:spMk id="73" creationId="{2E85C0DD-1497-A56B-B800-2A62E2B4B186}"/>
          </ac:spMkLst>
        </pc:spChg>
        <pc:spChg chg="add mod">
          <ac:chgData name="蕭兆翔" userId="c09afb0b-60c9-45d8-81f2-4d7aa859f4bf" providerId="ADAL" clId="{6F9FAB1B-BF87-4C86-8CBB-A04DB701A215}" dt="2025-10-02T09:38:52.375" v="806" actId="1076"/>
          <ac:spMkLst>
            <pc:docMk/>
            <pc:sldMk cId="3867946133" sldId="368"/>
            <ac:spMk id="74" creationId="{1307EE32-29E6-532F-CAC3-4399512C480F}"/>
          </ac:spMkLst>
        </pc:spChg>
        <pc:spChg chg="add mod">
          <ac:chgData name="蕭兆翔" userId="c09afb0b-60c9-45d8-81f2-4d7aa859f4bf" providerId="ADAL" clId="{6F9FAB1B-BF87-4C86-8CBB-A04DB701A215}" dt="2025-10-02T09:38:52.375" v="806" actId="1076"/>
          <ac:spMkLst>
            <pc:docMk/>
            <pc:sldMk cId="3867946133" sldId="368"/>
            <ac:spMk id="75" creationId="{6D0F21B9-D076-6C1E-508D-E135E18B6DEA}"/>
          </ac:spMkLst>
        </pc:spChg>
        <pc:spChg chg="add mod">
          <ac:chgData name="蕭兆翔" userId="c09afb0b-60c9-45d8-81f2-4d7aa859f4bf" providerId="ADAL" clId="{6F9FAB1B-BF87-4C86-8CBB-A04DB701A215}" dt="2025-10-02T09:38:52.375" v="806" actId="1076"/>
          <ac:spMkLst>
            <pc:docMk/>
            <pc:sldMk cId="3867946133" sldId="368"/>
            <ac:spMk id="77" creationId="{29CB4650-B4A5-E3A9-AA5B-FBF5D626F44E}"/>
          </ac:spMkLst>
        </pc:spChg>
        <pc:spChg chg="add mod">
          <ac:chgData name="蕭兆翔" userId="c09afb0b-60c9-45d8-81f2-4d7aa859f4bf" providerId="ADAL" clId="{6F9FAB1B-BF87-4C86-8CBB-A04DB701A215}" dt="2025-10-02T09:38:48.152" v="805" actId="1076"/>
          <ac:spMkLst>
            <pc:docMk/>
            <pc:sldMk cId="3867946133" sldId="368"/>
            <ac:spMk id="78" creationId="{5F94A37D-FB72-ADC3-C0F6-AF324A3D938F}"/>
          </ac:spMkLst>
        </pc:spChg>
        <pc:grpChg chg="del">
          <ac:chgData name="蕭兆翔" userId="c09afb0b-60c9-45d8-81f2-4d7aa859f4bf" providerId="ADAL" clId="{6F9FAB1B-BF87-4C86-8CBB-A04DB701A215}" dt="2025-10-02T09:25:51.390" v="534" actId="478"/>
          <ac:grpSpMkLst>
            <pc:docMk/>
            <pc:sldMk cId="3867946133" sldId="368"/>
            <ac:grpSpMk id="11" creationId="{0B88F356-4AF3-2D5F-1A04-A73ED66A9AFB}"/>
          </ac:grpSpMkLst>
        </pc:grpChg>
        <pc:grpChg chg="del">
          <ac:chgData name="蕭兆翔" userId="c09afb0b-60c9-45d8-81f2-4d7aa859f4bf" providerId="ADAL" clId="{6F9FAB1B-BF87-4C86-8CBB-A04DB701A215}" dt="2025-10-02T09:25:51.390" v="534" actId="478"/>
          <ac:grpSpMkLst>
            <pc:docMk/>
            <pc:sldMk cId="3867946133" sldId="368"/>
            <ac:grpSpMk id="16" creationId="{0DA647BF-D511-7CDA-6DCB-CE9C0C7B75CF}"/>
          </ac:grpSpMkLst>
        </pc:grpChg>
        <pc:grpChg chg="add mod">
          <ac:chgData name="蕭兆翔" userId="c09afb0b-60c9-45d8-81f2-4d7aa859f4bf" providerId="ADAL" clId="{6F9FAB1B-BF87-4C86-8CBB-A04DB701A215}" dt="2025-10-02T09:40:22.687" v="819" actId="1076"/>
          <ac:grpSpMkLst>
            <pc:docMk/>
            <pc:sldMk cId="3867946133" sldId="368"/>
            <ac:grpSpMk id="39" creationId="{0F1C85DC-2148-4EBE-2469-9ABC44FEDDCF}"/>
          </ac:grpSpMkLst>
        </pc:grpChg>
        <pc:cxnChg chg="del">
          <ac:chgData name="蕭兆翔" userId="c09afb0b-60c9-45d8-81f2-4d7aa859f4bf" providerId="ADAL" clId="{6F9FAB1B-BF87-4C86-8CBB-A04DB701A215}" dt="2025-10-02T09:25:51.390" v="534" actId="478"/>
          <ac:cxnSpMkLst>
            <pc:docMk/>
            <pc:sldMk cId="3867946133" sldId="368"/>
            <ac:cxnSpMk id="21" creationId="{E62A59DD-405B-8B21-085A-A4DF07858B54}"/>
          </ac:cxnSpMkLst>
        </pc:cxnChg>
        <pc:cxnChg chg="mod">
          <ac:chgData name="蕭兆翔" userId="c09afb0b-60c9-45d8-81f2-4d7aa859f4bf" providerId="ADAL" clId="{6F9FAB1B-BF87-4C86-8CBB-A04DB701A215}" dt="2025-10-02T09:26:07.108" v="538" actId="208"/>
          <ac:cxnSpMkLst>
            <pc:docMk/>
            <pc:sldMk cId="3867946133" sldId="368"/>
            <ac:cxnSpMk id="35" creationId="{D9D376C7-BF9C-186D-45D1-A0C64AF147D2}"/>
          </ac:cxnSpMkLst>
        </pc:cxnChg>
        <pc:cxnChg chg="mod">
          <ac:chgData name="蕭兆翔" userId="c09afb0b-60c9-45d8-81f2-4d7aa859f4bf" providerId="ADAL" clId="{6F9FAB1B-BF87-4C86-8CBB-A04DB701A215}" dt="2025-10-02T09:26:07.108" v="538" actId="208"/>
          <ac:cxnSpMkLst>
            <pc:docMk/>
            <pc:sldMk cId="3867946133" sldId="368"/>
            <ac:cxnSpMk id="37" creationId="{9EFF37EA-A784-DC0A-8DCC-64C22910A142}"/>
          </ac:cxnSpMkLst>
        </pc:cxnChg>
        <pc:cxnChg chg="mod">
          <ac:chgData name="蕭兆翔" userId="c09afb0b-60c9-45d8-81f2-4d7aa859f4bf" providerId="ADAL" clId="{6F9FAB1B-BF87-4C86-8CBB-A04DB701A215}" dt="2025-10-02T09:26:07.108" v="538" actId="208"/>
          <ac:cxnSpMkLst>
            <pc:docMk/>
            <pc:sldMk cId="3867946133" sldId="368"/>
            <ac:cxnSpMk id="40" creationId="{4D2E6B11-1668-1331-CB69-D894A7D1BF77}"/>
          </ac:cxnSpMkLst>
        </pc:cxnChg>
        <pc:cxnChg chg="mod">
          <ac:chgData name="蕭兆翔" userId="c09afb0b-60c9-45d8-81f2-4d7aa859f4bf" providerId="ADAL" clId="{6F9FAB1B-BF87-4C86-8CBB-A04DB701A215}" dt="2025-10-02T09:26:07.108" v="538" actId="208"/>
          <ac:cxnSpMkLst>
            <pc:docMk/>
            <pc:sldMk cId="3867946133" sldId="368"/>
            <ac:cxnSpMk id="41" creationId="{56FC3528-FF75-EA32-4B05-3C268B6AB921}"/>
          </ac:cxnSpMkLst>
        </pc:cxnChg>
        <pc:cxnChg chg="mod">
          <ac:chgData name="蕭兆翔" userId="c09afb0b-60c9-45d8-81f2-4d7aa859f4bf" providerId="ADAL" clId="{6F9FAB1B-BF87-4C86-8CBB-A04DB701A215}" dt="2025-10-02T09:26:07.108" v="538" actId="208"/>
          <ac:cxnSpMkLst>
            <pc:docMk/>
            <pc:sldMk cId="3867946133" sldId="368"/>
            <ac:cxnSpMk id="42" creationId="{F95CC1F8-4645-9863-0DE2-C498327AB642}"/>
          </ac:cxnSpMkLst>
        </pc:cxnChg>
        <pc:cxnChg chg="mod">
          <ac:chgData name="蕭兆翔" userId="c09afb0b-60c9-45d8-81f2-4d7aa859f4bf" providerId="ADAL" clId="{6F9FAB1B-BF87-4C86-8CBB-A04DB701A215}" dt="2025-10-02T09:32:11.749" v="666" actId="1076"/>
          <ac:cxnSpMkLst>
            <pc:docMk/>
            <pc:sldMk cId="3867946133" sldId="368"/>
            <ac:cxnSpMk id="43" creationId="{30FEF023-5804-5120-585C-8EB99A35D2EE}"/>
          </ac:cxnSpMkLst>
        </pc:cxnChg>
        <pc:cxnChg chg="mod">
          <ac:chgData name="蕭兆翔" userId="c09afb0b-60c9-45d8-81f2-4d7aa859f4bf" providerId="ADAL" clId="{6F9FAB1B-BF87-4C86-8CBB-A04DB701A215}" dt="2025-10-02T09:32:13.866" v="667" actId="14100"/>
          <ac:cxnSpMkLst>
            <pc:docMk/>
            <pc:sldMk cId="3867946133" sldId="368"/>
            <ac:cxnSpMk id="44" creationId="{B13E8638-4676-2A6F-EBEE-A228D50C7F9A}"/>
          </ac:cxnSpMkLst>
        </pc:cxnChg>
        <pc:cxnChg chg="mod">
          <ac:chgData name="蕭兆翔" userId="c09afb0b-60c9-45d8-81f2-4d7aa859f4bf" providerId="ADAL" clId="{6F9FAB1B-BF87-4C86-8CBB-A04DB701A215}" dt="2025-10-02T09:26:07.108" v="538" actId="208"/>
          <ac:cxnSpMkLst>
            <pc:docMk/>
            <pc:sldMk cId="3867946133" sldId="368"/>
            <ac:cxnSpMk id="50" creationId="{E7A85970-BB7C-5D05-7035-09D3B751CAD7}"/>
          </ac:cxnSpMkLst>
        </pc:cxnChg>
        <pc:cxnChg chg="mod">
          <ac:chgData name="蕭兆翔" userId="c09afb0b-60c9-45d8-81f2-4d7aa859f4bf" providerId="ADAL" clId="{6F9FAB1B-BF87-4C86-8CBB-A04DB701A215}" dt="2025-10-02T09:26:07.108" v="538" actId="208"/>
          <ac:cxnSpMkLst>
            <pc:docMk/>
            <pc:sldMk cId="3867946133" sldId="368"/>
            <ac:cxnSpMk id="52" creationId="{EFD33403-3E8D-F0F5-3A79-E884BE8780EB}"/>
          </ac:cxnSpMkLst>
        </pc:cxnChg>
        <pc:cxnChg chg="mod">
          <ac:chgData name="蕭兆翔" userId="c09afb0b-60c9-45d8-81f2-4d7aa859f4bf" providerId="ADAL" clId="{6F9FAB1B-BF87-4C86-8CBB-A04DB701A215}" dt="2025-10-02T09:26:07.108" v="538" actId="208"/>
          <ac:cxnSpMkLst>
            <pc:docMk/>
            <pc:sldMk cId="3867946133" sldId="368"/>
            <ac:cxnSpMk id="55" creationId="{A88E0329-8D97-0FDC-0E11-20B505254A7B}"/>
          </ac:cxnSpMkLst>
        </pc:cxnChg>
        <pc:cxnChg chg="mod">
          <ac:chgData name="蕭兆翔" userId="c09afb0b-60c9-45d8-81f2-4d7aa859f4bf" providerId="ADAL" clId="{6F9FAB1B-BF87-4C86-8CBB-A04DB701A215}" dt="2025-10-02T09:26:07.108" v="538" actId="208"/>
          <ac:cxnSpMkLst>
            <pc:docMk/>
            <pc:sldMk cId="3867946133" sldId="368"/>
            <ac:cxnSpMk id="56" creationId="{BAB37D9B-3B6B-0336-6FDC-0698ED11608C}"/>
          </ac:cxnSpMkLst>
        </pc:cxnChg>
        <pc:cxnChg chg="mod">
          <ac:chgData name="蕭兆翔" userId="c09afb0b-60c9-45d8-81f2-4d7aa859f4bf" providerId="ADAL" clId="{6F9FAB1B-BF87-4C86-8CBB-A04DB701A215}" dt="2025-10-02T09:26:07.108" v="538" actId="208"/>
          <ac:cxnSpMkLst>
            <pc:docMk/>
            <pc:sldMk cId="3867946133" sldId="368"/>
            <ac:cxnSpMk id="57" creationId="{F0E22C35-48F1-6830-D9D7-AF4587E1087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2537CB-E3A9-1697-BAA9-360DD1EDC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61EFDDD-3202-0B71-1963-0B467992E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394654-1066-7085-7E75-E4D62DC99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C105-2313-4C93-9A8F-C146D9BCEE1C}" type="datetimeFigureOut">
              <a:rPr lang="zh-TW" altLang="en-US" smtClean="0"/>
              <a:t>2025/10/2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7B98F2-80EC-E0ED-8FED-92AA3B9A6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AFD119-A839-8C2C-2BC8-A98BD811C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A2B72-DDB3-4AAD-AEDB-C482D907F2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1413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1AF34E-866E-8D1B-5BDD-EBF030EDB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137973-A822-6D4E-6230-A2F6E061F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A55FB8-790E-3C83-EE83-E76B00E1B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C105-2313-4C93-9A8F-C146D9BCEE1C}" type="datetimeFigureOut">
              <a:rPr lang="zh-TW" altLang="en-US" smtClean="0"/>
              <a:t>2025/10/2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AFF865-5F6B-1FA2-0D6E-7EF44B66B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11ED1F-BB5E-C041-9326-15B231BD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A2B72-DDB3-4AAD-AEDB-C482D907F2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83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F26C8F-210D-E1CC-84B0-5B415CDD2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0E46953-0481-FFC1-F96E-61F911772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D71A63-A26F-E737-ECBC-EC4DCD7F8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C105-2313-4C93-9A8F-C146D9BCEE1C}" type="datetimeFigureOut">
              <a:rPr lang="zh-TW" altLang="en-US" smtClean="0"/>
              <a:t>2025/10/2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83223A-E907-554A-2183-E92DDA730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0C41B0-349E-ADB0-3A1C-816E6F5F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A2B72-DDB3-4AAD-AEDB-C482D907F2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7462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D27A89-97DE-4D9C-7103-0B0725C4E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61CEFA-8B52-4B9E-E141-3926DA082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9ADBAF7-6897-C207-9733-ACE8A6F42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F5385BB-C9BF-C636-C414-93B9F2ED1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C105-2313-4C93-9A8F-C146D9BCEE1C}" type="datetimeFigureOut">
              <a:rPr lang="zh-TW" altLang="en-US" smtClean="0"/>
              <a:t>2025/10/2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E8DCE83-F50A-0C9A-34C0-90534CD92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4D27647-0ED9-76A7-6C64-39AB0243D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A2B72-DDB3-4AAD-AEDB-C482D907F2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3395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08875B-8D11-1A99-FDBF-4C5EF5191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D69C68B-EE18-E824-1C1A-29FDF422A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48B3535-9CF3-9B28-544E-9DD597FD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1273209-7BAC-9329-62B2-8A591EFC4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BC79294-8036-4E06-23AA-336C2CA0E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CD5A229-6AE9-7C46-6115-26FB3EB31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C105-2313-4C93-9A8F-C146D9BCEE1C}" type="datetimeFigureOut">
              <a:rPr lang="zh-TW" altLang="en-US" smtClean="0"/>
              <a:t>2025/10/2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973DDF3-A652-09D6-98D1-1B850B3C9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76D9828-6E48-4542-779E-35B957DD5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A2B72-DDB3-4AAD-AEDB-C482D907F2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385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570802-E750-6916-012C-6E631CB19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3D5168F-D976-A1EC-82ED-00FA6A25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C105-2313-4C93-9A8F-C146D9BCEE1C}" type="datetimeFigureOut">
              <a:rPr lang="zh-TW" altLang="en-US" smtClean="0"/>
              <a:t>2025/10/2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DB33A2-D41B-8EF7-3B61-3E9D2604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47D9010-5C63-3FA5-3F2C-04CD948D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A2B72-DDB3-4AAD-AEDB-C482D907F2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6169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60238A0-168E-83A9-9D3E-02D5D2765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C105-2313-4C93-9A8F-C146D9BCEE1C}" type="datetimeFigureOut">
              <a:rPr lang="zh-TW" altLang="en-US" smtClean="0"/>
              <a:t>2025/10/2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26970C4-7C88-175E-0DB6-06CEFF05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6A64C3-1F18-ED47-62EF-8B74C38F2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A2B72-DDB3-4AAD-AEDB-C482D907F2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120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F3860B-B078-AC94-2011-FA1CD4100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C1EDD0-2180-7CF4-655C-29D734E50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04D55C7-6724-8885-D705-F5D4BA0AA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3C3487-FF13-0BC5-A77F-3824105BF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C105-2313-4C93-9A8F-C146D9BCEE1C}" type="datetimeFigureOut">
              <a:rPr lang="zh-TW" altLang="en-US" smtClean="0"/>
              <a:t>2025/10/2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72040DA-968E-6C56-CD6D-6F13CE9C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18500C9-8440-27FD-0286-64DA5F47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A2B72-DDB3-4AAD-AEDB-C482D907F2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852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ECA967-5D40-DC36-B0C2-F02C02F0C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75E6EB4-9376-EDD1-69CE-E7781AE68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F96A8CC-E434-E15E-C711-0FC524F56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B2464B9-98EF-AFFE-F915-AD38A527B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C105-2313-4C93-9A8F-C146D9BCEE1C}" type="datetimeFigureOut">
              <a:rPr lang="zh-TW" altLang="en-US" smtClean="0"/>
              <a:t>2025/10/2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4B52033-44E0-4D14-E844-6EBC45D82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1A427E-6507-2724-A6A6-C969098A1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A2B72-DDB3-4AAD-AEDB-C482D907F2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187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BACED2-9EA7-7228-DE95-8C3E1496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12989E8-6CAC-E8DD-DFE1-26DA86C49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C270F8-6FD9-5CAD-C800-167B96C6C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C105-2313-4C93-9A8F-C146D9BCEE1C}" type="datetimeFigureOut">
              <a:rPr lang="zh-TW" altLang="en-US" smtClean="0"/>
              <a:t>2025/10/2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F4CB94-46B0-105B-2AEE-263C83EB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12FA691-57FC-4C3E-B5AC-05FB2648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A2B72-DDB3-4AAD-AEDB-C482D907F2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5862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42083DB-61B5-E198-5C07-71EDD03023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3D049BD-60C4-B2BC-4820-D4BB36201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0B874F-A04D-10AE-C586-C15BB6540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C105-2313-4C93-9A8F-C146D9BCEE1C}" type="datetimeFigureOut">
              <a:rPr lang="zh-TW" altLang="en-US" smtClean="0"/>
              <a:t>2025/10/2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4CFD0E-D6A3-8D07-489B-E1EB6E2E9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4FBC56-3B1A-79D4-5FEF-919C7F12C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A2B72-DDB3-4AAD-AEDB-C482D907F2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96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D73E91E-28F7-38C7-D71A-DDC3FCF43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7A122DD-FCBE-2DFF-F09B-8D8FCA75B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A15C3D-26C6-FF00-B89A-541507B7EF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4C105-2313-4C93-9A8F-C146D9BCEE1C}" type="datetimeFigureOut">
              <a:rPr lang="zh-TW" altLang="en-US" smtClean="0"/>
              <a:t>2025/10/2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78DAD7-3FD3-58A4-82CE-C4BDE61B7F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8D2A24-2368-5564-2035-3DD01B829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A2B72-DDB3-4AAD-AEDB-C482D907F2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15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7EA617B-561F-9B0F-76CE-5AD1DBF50B9E}"/>
              </a:ext>
            </a:extLst>
          </p:cNvPr>
          <p:cNvSpPr/>
          <p:nvPr/>
        </p:nvSpPr>
        <p:spPr>
          <a:xfrm>
            <a:off x="1089892" y="1828800"/>
            <a:ext cx="2461810" cy="2392218"/>
          </a:xfrm>
          <a:prstGeom prst="rect">
            <a:avLst/>
          </a:prstGeom>
          <a:solidFill>
            <a:srgbClr val="FBE3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8B424B9-ACDA-21CB-660A-2C15E2FB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620D6C8-DC86-BCD3-1ACE-6CE58B197B7A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範例一</a:t>
            </a:r>
            <a:r>
              <a:rPr lang="en-US" altLang="zh-TW" dirty="0"/>
              <a:t>:</a:t>
            </a:r>
            <a:r>
              <a:rPr lang="zh-TW" altLang="en-US" dirty="0"/>
              <a:t>影像索引</a:t>
            </a:r>
            <a:r>
              <a:rPr lang="en-US" altLang="zh-TW" dirty="0"/>
              <a:t>2D</a:t>
            </a:r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2B35C39-81BE-BD19-35B2-DCCFCFE0A7B3}"/>
              </a:ext>
            </a:extLst>
          </p:cNvPr>
          <p:cNvCxnSpPr/>
          <p:nvPr/>
        </p:nvCxnSpPr>
        <p:spPr>
          <a:xfrm>
            <a:off x="1080654" y="1819563"/>
            <a:ext cx="29186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5A54EE3A-1881-BE3F-FA56-BD1C18D894C5}"/>
              </a:ext>
            </a:extLst>
          </p:cNvPr>
          <p:cNvCxnSpPr>
            <a:cxnSpLocks/>
          </p:cNvCxnSpPr>
          <p:nvPr/>
        </p:nvCxnSpPr>
        <p:spPr>
          <a:xfrm>
            <a:off x="1089891" y="1838036"/>
            <a:ext cx="0" cy="27893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99A6899-8179-9DF8-59E5-87BDB104D4A3}"/>
              </a:ext>
            </a:extLst>
          </p:cNvPr>
          <p:cNvSpPr txBox="1"/>
          <p:nvPr/>
        </p:nvSpPr>
        <p:spPr>
          <a:xfrm>
            <a:off x="3962399" y="1413163"/>
            <a:ext cx="389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03FA5D7-05E2-C348-6B80-0DDF445FF9CF}"/>
              </a:ext>
            </a:extLst>
          </p:cNvPr>
          <p:cNvSpPr txBox="1"/>
          <p:nvPr/>
        </p:nvSpPr>
        <p:spPr>
          <a:xfrm>
            <a:off x="872835" y="4447308"/>
            <a:ext cx="318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FD807B4-C2AF-C20A-0F60-9DD39708D0A4}"/>
              </a:ext>
            </a:extLst>
          </p:cNvPr>
          <p:cNvSpPr txBox="1"/>
          <p:nvPr/>
        </p:nvSpPr>
        <p:spPr>
          <a:xfrm>
            <a:off x="221673" y="2826328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N=50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B5F1FAD-A279-D82F-F5AC-CD9BC6AE0400}"/>
              </a:ext>
            </a:extLst>
          </p:cNvPr>
          <p:cNvSpPr txBox="1"/>
          <p:nvPr/>
        </p:nvSpPr>
        <p:spPr>
          <a:xfrm>
            <a:off x="1971962" y="1339272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M=100</a:t>
            </a:r>
            <a:endParaRPr lang="zh-TW" altLang="en-US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A5DDF39E-A874-3E7E-A7B2-AF4C4ECD2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395" y="1828800"/>
            <a:ext cx="1241230" cy="24014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8825B1BD-9A0E-2A25-7A04-07E40BD8A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054" y="1827357"/>
            <a:ext cx="1219009" cy="24014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715CE63-5B82-2E13-A83A-C75001589641}"/>
                  </a:ext>
                </a:extLst>
              </p:cNvPr>
              <p:cNvSpPr txBox="1"/>
              <p:nvPr/>
            </p:nvSpPr>
            <p:spPr>
              <a:xfrm>
                <a:off x="5730875" y="1487633"/>
                <a:ext cx="5787290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已知索引值</a:t>
                </a:r>
                <a14:m>
                  <m:oMath xmlns:m="http://schemas.openxmlformats.org/officeDocument/2006/math">
                    <m:r>
                      <a:rPr lang="zh-TW" alt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zh-TW" altLang="en-US" sz="28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求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800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x,y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座標</a:t>
                </a:r>
                <a:endParaRPr lang="en-US" altLang="zh-TW" sz="2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de-DE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Given the index value </a:t>
                </a:r>
                <a14:m>
                  <m:oMath xmlns:m="http://schemas.openxmlformats.org/officeDocument/2006/math">
                    <m:r>
                      <a:rPr lang="zh-TW" altLang="de-DE" sz="28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de-DE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800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x,y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ar-AE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715CE63-5B82-2E13-A83A-C75001589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875" y="1487633"/>
                <a:ext cx="5787290" cy="861774"/>
              </a:xfrm>
              <a:prstGeom prst="rect">
                <a:avLst/>
              </a:prstGeom>
              <a:blipFill>
                <a:blip r:embed="rId3"/>
                <a:stretch>
                  <a:fillRect l="-3372" t="-12766" b="-248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8A6C031-CB8D-3D7C-A602-50D49D157B9D}"/>
                  </a:ext>
                </a:extLst>
              </p:cNvPr>
              <p:cNvSpPr txBox="1"/>
              <p:nvPr/>
            </p:nvSpPr>
            <p:spPr>
              <a:xfrm>
                <a:off x="6260811" y="2741242"/>
                <a:ext cx="3546764" cy="954107"/>
              </a:xfrm>
              <a:prstGeom prst="rect">
                <a:avLst/>
              </a:prstGeom>
              <a:noFill/>
              <a:ln w="19050">
                <a:solidFill>
                  <a:srgbClr val="163E64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zh-TW" altLang="en-US" sz="2800" i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altLang="zh-TW" sz="2800" b="0" i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80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sz="2800" i="1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TW" altLang="en-US" sz="28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 </a:t>
                </a:r>
                <a:r>
                  <a:rPr lang="en-US" altLang="zh-TW" sz="28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(</a:t>
                </a:r>
                <a:r>
                  <a:rPr lang="zh-TW" altLang="en-US" sz="28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取商數</a:t>
                </a:r>
                <a:r>
                  <a:rPr lang="en-US" altLang="zh-TW" sz="28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)</a:t>
                </a:r>
                <a:endParaRPr lang="zh-TW" altLang="en-US" sz="2800" dirty="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8A6C031-CB8D-3D7C-A602-50D49D157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811" y="2741242"/>
                <a:ext cx="3546764" cy="954107"/>
              </a:xfrm>
              <a:prstGeom prst="rect">
                <a:avLst/>
              </a:prstGeom>
              <a:blipFill>
                <a:blip r:embed="rId4"/>
                <a:stretch>
                  <a:fillRect b="-15723"/>
                </a:stretch>
              </a:blipFill>
              <a:ln w="19050">
                <a:solidFill>
                  <a:srgbClr val="163E64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92B0990-43B0-A0E1-8A02-026E05E0ED8D}"/>
                  </a:ext>
                </a:extLst>
              </p:cNvPr>
              <p:cNvSpPr txBox="1"/>
              <p:nvPr/>
            </p:nvSpPr>
            <p:spPr>
              <a:xfrm>
                <a:off x="6259945" y="4120925"/>
                <a:ext cx="3874655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120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zh-TW" altLang="en-US" sz="2800" i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altLang="zh-TW" sz="2800" b="0" dirty="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//</m:t>
                    </m:r>
                    <m:r>
                      <a:rPr lang="en-US" altLang="zh-TW" sz="2800" i="1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80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800" i="1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TW" altLang="en-US" sz="28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92B0990-43B0-A0E1-8A02-026E05E0E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945" y="4120925"/>
                <a:ext cx="3874655" cy="9541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0211334E-A9FA-E5F8-E9BB-DCC9F9174DA9}"/>
              </a:ext>
            </a:extLst>
          </p:cNvPr>
          <p:cNvSpPr txBox="1"/>
          <p:nvPr/>
        </p:nvSpPr>
        <p:spPr>
          <a:xfrm>
            <a:off x="4986482" y="144145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112904E-DE8C-7204-9444-409D1FA6156E}"/>
              </a:ext>
            </a:extLst>
          </p:cNvPr>
          <p:cNvSpPr txBox="1"/>
          <p:nvPr/>
        </p:nvSpPr>
        <p:spPr>
          <a:xfrm>
            <a:off x="4265757" y="2837296"/>
            <a:ext cx="1500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6A5B57F-D07C-698A-BFB3-9880A49EF7C3}"/>
              </a:ext>
            </a:extLst>
          </p:cNvPr>
          <p:cNvSpPr txBox="1"/>
          <p:nvPr/>
        </p:nvSpPr>
        <p:spPr>
          <a:xfrm>
            <a:off x="4867275" y="5543550"/>
            <a:ext cx="9605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Ans:</a:t>
            </a:r>
            <a:endParaRPr lang="zh-TW" altLang="en-US" sz="3200" dirty="0">
              <a:solidFill>
                <a:srgbClr val="163E64"/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CC7D1E90-FF42-EDE0-4C12-0C0F0D5E265E}"/>
              </a:ext>
            </a:extLst>
          </p:cNvPr>
          <p:cNvSpPr txBox="1"/>
          <p:nvPr/>
        </p:nvSpPr>
        <p:spPr>
          <a:xfrm>
            <a:off x="5905500" y="5606534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163E64"/>
                </a:solidFill>
              </a:rPr>
              <a:t>(</a:t>
            </a:r>
            <a:r>
              <a:rPr lang="en-US" altLang="zh-TW" sz="2800" i="1" dirty="0" err="1">
                <a:solidFill>
                  <a:srgbClr val="163E64"/>
                </a:solidFill>
              </a:rPr>
              <a:t>x</a:t>
            </a:r>
            <a:r>
              <a:rPr lang="en-US" altLang="zh-TW" sz="2800" dirty="0" err="1">
                <a:solidFill>
                  <a:srgbClr val="163E64"/>
                </a:solidFill>
              </a:rPr>
              <a:t>,</a:t>
            </a:r>
            <a:r>
              <a:rPr lang="en-US" altLang="zh-TW" sz="2800" i="1" dirty="0" err="1">
                <a:solidFill>
                  <a:srgbClr val="163E64"/>
                </a:solidFill>
              </a:rPr>
              <a:t>y</a:t>
            </a:r>
            <a:r>
              <a:rPr lang="en-US" altLang="zh-TW" sz="2800" dirty="0">
                <a:solidFill>
                  <a:srgbClr val="163E64"/>
                </a:solidFill>
              </a:rPr>
              <a:t>) = (20,1)</a:t>
            </a:r>
            <a:endParaRPr lang="zh-TW" altLang="en-US" sz="28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D4AAAB9-7DED-D758-773D-4E3A57A3172A}"/>
              </a:ext>
            </a:extLst>
          </p:cNvPr>
          <p:cNvSpPr txBox="1"/>
          <p:nvPr/>
        </p:nvSpPr>
        <p:spPr>
          <a:xfrm>
            <a:off x="7924800" y="577215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#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76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63703-9466-F596-18AC-206E68F3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圖片 27">
            <a:extLst>
              <a:ext uri="{FF2B5EF4-FFF2-40B4-BE49-F238E27FC236}">
                <a16:creationId xmlns:a16="http://schemas.microsoft.com/office/drawing/2014/main" id="{D274DFB5-0D8D-F6BF-0D85-E6B9008D4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624" y="1732684"/>
            <a:ext cx="2456901" cy="2402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823386ED-F97D-A25B-B491-A72737B93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574" y="2018434"/>
            <a:ext cx="2456901" cy="2402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5D1EFD5F-54C8-EBB8-F2E7-9B7DDC766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24" y="2294659"/>
            <a:ext cx="2456901" cy="2402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B706279-097C-D4E3-AD9A-F2812A09A616}"/>
              </a:ext>
            </a:extLst>
          </p:cNvPr>
          <p:cNvSpPr/>
          <p:nvPr/>
        </p:nvSpPr>
        <p:spPr>
          <a:xfrm>
            <a:off x="1023217" y="2486025"/>
            <a:ext cx="2461810" cy="2392218"/>
          </a:xfrm>
          <a:prstGeom prst="rect">
            <a:avLst/>
          </a:prstGeom>
          <a:solidFill>
            <a:srgbClr val="FBE3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7571661-5705-7F6C-D696-CE87DBD0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</a:t>
            </a:fld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FC1B515-7D0E-BD5D-BCCC-BBB4ACA9F842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範例二</a:t>
            </a:r>
            <a:r>
              <a:rPr lang="en-US" altLang="zh-TW" dirty="0"/>
              <a:t>:</a:t>
            </a:r>
            <a:r>
              <a:rPr lang="zh-TW" altLang="en-US" dirty="0"/>
              <a:t>影像索引</a:t>
            </a:r>
            <a:r>
              <a:rPr lang="en-US" altLang="zh-TW" dirty="0"/>
              <a:t>3D</a:t>
            </a:r>
            <a:endParaRPr lang="zh-TW" altLang="en-US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69E021A-B83E-B47B-7AA8-F122AC31BDE5}"/>
              </a:ext>
            </a:extLst>
          </p:cNvPr>
          <p:cNvCxnSpPr>
            <a:cxnSpLocks/>
          </p:cNvCxnSpPr>
          <p:nvPr/>
        </p:nvCxnSpPr>
        <p:spPr>
          <a:xfrm>
            <a:off x="1023216" y="2495261"/>
            <a:ext cx="0" cy="27893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E91FA50-D2A6-99E4-9A85-63DB731EC0CD}"/>
              </a:ext>
            </a:extLst>
          </p:cNvPr>
          <p:cNvSpPr txBox="1"/>
          <p:nvPr/>
        </p:nvSpPr>
        <p:spPr>
          <a:xfrm>
            <a:off x="4733924" y="2194213"/>
            <a:ext cx="389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A486AF1-6015-F259-C760-4D68C62C9206}"/>
              </a:ext>
            </a:extLst>
          </p:cNvPr>
          <p:cNvSpPr txBox="1"/>
          <p:nvPr/>
        </p:nvSpPr>
        <p:spPr>
          <a:xfrm>
            <a:off x="806160" y="5104533"/>
            <a:ext cx="318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B3D9DC9-DAA8-BDB1-6FF5-78BCE613121D}"/>
              </a:ext>
            </a:extLst>
          </p:cNvPr>
          <p:cNvSpPr txBox="1"/>
          <p:nvPr/>
        </p:nvSpPr>
        <p:spPr>
          <a:xfrm>
            <a:off x="154998" y="3483553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N=50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FC64E02-70A4-50AE-D227-6EF0B3D2CEE2}"/>
              </a:ext>
            </a:extLst>
          </p:cNvPr>
          <p:cNvSpPr txBox="1"/>
          <p:nvPr/>
        </p:nvSpPr>
        <p:spPr>
          <a:xfrm>
            <a:off x="4496087" y="2025072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M=100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BA175FD4-663D-DA8A-B1A3-7AAC9B03CAB5}"/>
                  </a:ext>
                </a:extLst>
              </p:cNvPr>
              <p:cNvSpPr txBox="1"/>
              <p:nvPr/>
            </p:nvSpPr>
            <p:spPr>
              <a:xfrm>
                <a:off x="5692775" y="1354283"/>
                <a:ext cx="6275821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已知索引值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5090</m:t>
                    </m:r>
                    <m:r>
                      <a:rPr lang="zh-TW" altLang="en-US" sz="24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求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x,y,z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座標</a:t>
                </a:r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de-DE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Given the index value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5090</m:t>
                    </m:r>
                  </m:oMath>
                </a14:m>
                <a:r>
                  <a:rPr lang="de-DE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x,y,z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ar-AE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BA175FD4-663D-DA8A-B1A3-7AAC9B03C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775" y="1354283"/>
                <a:ext cx="6275821" cy="738664"/>
              </a:xfrm>
              <a:prstGeom prst="rect">
                <a:avLst/>
              </a:prstGeom>
              <a:blipFill>
                <a:blip r:embed="rId3"/>
                <a:stretch>
                  <a:fillRect l="-2818" t="-12397" b="-247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5B136AA-A63E-B300-C415-D7BA9B912BFC}"/>
                  </a:ext>
                </a:extLst>
              </p:cNvPr>
              <p:cNvSpPr txBox="1"/>
              <p:nvPr/>
            </p:nvSpPr>
            <p:spPr>
              <a:xfrm>
                <a:off x="6383770" y="4111400"/>
                <a:ext cx="591300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zh-TW" sz="2400" smtClean="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smtClean="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2400" i="1" smtClean="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zh-TW" sz="2400" i="1" smtClean="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altLang="zh-TW" sz="2400">
                        <a:solidFill>
                          <a:srgbClr val="163E64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TW" sz="2400">
                        <a:solidFill>
                          <a:srgbClr val="163E64"/>
                        </a:solidFill>
                      </a:rPr>
                      <m:t>mod</m:t>
                    </m:r>
                    <m:r>
                      <m:rPr>
                        <m:nor/>
                      </m:rPr>
                      <a:rPr lang="en-US" altLang="zh-TW" sz="2400">
                        <a:solidFill>
                          <a:srgbClr val="163E64"/>
                        </a:solidFill>
                      </a:rPr>
                      <m:t> 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zh-TW" altLang="en-US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zh-TW" sz="2400">
                        <a:solidFill>
                          <a:srgbClr val="163E64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TW" sz="2400">
                        <a:solidFill>
                          <a:srgbClr val="163E64"/>
                        </a:solidFill>
                      </a:rPr>
                      <m:t>mod</m:t>
                    </m:r>
                    <m:r>
                      <m:rPr>
                        <m:nor/>
                      </m:rPr>
                      <a:rPr lang="en-US" altLang="zh-TW" sz="2400">
                        <a:solidFill>
                          <a:srgbClr val="163E64"/>
                        </a:solidFill>
                      </a:rPr>
                      <m:t> 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400" dirty="0">
                    <a:solidFill>
                      <a:srgbClr val="163E64"/>
                    </a:solidFill>
                  </a:rPr>
                  <a:t>00</a:t>
                </a:r>
                <a:r>
                  <a:rPr lang="zh-TW" altLang="en-US" sz="2400" dirty="0">
                    <a:solidFill>
                      <a:srgbClr val="163E64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163E64"/>
                    </a:solidFill>
                  </a:rPr>
                  <a:t>=</a:t>
                </a:r>
                <a:r>
                  <a:rPr lang="zh-TW" altLang="en-US" sz="2400" dirty="0">
                    <a:solidFill>
                      <a:srgbClr val="163E64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163E64"/>
                    </a:solidFill>
                  </a:rPr>
                  <a:t>90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zh-TW" altLang="en-US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//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400" dirty="0">
                    <a:solidFill>
                      <a:srgbClr val="163E64"/>
                    </a:solidFill>
                  </a:rPr>
                  <a:t>00</a:t>
                </a:r>
                <a:r>
                  <a:rPr lang="zh-TW" altLang="en-US" sz="2400" dirty="0">
                    <a:solidFill>
                      <a:srgbClr val="163E64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163E64"/>
                    </a:solidFill>
                  </a:rPr>
                  <a:t>=</a:t>
                </a:r>
                <a:r>
                  <a:rPr lang="zh-TW" altLang="en-US" sz="2400" dirty="0">
                    <a:solidFill>
                      <a:srgbClr val="163E64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163E64"/>
                    </a:solidFill>
                  </a:rPr>
                  <a:t>0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//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altLang="zh-TW" sz="2400" dirty="0">
                    <a:solidFill>
                      <a:srgbClr val="163E64"/>
                    </a:solidFill>
                  </a:rPr>
                  <a:t>100</a:t>
                </a:r>
                <a:r>
                  <a:rPr lang="zh-TW" altLang="en-US" sz="2400" dirty="0">
                    <a:solidFill>
                      <a:srgbClr val="163E64"/>
                    </a:solidFill>
                  </a:rPr>
                  <a:t>*</a:t>
                </a:r>
                <a:r>
                  <a:rPr lang="en-US" altLang="zh-TW" sz="2400" dirty="0">
                    <a:solidFill>
                      <a:srgbClr val="163E64"/>
                    </a:solidFill>
                  </a:rPr>
                  <a:t>50)</a:t>
                </a:r>
                <a:r>
                  <a:rPr lang="zh-TW" altLang="en-US" sz="2400" dirty="0">
                    <a:solidFill>
                      <a:srgbClr val="163E64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163E64"/>
                    </a:solidFill>
                  </a:rPr>
                  <a:t>=</a:t>
                </a:r>
                <a:r>
                  <a:rPr lang="zh-TW" altLang="en-US" sz="2400" dirty="0">
                    <a:solidFill>
                      <a:srgbClr val="163E64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163E64"/>
                    </a:solidFill>
                  </a:rPr>
                  <a:t>1</a:t>
                </a:r>
                <a:endParaRPr lang="zh-TW" altLang="en-US" sz="2400" dirty="0">
                  <a:solidFill>
                    <a:srgbClr val="163E64"/>
                  </a:solidFill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5B136AA-A63E-B300-C415-D7BA9B912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770" y="4111400"/>
                <a:ext cx="5913005" cy="1200329"/>
              </a:xfrm>
              <a:prstGeom prst="rect">
                <a:avLst/>
              </a:prstGeom>
              <a:blipFill>
                <a:blip r:embed="rId4"/>
                <a:stretch>
                  <a:fillRect l="-309" t="-4061" b="-10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20A362BB-8C52-3994-C1B6-79BEAE249F19}"/>
              </a:ext>
            </a:extLst>
          </p:cNvPr>
          <p:cNvSpPr txBox="1"/>
          <p:nvPr/>
        </p:nvSpPr>
        <p:spPr>
          <a:xfrm>
            <a:off x="5005532" y="125095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10295EB-00A3-6147-6D4C-904E71644431}"/>
              </a:ext>
            </a:extLst>
          </p:cNvPr>
          <p:cNvSpPr txBox="1"/>
          <p:nvPr/>
        </p:nvSpPr>
        <p:spPr>
          <a:xfrm>
            <a:off x="4694382" y="2818246"/>
            <a:ext cx="1500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04EDF726-F114-CB29-C30F-E0C020158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720" y="2486025"/>
            <a:ext cx="1241230" cy="24014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A255837C-5C22-B2B6-9C3A-014F16C70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2379" y="2484582"/>
            <a:ext cx="1219009" cy="24014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B238FECF-EA75-2D54-D550-5FB855D4D5F8}"/>
              </a:ext>
            </a:extLst>
          </p:cNvPr>
          <p:cNvSpPr txBox="1"/>
          <p:nvPr/>
        </p:nvSpPr>
        <p:spPr>
          <a:xfrm>
            <a:off x="5295900" y="5524500"/>
            <a:ext cx="9605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Ans:</a:t>
            </a:r>
            <a:endParaRPr lang="zh-TW" altLang="en-US" sz="3200" dirty="0">
              <a:solidFill>
                <a:srgbClr val="163E64"/>
              </a:solidFill>
            </a:endParaRPr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7DAEFC14-F344-4ADF-AC73-852BE76496C7}"/>
              </a:ext>
            </a:extLst>
          </p:cNvPr>
          <p:cNvCxnSpPr>
            <a:cxnSpLocks/>
          </p:cNvCxnSpPr>
          <p:nvPr/>
        </p:nvCxnSpPr>
        <p:spPr>
          <a:xfrm flipV="1">
            <a:off x="1028700" y="1504950"/>
            <a:ext cx="1323975" cy="9715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3F36888-211A-3877-4C87-312958A05577}"/>
              </a:ext>
            </a:extLst>
          </p:cNvPr>
          <p:cNvSpPr txBox="1"/>
          <p:nvPr/>
        </p:nvSpPr>
        <p:spPr>
          <a:xfrm>
            <a:off x="781337" y="1434522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P=60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4CDF04A4-B56C-43B0-871F-94D1F6BE96B9}"/>
              </a:ext>
            </a:extLst>
          </p:cNvPr>
          <p:cNvSpPr txBox="1"/>
          <p:nvPr/>
        </p:nvSpPr>
        <p:spPr>
          <a:xfrm>
            <a:off x="6334125" y="5587484"/>
            <a:ext cx="4000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163E64"/>
                </a:solidFill>
              </a:rPr>
              <a:t>(</a:t>
            </a:r>
            <a:r>
              <a:rPr lang="en-US" altLang="zh-TW" sz="2800" i="1" dirty="0" err="1">
                <a:solidFill>
                  <a:srgbClr val="163E64"/>
                </a:solidFill>
              </a:rPr>
              <a:t>x</a:t>
            </a:r>
            <a:r>
              <a:rPr lang="en-US" altLang="zh-TW" sz="2800" dirty="0" err="1">
                <a:solidFill>
                  <a:srgbClr val="163E64"/>
                </a:solidFill>
              </a:rPr>
              <a:t>,</a:t>
            </a:r>
            <a:r>
              <a:rPr lang="en-US" altLang="zh-TW" sz="2800" i="1" dirty="0" err="1">
                <a:solidFill>
                  <a:srgbClr val="163E64"/>
                </a:solidFill>
              </a:rPr>
              <a:t>y,z</a:t>
            </a:r>
            <a:r>
              <a:rPr lang="en-US" altLang="zh-TW" sz="2800" dirty="0">
                <a:solidFill>
                  <a:srgbClr val="163E64"/>
                </a:solidFill>
              </a:rPr>
              <a:t>) = (90,0,1)</a:t>
            </a:r>
            <a:endParaRPr lang="zh-TW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42805B37-1DA9-F755-976B-129439F0981B}"/>
                  </a:ext>
                </a:extLst>
              </p:cNvPr>
              <p:cNvSpPr txBox="1"/>
              <p:nvPr/>
            </p:nvSpPr>
            <p:spPr>
              <a:xfrm>
                <a:off x="6411479" y="2633001"/>
                <a:ext cx="4218421" cy="1200329"/>
              </a:xfrm>
              <a:prstGeom prst="rect">
                <a:avLst/>
              </a:prstGeom>
              <a:noFill/>
              <a:ln w="19050">
                <a:solidFill>
                  <a:srgbClr val="163E64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zh-TW"/>
                </a:defPPr>
                <a:lvl1pPr>
                  <a:defRPr sz="2800" b="0" i="1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smtClean="0"/>
                        <m:t>𝑥</m:t>
                      </m:r>
                      <m:r>
                        <a:rPr lang="en-US" altLang="zh-TW" sz="2400" smtClean="0"/>
                        <m:t>=</m:t>
                      </m:r>
                      <m:r>
                        <m:rPr>
                          <m:nor/>
                        </m:rPr>
                        <a:rPr lang="en-US" altLang="zh-TW" sz="2400" smtClean="0"/>
                        <m:t>S</m:t>
                      </m:r>
                      <m:r>
                        <m:rPr>
                          <m:nor/>
                        </m:rPr>
                        <a:rPr lang="en-US" altLang="zh-TW" sz="2400" smtClean="0"/>
                        <m:t> </m:t>
                      </m:r>
                      <m:r>
                        <m:rPr>
                          <m:nor/>
                        </m:rPr>
                        <a:rPr lang="en-US" altLang="zh-TW" sz="2400" smtClean="0"/>
                        <m:t>mod</m:t>
                      </m:r>
                      <m:r>
                        <m:rPr>
                          <m:nor/>
                        </m:rPr>
                        <a:rPr lang="en-US" altLang="zh-TW" sz="2400" smtClean="0"/>
                        <m:t> </m:t>
                      </m:r>
                      <m:r>
                        <m:rPr>
                          <m:nor/>
                        </m:rPr>
                        <a:rPr lang="en-US" altLang="zh-TW" sz="2400" smtClean="0"/>
                        <m:t>MN</m:t>
                      </m:r>
                      <m:r>
                        <m:rPr>
                          <m:nor/>
                        </m:rPr>
                        <a:rPr lang="en-US" altLang="zh-TW" sz="2400" smtClean="0"/>
                        <m:t> </m:t>
                      </m:r>
                      <m:r>
                        <m:rPr>
                          <m:nor/>
                        </m:rPr>
                        <a:rPr lang="en-US" altLang="zh-TW" sz="2400" smtClean="0"/>
                        <m:t>mod</m:t>
                      </m:r>
                      <m:r>
                        <m:rPr>
                          <m:nor/>
                        </m:rPr>
                        <a:rPr lang="en-US" altLang="zh-TW" sz="2400" smtClean="0"/>
                        <m:t> </m:t>
                      </m:r>
                      <m:r>
                        <m:rPr>
                          <m:nor/>
                        </m:rPr>
                        <a:rPr lang="en-US" altLang="zh-TW" sz="2400" smtClean="0"/>
                        <m:t>M</m:t>
                      </m:r>
                    </m:oMath>
                  </m:oMathPara>
                </a14:m>
                <a:endParaRPr lang="en-US" altLang="zh-TW" sz="2400" dirty="0"/>
              </a:p>
              <a:p>
                <a14:m>
                  <m:oMath xmlns:m="http://schemas.openxmlformats.org/officeDocument/2006/math">
                    <m:r>
                      <a:rPr lang="en-US" altLang="zh-TW" sz="2400" smtClean="0"/>
                      <m:t>𝑦</m:t>
                    </m:r>
                    <m:r>
                      <a:rPr lang="en-US" altLang="zh-TW" sz="2400" smtClean="0"/>
                      <m:t>=</m:t>
                    </m:r>
                    <m:r>
                      <a:rPr lang="en-US" altLang="zh-TW" sz="2400" smtClean="0"/>
                      <m:t>𝑆</m:t>
                    </m:r>
                    <m:r>
                      <a:rPr lang="en-US" altLang="zh-TW" sz="2400" smtClean="0"/>
                      <m:t> </m:t>
                    </m:r>
                    <m:r>
                      <a:rPr lang="en-US" altLang="zh-TW" sz="2400" smtClean="0"/>
                      <m:t>𝑚𝑜𝑑</m:t>
                    </m:r>
                    <m:r>
                      <a:rPr lang="en-US" altLang="zh-TW" sz="2400" smtClean="0"/>
                      <m:t> </m:t>
                    </m:r>
                    <m:r>
                      <a:rPr lang="en-US" altLang="zh-TW" sz="2400" smtClean="0"/>
                      <m:t>𝑀𝑁</m:t>
                    </m:r>
                    <m:r>
                      <a:rPr lang="en-US" altLang="zh-TW" sz="2400" smtClean="0"/>
                      <m:t>//</m:t>
                    </m:r>
                    <m:r>
                      <a:rPr lang="en-US" altLang="zh-TW" sz="2400" smtClean="0"/>
                      <m:t>𝑀</m:t>
                    </m:r>
                  </m:oMath>
                </a14:m>
                <a:r>
                  <a:rPr lang="en-US" altLang="zh-TW" sz="2400" dirty="0"/>
                  <a:t> (</a:t>
                </a:r>
                <a:r>
                  <a:rPr lang="zh-TW" altLang="en-US" sz="2400" dirty="0"/>
                  <a:t>取商數</a:t>
                </a:r>
                <a:r>
                  <a:rPr lang="en-US" altLang="zh-TW" sz="2400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400" smtClean="0"/>
                      <m:t>𝑧</m:t>
                    </m:r>
                    <m:r>
                      <a:rPr lang="en-US" altLang="zh-TW" sz="2400" smtClean="0"/>
                      <m:t>=</m:t>
                    </m:r>
                    <m:r>
                      <a:rPr lang="en-US" altLang="zh-TW" sz="2400" smtClean="0"/>
                      <m:t>𝑆</m:t>
                    </m:r>
                    <m:r>
                      <a:rPr lang="en-US" altLang="zh-TW" sz="2400" smtClean="0"/>
                      <m:t>//</m:t>
                    </m:r>
                    <m:r>
                      <a:rPr lang="en-US" altLang="zh-TW" sz="2400" smtClean="0"/>
                      <m:t>𝑀𝑁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(</a:t>
                </a:r>
                <a:r>
                  <a:rPr lang="zh-TW" altLang="en-US" sz="2400" dirty="0"/>
                  <a:t>取商數</a:t>
                </a:r>
                <a:r>
                  <a:rPr lang="en-US" altLang="zh-TW" sz="2400"/>
                  <a:t>)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42805B37-1DA9-F755-976B-129439F09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479" y="2633001"/>
                <a:ext cx="4218421" cy="1200329"/>
              </a:xfrm>
              <a:prstGeom prst="rect">
                <a:avLst/>
              </a:prstGeom>
              <a:blipFill>
                <a:blip r:embed="rId6"/>
                <a:stretch>
                  <a:fillRect l="-288" b="-9500"/>
                </a:stretch>
              </a:blipFill>
              <a:ln w="19050">
                <a:solidFill>
                  <a:srgbClr val="163E64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字方塊 36">
            <a:extLst>
              <a:ext uri="{FF2B5EF4-FFF2-40B4-BE49-F238E27FC236}">
                <a16:creationId xmlns:a16="http://schemas.microsoft.com/office/drawing/2014/main" id="{7FEFF2D7-1C57-92BA-0155-0F296B40AF48}"/>
              </a:ext>
            </a:extLst>
          </p:cNvPr>
          <p:cNvSpPr txBox="1"/>
          <p:nvPr/>
        </p:nvSpPr>
        <p:spPr>
          <a:xfrm>
            <a:off x="8877300" y="571500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#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19A90D8-8F8A-54A3-54C7-45B279DF0C89}"/>
              </a:ext>
            </a:extLst>
          </p:cNvPr>
          <p:cNvCxnSpPr>
            <a:cxnSpLocks/>
          </p:cNvCxnSpPr>
          <p:nvPr/>
        </p:nvCxnSpPr>
        <p:spPr>
          <a:xfrm>
            <a:off x="1028700" y="2488804"/>
            <a:ext cx="37052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652B9DB-C550-48A0-473E-3BAB160A0850}"/>
              </a:ext>
            </a:extLst>
          </p:cNvPr>
          <p:cNvSpPr txBox="1"/>
          <p:nvPr/>
        </p:nvSpPr>
        <p:spPr>
          <a:xfrm>
            <a:off x="2343149" y="965488"/>
            <a:ext cx="364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28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DCCDB0B-466A-9609-E4B1-6135C39BD3A0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範例三</a:t>
            </a:r>
            <a:r>
              <a:rPr lang="en-US" altLang="zh-TW" dirty="0"/>
              <a:t>:</a:t>
            </a:r>
            <a:r>
              <a:rPr lang="zh-TW" altLang="en-US" dirty="0"/>
              <a:t>雙線性內插</a:t>
            </a:r>
            <a:r>
              <a:rPr lang="en-US" altLang="zh-TW" dirty="0"/>
              <a:t>(Bilinear interpolation)</a:t>
            </a:r>
            <a:endParaRPr lang="zh-TW" altLang="en-US" dirty="0"/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70BA752F-A171-4F19-6BD3-3404A56631C2}"/>
              </a:ext>
            </a:extLst>
          </p:cNvPr>
          <p:cNvCxnSpPr>
            <a:cxnSpLocks/>
          </p:cNvCxnSpPr>
          <p:nvPr/>
        </p:nvCxnSpPr>
        <p:spPr>
          <a:xfrm>
            <a:off x="1723881" y="2535972"/>
            <a:ext cx="0" cy="336317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748B1EBC-034B-61DE-4185-A6E07A0D0F14}"/>
              </a:ext>
            </a:extLst>
          </p:cNvPr>
          <p:cNvCxnSpPr>
            <a:cxnSpLocks/>
          </p:cNvCxnSpPr>
          <p:nvPr/>
        </p:nvCxnSpPr>
        <p:spPr>
          <a:xfrm>
            <a:off x="4278313" y="2535972"/>
            <a:ext cx="0" cy="338165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7C42DC48-F4F4-07B3-6BA0-AA3184669E1F}"/>
              </a:ext>
            </a:extLst>
          </p:cNvPr>
          <p:cNvCxnSpPr>
            <a:cxnSpLocks/>
          </p:cNvCxnSpPr>
          <p:nvPr/>
        </p:nvCxnSpPr>
        <p:spPr>
          <a:xfrm>
            <a:off x="980931" y="3114047"/>
            <a:ext cx="3945514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AB3E4AAC-F3DE-0604-3DB5-A1A45F6E48F5}"/>
              </a:ext>
            </a:extLst>
          </p:cNvPr>
          <p:cNvCxnSpPr>
            <a:cxnSpLocks/>
          </p:cNvCxnSpPr>
          <p:nvPr/>
        </p:nvCxnSpPr>
        <p:spPr>
          <a:xfrm>
            <a:off x="980931" y="5401800"/>
            <a:ext cx="396398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78D2C59E-86E7-F2D3-7AC0-7EF59A3A3A4B}"/>
              </a:ext>
            </a:extLst>
          </p:cNvPr>
          <p:cNvSpPr txBox="1"/>
          <p:nvPr/>
        </p:nvSpPr>
        <p:spPr>
          <a:xfrm>
            <a:off x="1333501" y="2752227"/>
            <a:ext cx="81279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f(2,3)=</a:t>
            </a:r>
          </a:p>
          <a:p>
            <a:pPr algn="ctr"/>
            <a:r>
              <a:rPr lang="en-US" altLang="zh-TW" sz="2000" dirty="0"/>
              <a:t>20</a:t>
            </a:r>
            <a:endParaRPr lang="zh-TW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831A676-D029-7CE4-9FBD-58FA214E73B8}"/>
                  </a:ext>
                </a:extLst>
              </p:cNvPr>
              <p:cNvSpPr txBox="1"/>
              <p:nvPr/>
            </p:nvSpPr>
            <p:spPr>
              <a:xfrm>
                <a:off x="2818298" y="4287816"/>
                <a:ext cx="1367147" cy="43279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f(2</a:t>
                </a:r>
                <a14:m>
                  <m:oMath xmlns:m="http://schemas.openxmlformats.org/officeDocument/2006/math">
                    <m:r>
                      <a:rPr lang="en-US" altLang="zh-TW" sz="1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zh-TW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1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.6)=?</a:t>
                </a:r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831A676-D029-7CE4-9FBD-58FA214E7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298" y="4287816"/>
                <a:ext cx="1367147" cy="432792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37860AD9-2FE9-E8C3-55B6-FA2E30D76C0B}"/>
              </a:ext>
            </a:extLst>
          </p:cNvPr>
          <p:cNvGrpSpPr/>
          <p:nvPr/>
        </p:nvGrpSpPr>
        <p:grpSpPr>
          <a:xfrm>
            <a:off x="1723880" y="2503496"/>
            <a:ext cx="1780165" cy="247353"/>
            <a:chOff x="5866646" y="1457608"/>
            <a:chExt cx="977775" cy="380245"/>
          </a:xfrm>
          <a:effectLst/>
        </p:grpSpPr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D9D376C7-BF9C-186D-45D1-A0C64AF147D2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067BA5E8-2F2E-85EF-5E36-B85330B07447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9EFF37EA-A784-DC0A-8DCC-64C22910A142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6AA706AD-926C-4908-1543-FF14F949299D}"/>
              </a:ext>
            </a:extLst>
          </p:cNvPr>
          <p:cNvSpPr txBox="1"/>
          <p:nvPr/>
        </p:nvSpPr>
        <p:spPr>
          <a:xfrm>
            <a:off x="2193151" y="2284968"/>
            <a:ext cx="777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b=0.7</a:t>
            </a:r>
            <a:endParaRPr lang="zh-TW" altLang="en-US" sz="2000" dirty="0"/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0F1C85DC-2148-4EBE-2469-9ABC44FEDDCF}"/>
              </a:ext>
            </a:extLst>
          </p:cNvPr>
          <p:cNvGrpSpPr/>
          <p:nvPr/>
        </p:nvGrpSpPr>
        <p:grpSpPr>
          <a:xfrm rot="5400000">
            <a:off x="349941" y="3656353"/>
            <a:ext cx="1412394" cy="323655"/>
            <a:chOff x="5866646" y="1457608"/>
            <a:chExt cx="977775" cy="380245"/>
          </a:xfrm>
        </p:grpSpPr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4D2E6B11-1668-1331-CB69-D894A7D1BF77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>
              <a:extLst>
                <a:ext uri="{FF2B5EF4-FFF2-40B4-BE49-F238E27FC236}">
                  <a16:creationId xmlns:a16="http://schemas.microsoft.com/office/drawing/2014/main" id="{56FC3528-FF75-EA32-4B05-3C268B6AB921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F95CC1F8-4645-9863-0DE2-C498327AB642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30FEF023-5804-5120-585C-8EB99A35D2EE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1724025" y="4504212"/>
            <a:ext cx="1094273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B13E8638-4676-2A6F-EBEE-A228D50C7F9A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3501872" y="3152775"/>
            <a:ext cx="0" cy="1135041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25D84D87-ECBE-71B7-E8A1-C43F77FB63FA}"/>
              </a:ext>
            </a:extLst>
          </p:cNvPr>
          <p:cNvSpPr txBox="1"/>
          <p:nvPr/>
        </p:nvSpPr>
        <p:spPr>
          <a:xfrm>
            <a:off x="1016006" y="3738850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a=0.6</a:t>
            </a:r>
            <a:endParaRPr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FC3B4767-A330-B54E-CA67-75AFE2A27EE6}"/>
              </a:ext>
            </a:extLst>
          </p:cNvPr>
          <p:cNvSpPr txBox="1"/>
          <p:nvPr/>
        </p:nvSpPr>
        <p:spPr>
          <a:xfrm>
            <a:off x="1328882" y="5028991"/>
            <a:ext cx="81279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標楷體"/>
                <a:cs typeface="+mn-cs"/>
              </a:rPr>
              <a:t>f(2,4)=</a:t>
            </a:r>
          </a:p>
          <a:p>
            <a:pPr algn="ctr"/>
            <a:r>
              <a:rPr lang="en-US" altLang="zh-TW" sz="2000" dirty="0"/>
              <a:t>70</a:t>
            </a:r>
            <a:endParaRPr lang="zh-TW" altLang="en-US" sz="20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D51B22A4-3721-C835-2F86-5A823BD724A4}"/>
              </a:ext>
            </a:extLst>
          </p:cNvPr>
          <p:cNvSpPr txBox="1"/>
          <p:nvPr/>
        </p:nvSpPr>
        <p:spPr>
          <a:xfrm>
            <a:off x="3891973" y="2770699"/>
            <a:ext cx="81279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標楷體"/>
                <a:cs typeface="+mn-cs"/>
              </a:rPr>
              <a:t>f(</a:t>
            </a:r>
            <a:r>
              <a:rPr lang="en-US" altLang="zh-TW" sz="1600" dirty="0">
                <a:latin typeface="Times New Roman"/>
                <a:ea typeface="標楷體"/>
              </a:rPr>
              <a:t>3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標楷體"/>
                <a:cs typeface="+mn-cs"/>
              </a:rPr>
              <a:t>,3)=</a:t>
            </a:r>
            <a:endParaRPr lang="en-US" altLang="zh-TW" sz="2000" dirty="0"/>
          </a:p>
          <a:p>
            <a:pPr algn="ctr"/>
            <a:r>
              <a:rPr lang="en-US" altLang="zh-TW" sz="2000" dirty="0"/>
              <a:t>30</a:t>
            </a:r>
            <a:endParaRPr lang="zh-TW" altLang="en-US" sz="2000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F90D280D-05CB-EA88-91D8-23646E8F9434}"/>
              </a:ext>
            </a:extLst>
          </p:cNvPr>
          <p:cNvSpPr txBox="1"/>
          <p:nvPr/>
        </p:nvSpPr>
        <p:spPr>
          <a:xfrm>
            <a:off x="3878119" y="5056700"/>
            <a:ext cx="81279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標楷體"/>
                <a:cs typeface="+mn-cs"/>
              </a:rPr>
              <a:t>f(3,4)=</a:t>
            </a:r>
          </a:p>
          <a:p>
            <a:pPr algn="ctr"/>
            <a:r>
              <a:rPr lang="en-US" altLang="zh-TW" sz="2000" dirty="0"/>
              <a:t>80</a:t>
            </a:r>
            <a:endParaRPr lang="zh-TW" altLang="en-US" sz="2000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4165C052-DA97-ACFE-DF20-0D8D25930AB2}"/>
              </a:ext>
            </a:extLst>
          </p:cNvPr>
          <p:cNvGrpSpPr/>
          <p:nvPr/>
        </p:nvGrpSpPr>
        <p:grpSpPr>
          <a:xfrm>
            <a:off x="1710026" y="2147896"/>
            <a:ext cx="2569874" cy="247353"/>
            <a:chOff x="5866646" y="1457608"/>
            <a:chExt cx="977775" cy="380245"/>
          </a:xfrm>
          <a:effectLst/>
        </p:grpSpPr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E7A85970-BB7C-5D05-7035-09D3B751CAD7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C6534C3F-D655-F7B9-E4AE-298EE0AF40C7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>
              <a:extLst>
                <a:ext uri="{FF2B5EF4-FFF2-40B4-BE49-F238E27FC236}">
                  <a16:creationId xmlns:a16="http://schemas.microsoft.com/office/drawing/2014/main" id="{EFD33403-3E8D-F0F5-3A79-E884BE8780EB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8BA7261A-AF08-1399-02D5-631F247E15BF}"/>
              </a:ext>
            </a:extLst>
          </p:cNvPr>
          <p:cNvSpPr txBox="1"/>
          <p:nvPr/>
        </p:nvSpPr>
        <p:spPr>
          <a:xfrm>
            <a:off x="2835080" y="185547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1</a:t>
            </a:r>
            <a:endParaRPr lang="zh-TW" altLang="en-US" sz="2000" dirty="0"/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C30C4AD5-CF87-23B2-98F6-384A42A7C302}"/>
              </a:ext>
            </a:extLst>
          </p:cNvPr>
          <p:cNvGrpSpPr/>
          <p:nvPr/>
        </p:nvGrpSpPr>
        <p:grpSpPr>
          <a:xfrm rot="5400000">
            <a:off x="-533720" y="4096669"/>
            <a:ext cx="2302260" cy="323655"/>
            <a:chOff x="5866646" y="1457608"/>
            <a:chExt cx="977775" cy="380245"/>
          </a:xfrm>
        </p:grpSpPr>
        <p:cxnSp>
          <p:nvCxnSpPr>
            <p:cNvPr id="55" name="直線接點 54">
              <a:extLst>
                <a:ext uri="{FF2B5EF4-FFF2-40B4-BE49-F238E27FC236}">
                  <a16:creationId xmlns:a16="http://schemas.microsoft.com/office/drawing/2014/main" id="{A88E0329-8D97-0FDC-0E11-20B505254A7B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>
              <a:extLst>
                <a:ext uri="{FF2B5EF4-FFF2-40B4-BE49-F238E27FC236}">
                  <a16:creationId xmlns:a16="http://schemas.microsoft.com/office/drawing/2014/main" id="{BAB37D9B-3B6B-0336-6FDC-0698ED11608C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F0E22C35-48F1-6830-D9D7-AF4587E10871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4E775D2A-09EA-585F-F721-1ED203DA77EA}"/>
              </a:ext>
            </a:extLst>
          </p:cNvPr>
          <p:cNvSpPr txBox="1"/>
          <p:nvPr/>
        </p:nvSpPr>
        <p:spPr>
          <a:xfrm>
            <a:off x="216571" y="399369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1</a:t>
            </a:r>
            <a:endParaRPr lang="zh-TW" altLang="en-US" sz="2000" dirty="0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980B1552-7F93-D40C-6784-08B78B8E3C49}"/>
              </a:ext>
            </a:extLst>
          </p:cNvPr>
          <p:cNvSpPr txBox="1"/>
          <p:nvPr/>
        </p:nvSpPr>
        <p:spPr>
          <a:xfrm>
            <a:off x="5038725" y="1215509"/>
            <a:ext cx="6972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2400" dirty="0"/>
              <a:t>利用雙線性內插法，計算 </a:t>
            </a:r>
            <a:r>
              <a:rPr lang="en-US" altLang="zh-TW" sz="2400" dirty="0"/>
              <a:t>f(2.7, 3.6) </a:t>
            </a:r>
            <a:r>
              <a:rPr lang="zh-TW" altLang="en-US" sz="2400" dirty="0"/>
              <a:t>的影像強度。</a:t>
            </a:r>
            <a:endParaRPr lang="en-US" altLang="zh-TW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400" dirty="0"/>
              <a:t>Use bilinear interpolation to compute f(2.7, 3.6) given the four corner values.</a:t>
            </a:r>
            <a:endParaRPr lang="zh-TW" altLang="en-US" sz="2400" dirty="0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A7F199A0-8BDD-9E0B-3BEB-8C97C45DF3B9}"/>
              </a:ext>
            </a:extLst>
          </p:cNvPr>
          <p:cNvSpPr txBox="1"/>
          <p:nvPr/>
        </p:nvSpPr>
        <p:spPr>
          <a:xfrm>
            <a:off x="4510232" y="1165225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7A85F661-9C6B-2A3A-9891-13C080CA9208}"/>
              </a:ext>
            </a:extLst>
          </p:cNvPr>
          <p:cNvSpPr txBox="1"/>
          <p:nvPr/>
        </p:nvSpPr>
        <p:spPr>
          <a:xfrm>
            <a:off x="5153025" y="2600325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Sol: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416258A1-0B58-9C05-4E6F-E71561E0AB10}"/>
              </a:ext>
            </a:extLst>
          </p:cNvPr>
          <p:cNvSpPr txBox="1"/>
          <p:nvPr/>
        </p:nvSpPr>
        <p:spPr>
          <a:xfrm>
            <a:off x="6886575" y="4152900"/>
            <a:ext cx="3486150" cy="1689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163E64"/>
                </a:solidFill>
              </a:rPr>
              <a:t>0.3×20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+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0.7×30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=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27</a:t>
            </a:r>
          </a:p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163E64"/>
                </a:solidFill>
              </a:rPr>
              <a:t>0.3×70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+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0.7×80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=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77</a:t>
            </a:r>
          </a:p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163E64"/>
                </a:solidFill>
              </a:rPr>
              <a:t>0.4×27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+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0.6×77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=</a:t>
            </a:r>
            <a:r>
              <a:rPr lang="zh-TW" altLang="en-US" sz="2400" dirty="0">
                <a:solidFill>
                  <a:srgbClr val="163E64"/>
                </a:solidFill>
              </a:rPr>
              <a:t>  </a:t>
            </a:r>
            <a:r>
              <a:rPr lang="en-US" altLang="zh-TW" sz="2400" dirty="0">
                <a:solidFill>
                  <a:srgbClr val="163E64"/>
                </a:solidFill>
              </a:rPr>
              <a:t>57</a:t>
            </a:r>
            <a:endParaRPr lang="zh-TW" altLang="en-US" sz="2400" dirty="0">
              <a:solidFill>
                <a:srgbClr val="163E64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D199DEA-2A9F-BC64-2C08-DEB0D570B753}"/>
                  </a:ext>
                </a:extLst>
              </p:cNvPr>
              <p:cNvSpPr txBox="1"/>
              <p:nvPr/>
            </p:nvSpPr>
            <p:spPr>
              <a:xfrm>
                <a:off x="5999249" y="3720786"/>
                <a:ext cx="346559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i="1" smtClean="0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0" i="1" smtClean="0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rgbClr val="163E64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D199DEA-2A9F-BC64-2C08-DEB0D570B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249" y="3720786"/>
                <a:ext cx="3465591" cy="307777"/>
              </a:xfrm>
              <a:prstGeom prst="rect">
                <a:avLst/>
              </a:prstGeom>
              <a:blipFill>
                <a:blip r:embed="rId3"/>
                <a:stretch>
                  <a:fillRect b="-19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DC902D52-2834-F969-EEA0-5BA9B14D51AD}"/>
                  </a:ext>
                </a:extLst>
              </p:cNvPr>
              <p:cNvSpPr txBox="1"/>
              <p:nvPr/>
            </p:nvSpPr>
            <p:spPr>
              <a:xfrm>
                <a:off x="6011366" y="2750812"/>
                <a:ext cx="346559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i="1" smtClean="0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rgbClr val="163E64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DC902D52-2834-F969-EEA0-5BA9B14D5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366" y="2750812"/>
                <a:ext cx="3465591" cy="307777"/>
              </a:xfrm>
              <a:prstGeom prst="rect">
                <a:avLst/>
              </a:prstGeom>
              <a:blipFill>
                <a:blip r:embed="rId4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2E85C0DD-1497-A56B-B800-2A62E2B4B186}"/>
                  </a:ext>
                </a:extLst>
              </p:cNvPr>
              <p:cNvSpPr txBox="1"/>
              <p:nvPr/>
            </p:nvSpPr>
            <p:spPr>
              <a:xfrm>
                <a:off x="6023437" y="3230719"/>
                <a:ext cx="346559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i="1" smtClean="0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rgbClr val="163E64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2E85C0DD-1497-A56B-B800-2A62E2B4B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437" y="3230719"/>
                <a:ext cx="3465591" cy="307777"/>
              </a:xfrm>
              <a:prstGeom prst="rect">
                <a:avLst/>
              </a:prstGeom>
              <a:blipFill>
                <a:blip r:embed="rId5"/>
                <a:stretch>
                  <a:fillRect b="-1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 73">
            <a:extLst>
              <a:ext uri="{FF2B5EF4-FFF2-40B4-BE49-F238E27FC236}">
                <a16:creationId xmlns:a16="http://schemas.microsoft.com/office/drawing/2014/main" id="{1307EE32-29E6-532F-CAC3-4399512C480F}"/>
              </a:ext>
            </a:extLst>
          </p:cNvPr>
          <p:cNvSpPr/>
          <p:nvPr/>
        </p:nvSpPr>
        <p:spPr>
          <a:xfrm>
            <a:off x="6010275" y="2628900"/>
            <a:ext cx="3619500" cy="1504950"/>
          </a:xfrm>
          <a:prstGeom prst="rect">
            <a:avLst/>
          </a:prstGeom>
          <a:noFill/>
          <a:ln>
            <a:solidFill>
              <a:srgbClr val="163E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163E64"/>
                </a:solidFill>
              </a:ln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6D0F21B9-D076-6C1E-508D-E135E18B6DEA}"/>
              </a:ext>
            </a:extLst>
          </p:cNvPr>
          <p:cNvSpPr txBox="1"/>
          <p:nvPr/>
        </p:nvSpPr>
        <p:spPr>
          <a:xfrm>
            <a:off x="5314950" y="5886450"/>
            <a:ext cx="997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Ans:  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29CB4650-B4A5-E3A9-AA5B-FBF5D626F44E}"/>
              </a:ext>
            </a:extLst>
          </p:cNvPr>
          <p:cNvSpPr txBox="1"/>
          <p:nvPr/>
        </p:nvSpPr>
        <p:spPr>
          <a:xfrm>
            <a:off x="6105525" y="5901809"/>
            <a:ext cx="2124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rgbClr val="163E64"/>
                </a:solidFill>
              </a:rPr>
              <a:t>f(2.7, 3.6) = 57</a:t>
            </a:r>
            <a:endParaRPr lang="zh-TW" altLang="en-US" sz="2400" dirty="0">
              <a:solidFill>
                <a:srgbClr val="163E64"/>
              </a:solidFill>
            </a:endParaRP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5F94A37D-FB72-ADC3-C0F6-AF324A3D938F}"/>
              </a:ext>
            </a:extLst>
          </p:cNvPr>
          <p:cNvSpPr txBox="1"/>
          <p:nvPr/>
        </p:nvSpPr>
        <p:spPr>
          <a:xfrm>
            <a:off x="8143875" y="596265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#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46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訂 7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351</Words>
  <Application>Microsoft Office PowerPoint</Application>
  <PresentationFormat>寬螢幕</PresentationFormat>
  <Paragraphs>65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標楷體</vt:lpstr>
      <vt:lpstr>Arial</vt:lpstr>
      <vt:lpstr>Cambria Math</vt:lpstr>
      <vt:lpstr>Times New Roman</vt:lpstr>
      <vt:lpstr>Wingdings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蕭兆翔</dc:creator>
  <cp:lastModifiedBy>蕭兆翔</cp:lastModifiedBy>
  <cp:revision>1</cp:revision>
  <dcterms:created xsi:type="dcterms:W3CDTF">2025-10-02T08:59:42Z</dcterms:created>
  <dcterms:modified xsi:type="dcterms:W3CDTF">2025-10-02T09:40:52Z</dcterms:modified>
</cp:coreProperties>
</file>