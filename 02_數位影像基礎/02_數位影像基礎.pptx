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340" r:id="rId3"/>
    <p:sldId id="257" r:id="rId4"/>
    <p:sldId id="383" r:id="rId5"/>
    <p:sldId id="258" r:id="rId6"/>
    <p:sldId id="384" r:id="rId7"/>
    <p:sldId id="382" r:id="rId8"/>
    <p:sldId id="259" r:id="rId9"/>
    <p:sldId id="385" r:id="rId10"/>
    <p:sldId id="263" r:id="rId11"/>
    <p:sldId id="265" r:id="rId12"/>
    <p:sldId id="266" r:id="rId13"/>
    <p:sldId id="267" r:id="rId14"/>
    <p:sldId id="268" r:id="rId15"/>
    <p:sldId id="341" r:id="rId16"/>
    <p:sldId id="269" r:id="rId17"/>
    <p:sldId id="273" r:id="rId18"/>
    <p:sldId id="275" r:id="rId19"/>
    <p:sldId id="386" r:id="rId20"/>
    <p:sldId id="365" r:id="rId21"/>
    <p:sldId id="366" r:id="rId22"/>
    <p:sldId id="367" r:id="rId23"/>
    <p:sldId id="287" r:id="rId24"/>
    <p:sldId id="285" r:id="rId25"/>
    <p:sldId id="291" r:id="rId26"/>
    <p:sldId id="343" r:id="rId27"/>
    <p:sldId id="342" r:id="rId28"/>
    <p:sldId id="345" r:id="rId29"/>
    <p:sldId id="346" r:id="rId30"/>
    <p:sldId id="347" r:id="rId31"/>
    <p:sldId id="348" r:id="rId32"/>
    <p:sldId id="350" r:id="rId33"/>
    <p:sldId id="354" r:id="rId34"/>
    <p:sldId id="379" r:id="rId35"/>
    <p:sldId id="378" r:id="rId36"/>
    <p:sldId id="359" r:id="rId37"/>
    <p:sldId id="360" r:id="rId38"/>
    <p:sldId id="355" r:id="rId39"/>
    <p:sldId id="356" r:id="rId40"/>
    <p:sldId id="357" r:id="rId41"/>
    <p:sldId id="362" r:id="rId42"/>
    <p:sldId id="361" r:id="rId43"/>
    <p:sldId id="352" r:id="rId44"/>
    <p:sldId id="363" r:id="rId45"/>
    <p:sldId id="296" r:id="rId46"/>
    <p:sldId id="298" r:id="rId47"/>
    <p:sldId id="368" r:id="rId48"/>
    <p:sldId id="369" r:id="rId49"/>
    <p:sldId id="370" r:id="rId50"/>
    <p:sldId id="371" r:id="rId51"/>
    <p:sldId id="372" r:id="rId52"/>
    <p:sldId id="373" r:id="rId53"/>
    <p:sldId id="374" r:id="rId54"/>
    <p:sldId id="375" r:id="rId55"/>
    <p:sldId id="377" r:id="rId5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EBFC3"/>
    <a:srgbClr val="C9CACC"/>
    <a:srgbClr val="B0B1B5"/>
    <a:srgbClr val="98999D"/>
    <a:srgbClr val="818284"/>
    <a:srgbClr val="515153"/>
    <a:srgbClr val="6A6B6D"/>
    <a:srgbClr val="C2F1C8"/>
    <a:srgbClr val="FFE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2D012E-33FE-41AF-BA75-44B60EF39792}" v="337" dt="2025-09-30T15:22:38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6F9FAB1B-BF87-4C86-8CBB-A04DB701A215}"/>
    <pc:docChg chg="undo custSel addSld delSld modSld sldOrd">
      <pc:chgData name="蕭兆翔" userId="c09afb0b-60c9-45d8-81f2-4d7aa859f4bf" providerId="ADAL" clId="{6F9FAB1B-BF87-4C86-8CBB-A04DB701A215}" dt="2025-09-30T15:24:56.726" v="3124" actId="20577"/>
      <pc:docMkLst>
        <pc:docMk/>
      </pc:docMkLst>
      <pc:sldChg chg="modSp mod">
        <pc:chgData name="蕭兆翔" userId="c09afb0b-60c9-45d8-81f2-4d7aa859f4bf" providerId="ADAL" clId="{6F9FAB1B-BF87-4C86-8CBB-A04DB701A215}" dt="2025-09-30T11:36:34.609" v="24" actId="20577"/>
        <pc:sldMkLst>
          <pc:docMk/>
          <pc:sldMk cId="1343009528" sldId="256"/>
        </pc:sldMkLst>
        <pc:spChg chg="mod">
          <ac:chgData name="蕭兆翔" userId="c09afb0b-60c9-45d8-81f2-4d7aa859f4bf" providerId="ADAL" clId="{6F9FAB1B-BF87-4C86-8CBB-A04DB701A215}" dt="2025-09-30T11:36:34.609" v="24" actId="20577"/>
          <ac:spMkLst>
            <pc:docMk/>
            <pc:sldMk cId="1343009528" sldId="256"/>
            <ac:spMk id="5" creationId="{F5AE22FC-AF5D-80D6-CC9F-1199F201F39A}"/>
          </ac:spMkLst>
        </pc:spChg>
      </pc:sldChg>
      <pc:sldChg chg="addSp delSp modSp mod">
        <pc:chgData name="蕭兆翔" userId="c09afb0b-60c9-45d8-81f2-4d7aa859f4bf" providerId="ADAL" clId="{6F9FAB1B-BF87-4C86-8CBB-A04DB701A215}" dt="2025-09-30T11:43:58.901" v="48" actId="478"/>
        <pc:sldMkLst>
          <pc:docMk/>
          <pc:sldMk cId="1192488509" sldId="257"/>
        </pc:sldMkLst>
        <pc:spChg chg="del mod">
          <ac:chgData name="蕭兆翔" userId="c09afb0b-60c9-45d8-81f2-4d7aa859f4bf" providerId="ADAL" clId="{6F9FAB1B-BF87-4C86-8CBB-A04DB701A215}" dt="2025-09-30T11:43:58.901" v="48" actId="478"/>
          <ac:spMkLst>
            <pc:docMk/>
            <pc:sldMk cId="1192488509" sldId="257"/>
            <ac:spMk id="5" creationId="{F44D3700-12D8-73E9-5A99-4E4D1F79DD49}"/>
          </ac:spMkLst>
        </pc:spChg>
        <pc:spChg chg="del mod">
          <ac:chgData name="蕭兆翔" userId="c09afb0b-60c9-45d8-81f2-4d7aa859f4bf" providerId="ADAL" clId="{6F9FAB1B-BF87-4C86-8CBB-A04DB701A215}" dt="2025-09-30T11:43:58.901" v="48" actId="478"/>
          <ac:spMkLst>
            <pc:docMk/>
            <pc:sldMk cId="1192488509" sldId="257"/>
            <ac:spMk id="6" creationId="{1D8D742B-79FC-9E7F-E726-4B0A1A4AD5BB}"/>
          </ac:spMkLst>
        </pc:spChg>
        <pc:spChg chg="mod">
          <ac:chgData name="蕭兆翔" userId="c09afb0b-60c9-45d8-81f2-4d7aa859f4bf" providerId="ADAL" clId="{6F9FAB1B-BF87-4C86-8CBB-A04DB701A215}" dt="2025-09-30T11:43:05.197" v="33" actId="14100"/>
          <ac:spMkLst>
            <pc:docMk/>
            <pc:sldMk cId="1192488509" sldId="257"/>
            <ac:spMk id="7" creationId="{C911423A-369D-BFFA-A098-8EF2C140A726}"/>
          </ac:spMkLst>
        </pc:spChg>
        <pc:spChg chg="mod">
          <ac:chgData name="蕭兆翔" userId="c09afb0b-60c9-45d8-81f2-4d7aa859f4bf" providerId="ADAL" clId="{6F9FAB1B-BF87-4C86-8CBB-A04DB701A215}" dt="2025-09-30T11:43:18.637" v="38" actId="1076"/>
          <ac:spMkLst>
            <pc:docMk/>
            <pc:sldMk cId="1192488509" sldId="257"/>
            <ac:spMk id="8" creationId="{23C04C9A-11E0-CC3A-7988-99F1AE4DE128}"/>
          </ac:spMkLst>
        </pc:spChg>
        <pc:spChg chg="mod">
          <ac:chgData name="蕭兆翔" userId="c09afb0b-60c9-45d8-81f2-4d7aa859f4bf" providerId="ADAL" clId="{6F9FAB1B-BF87-4C86-8CBB-A04DB701A215}" dt="2025-09-30T11:42:58.839" v="30" actId="14100"/>
          <ac:spMkLst>
            <pc:docMk/>
            <pc:sldMk cId="1192488509" sldId="257"/>
            <ac:spMk id="9" creationId="{6D1B8D32-3174-05B6-6693-D27B30111EA5}"/>
          </ac:spMkLst>
        </pc:spChg>
        <pc:spChg chg="del mod">
          <ac:chgData name="蕭兆翔" userId="c09afb0b-60c9-45d8-81f2-4d7aa859f4bf" providerId="ADAL" clId="{6F9FAB1B-BF87-4C86-8CBB-A04DB701A215}" dt="2025-09-30T11:43:53.797" v="45" actId="478"/>
          <ac:spMkLst>
            <pc:docMk/>
            <pc:sldMk cId="1192488509" sldId="257"/>
            <ac:spMk id="10" creationId="{98EF4E43-9102-E81B-9DE1-CAE205B344F9}"/>
          </ac:spMkLst>
        </pc:spChg>
        <pc:spChg chg="add mod">
          <ac:chgData name="蕭兆翔" userId="c09afb0b-60c9-45d8-81f2-4d7aa859f4bf" providerId="ADAL" clId="{6F9FAB1B-BF87-4C86-8CBB-A04DB701A215}" dt="2025-09-30T11:43:51.377" v="44" actId="1076"/>
          <ac:spMkLst>
            <pc:docMk/>
            <pc:sldMk cId="1192488509" sldId="257"/>
            <ac:spMk id="11" creationId="{287C0183-925A-F65D-C283-CB2F89E6F017}"/>
          </ac:spMkLst>
        </pc:spChg>
        <pc:picChg chg="mod">
          <ac:chgData name="蕭兆翔" userId="c09afb0b-60c9-45d8-81f2-4d7aa859f4bf" providerId="ADAL" clId="{6F9FAB1B-BF87-4C86-8CBB-A04DB701A215}" dt="2025-09-30T11:43:56.364" v="47" actId="1076"/>
          <ac:picMkLst>
            <pc:docMk/>
            <pc:sldMk cId="1192488509" sldId="257"/>
            <ac:picMk id="3" creationId="{00000000-0000-0000-0000-000000000000}"/>
          </ac:picMkLst>
        </pc:picChg>
      </pc:sldChg>
      <pc:sldChg chg="addSp delSp modSp mod">
        <pc:chgData name="蕭兆翔" userId="c09afb0b-60c9-45d8-81f2-4d7aa859f4bf" providerId="ADAL" clId="{6F9FAB1B-BF87-4C86-8CBB-A04DB701A215}" dt="2025-09-30T12:41:50.856" v="706" actId="1076"/>
        <pc:sldMkLst>
          <pc:docMk/>
          <pc:sldMk cId="3289930442" sldId="258"/>
        </pc:sldMkLst>
        <pc:spChg chg="mod">
          <ac:chgData name="蕭兆翔" userId="c09afb0b-60c9-45d8-81f2-4d7aa859f4bf" providerId="ADAL" clId="{6F9FAB1B-BF87-4C86-8CBB-A04DB701A215}" dt="2025-09-30T12:41:50.856" v="706" actId="1076"/>
          <ac:spMkLst>
            <pc:docMk/>
            <pc:sldMk cId="3289930442" sldId="258"/>
            <ac:spMk id="3" creationId="{D1F83F48-F493-C634-16EC-4D60731208E7}"/>
          </ac:spMkLst>
        </pc:spChg>
        <pc:spChg chg="add mod">
          <ac:chgData name="蕭兆翔" userId="c09afb0b-60c9-45d8-81f2-4d7aa859f4bf" providerId="ADAL" clId="{6F9FAB1B-BF87-4C86-8CBB-A04DB701A215}" dt="2025-09-30T12:27:50.370" v="667" actId="1076"/>
          <ac:spMkLst>
            <pc:docMk/>
            <pc:sldMk cId="3289930442" sldId="258"/>
            <ac:spMk id="4" creationId="{23E76BD9-85DD-10D6-6F87-AD7F7FA9140C}"/>
          </ac:spMkLst>
        </pc:spChg>
        <pc:spChg chg="add mod">
          <ac:chgData name="蕭兆翔" userId="c09afb0b-60c9-45d8-81f2-4d7aa859f4bf" providerId="ADAL" clId="{6F9FAB1B-BF87-4C86-8CBB-A04DB701A215}" dt="2025-09-30T12:22:14.063" v="500" actId="20577"/>
          <ac:spMkLst>
            <pc:docMk/>
            <pc:sldMk cId="3289930442" sldId="258"/>
            <ac:spMk id="5" creationId="{5ABCF011-47AC-0C55-DCCF-59B2D6817EFA}"/>
          </ac:spMkLst>
        </pc:spChg>
        <pc:spChg chg="add del mod">
          <ac:chgData name="蕭兆翔" userId="c09afb0b-60c9-45d8-81f2-4d7aa859f4bf" providerId="ADAL" clId="{6F9FAB1B-BF87-4C86-8CBB-A04DB701A215}" dt="2025-09-30T12:25:10.314" v="511" actId="478"/>
          <ac:spMkLst>
            <pc:docMk/>
            <pc:sldMk cId="3289930442" sldId="258"/>
            <ac:spMk id="6" creationId="{D9F92BBB-8498-E521-D098-34071663DB71}"/>
          </ac:spMkLst>
        </pc:spChg>
        <pc:spChg chg="add mod">
          <ac:chgData name="蕭兆翔" userId="c09afb0b-60c9-45d8-81f2-4d7aa859f4bf" providerId="ADAL" clId="{6F9FAB1B-BF87-4C86-8CBB-A04DB701A215}" dt="2025-09-30T12:30:46.014" v="685" actId="1076"/>
          <ac:spMkLst>
            <pc:docMk/>
            <pc:sldMk cId="3289930442" sldId="258"/>
            <ac:spMk id="7" creationId="{0ACAF079-9E46-5CBF-8354-EBC73D6F3FBF}"/>
          </ac:spMkLst>
        </pc:spChg>
        <pc:spChg chg="add mod">
          <ac:chgData name="蕭兆翔" userId="c09afb0b-60c9-45d8-81f2-4d7aa859f4bf" providerId="ADAL" clId="{6F9FAB1B-BF87-4C86-8CBB-A04DB701A215}" dt="2025-09-30T12:30:56.090" v="699" actId="1076"/>
          <ac:spMkLst>
            <pc:docMk/>
            <pc:sldMk cId="3289930442" sldId="258"/>
            <ac:spMk id="8" creationId="{4FDC429B-ACC1-F018-B99A-4DF58F64D533}"/>
          </ac:spMkLst>
        </pc:spChg>
        <pc:picChg chg="mod">
          <ac:chgData name="蕭兆翔" userId="c09afb0b-60c9-45d8-81f2-4d7aa859f4bf" providerId="ADAL" clId="{6F9FAB1B-BF87-4C86-8CBB-A04DB701A215}" dt="2025-09-30T12:25:05.573" v="509" actId="1076"/>
          <ac:picMkLst>
            <pc:docMk/>
            <pc:sldMk cId="3289930442" sldId="258"/>
            <ac:picMk id="3074" creationId="{00000000-0000-0000-0000-000000000000}"/>
          </ac:picMkLst>
        </pc:picChg>
      </pc:sldChg>
      <pc:sldChg chg="del ord">
        <pc:chgData name="蕭兆翔" userId="c09afb0b-60c9-45d8-81f2-4d7aa859f4bf" providerId="ADAL" clId="{6F9FAB1B-BF87-4C86-8CBB-A04DB701A215}" dt="2025-09-30T12:54:50.243" v="1086" actId="47"/>
        <pc:sldMkLst>
          <pc:docMk/>
          <pc:sldMk cId="1819006277" sldId="260"/>
        </pc:sldMkLst>
      </pc:sldChg>
      <pc:sldChg chg="addSp delSp modSp mod">
        <pc:chgData name="蕭兆翔" userId="c09afb0b-60c9-45d8-81f2-4d7aa859f4bf" providerId="ADAL" clId="{6F9FAB1B-BF87-4C86-8CBB-A04DB701A215}" dt="2025-09-30T12:54:10.347" v="1083" actId="1076"/>
        <pc:sldMkLst>
          <pc:docMk/>
          <pc:sldMk cId="1307376873" sldId="263"/>
        </pc:sldMkLst>
        <pc:spChg chg="add mod">
          <ac:chgData name="蕭兆翔" userId="c09afb0b-60c9-45d8-81f2-4d7aa859f4bf" providerId="ADAL" clId="{6F9FAB1B-BF87-4C86-8CBB-A04DB701A215}" dt="2025-09-30T12:54:10.347" v="1083" actId="1076"/>
          <ac:spMkLst>
            <pc:docMk/>
            <pc:sldMk cId="1307376873" sldId="263"/>
            <ac:spMk id="5" creationId="{82C77829-7931-9A81-21F9-05A91DD50B6D}"/>
          </ac:spMkLst>
        </pc:spChg>
        <pc:spChg chg="add mod">
          <ac:chgData name="蕭兆翔" userId="c09afb0b-60c9-45d8-81f2-4d7aa859f4bf" providerId="ADAL" clId="{6F9FAB1B-BF87-4C86-8CBB-A04DB701A215}" dt="2025-09-30T12:54:10.347" v="1083" actId="1076"/>
          <ac:spMkLst>
            <pc:docMk/>
            <pc:sldMk cId="1307376873" sldId="263"/>
            <ac:spMk id="8" creationId="{133A1240-B323-C880-25AD-C3C0948DC50B}"/>
          </ac:spMkLst>
        </pc:spChg>
        <pc:spChg chg="add mod">
          <ac:chgData name="蕭兆翔" userId="c09afb0b-60c9-45d8-81f2-4d7aa859f4bf" providerId="ADAL" clId="{6F9FAB1B-BF87-4C86-8CBB-A04DB701A215}" dt="2025-09-30T12:54:10.347" v="1083" actId="1076"/>
          <ac:spMkLst>
            <pc:docMk/>
            <pc:sldMk cId="1307376873" sldId="263"/>
            <ac:spMk id="9" creationId="{522CD37C-61A6-99AF-5249-CA37A890FB50}"/>
          </ac:spMkLst>
        </pc:spChg>
        <pc:spChg chg="add mod">
          <ac:chgData name="蕭兆翔" userId="c09afb0b-60c9-45d8-81f2-4d7aa859f4bf" providerId="ADAL" clId="{6F9FAB1B-BF87-4C86-8CBB-A04DB701A215}" dt="2025-09-30T12:54:10.347" v="1083" actId="1076"/>
          <ac:spMkLst>
            <pc:docMk/>
            <pc:sldMk cId="1307376873" sldId="263"/>
            <ac:spMk id="10" creationId="{D95B651B-48EC-47F4-983D-CC437A2CF811}"/>
          </ac:spMkLst>
        </pc:spChg>
        <pc:spChg chg="add mod">
          <ac:chgData name="蕭兆翔" userId="c09afb0b-60c9-45d8-81f2-4d7aa859f4bf" providerId="ADAL" clId="{6F9FAB1B-BF87-4C86-8CBB-A04DB701A215}" dt="2025-09-30T12:54:10.347" v="1083" actId="1076"/>
          <ac:spMkLst>
            <pc:docMk/>
            <pc:sldMk cId="1307376873" sldId="263"/>
            <ac:spMk id="11" creationId="{8B606A42-C6D0-9BFF-865F-C6F319ABF065}"/>
          </ac:spMkLst>
        </pc:spChg>
        <pc:spChg chg="add mod">
          <ac:chgData name="蕭兆翔" userId="c09afb0b-60c9-45d8-81f2-4d7aa859f4bf" providerId="ADAL" clId="{6F9FAB1B-BF87-4C86-8CBB-A04DB701A215}" dt="2025-09-30T12:54:10.347" v="1083" actId="1076"/>
          <ac:spMkLst>
            <pc:docMk/>
            <pc:sldMk cId="1307376873" sldId="263"/>
            <ac:spMk id="12" creationId="{EEDA5CC8-757B-EF6B-99D1-56CA2012C226}"/>
          </ac:spMkLst>
        </pc:spChg>
        <pc:spChg chg="add mod">
          <ac:chgData name="蕭兆翔" userId="c09afb0b-60c9-45d8-81f2-4d7aa859f4bf" providerId="ADAL" clId="{6F9FAB1B-BF87-4C86-8CBB-A04DB701A215}" dt="2025-09-30T12:53:46.127" v="1081" actId="12789"/>
          <ac:spMkLst>
            <pc:docMk/>
            <pc:sldMk cId="1307376873" sldId="263"/>
            <ac:spMk id="13" creationId="{E71937A2-B5E1-D57D-A77C-F27DC27B1894}"/>
          </ac:spMkLst>
        </pc:spChg>
        <pc:spChg chg="add mod">
          <ac:chgData name="蕭兆翔" userId="c09afb0b-60c9-45d8-81f2-4d7aa859f4bf" providerId="ADAL" clId="{6F9FAB1B-BF87-4C86-8CBB-A04DB701A215}" dt="2025-09-30T12:51:58.234" v="968" actId="1076"/>
          <ac:spMkLst>
            <pc:docMk/>
            <pc:sldMk cId="1307376873" sldId="263"/>
            <ac:spMk id="14" creationId="{B6FF5D28-8E76-6DB0-8EDD-CBE3433278E6}"/>
          </ac:spMkLst>
        </pc:spChg>
        <pc:spChg chg="add mod">
          <ac:chgData name="蕭兆翔" userId="c09afb0b-60c9-45d8-81f2-4d7aa859f4bf" providerId="ADAL" clId="{6F9FAB1B-BF87-4C86-8CBB-A04DB701A215}" dt="2025-09-30T12:52:10.512" v="976" actId="20577"/>
          <ac:spMkLst>
            <pc:docMk/>
            <pc:sldMk cId="1307376873" sldId="263"/>
            <ac:spMk id="15" creationId="{B187CC8D-D31E-6C1E-ABEB-1C2EE572C31A}"/>
          </ac:spMkLst>
        </pc:spChg>
        <pc:spChg chg="add mod">
          <ac:chgData name="蕭兆翔" userId="c09afb0b-60c9-45d8-81f2-4d7aa859f4bf" providerId="ADAL" clId="{6F9FAB1B-BF87-4C86-8CBB-A04DB701A215}" dt="2025-09-30T12:52:13.752" v="977" actId="1076"/>
          <ac:spMkLst>
            <pc:docMk/>
            <pc:sldMk cId="1307376873" sldId="263"/>
            <ac:spMk id="16" creationId="{EAF89E38-6BFD-CC77-47B9-B49859614282}"/>
          </ac:spMkLst>
        </pc:spChg>
        <pc:spChg chg="add mod">
          <ac:chgData name="蕭兆翔" userId="c09afb0b-60c9-45d8-81f2-4d7aa859f4bf" providerId="ADAL" clId="{6F9FAB1B-BF87-4C86-8CBB-A04DB701A215}" dt="2025-09-30T12:52:17.696" v="981" actId="20577"/>
          <ac:spMkLst>
            <pc:docMk/>
            <pc:sldMk cId="1307376873" sldId="263"/>
            <ac:spMk id="17" creationId="{7C70EC55-A19A-3514-88EE-4F2891A85D97}"/>
          </ac:spMkLst>
        </pc:spChg>
        <pc:spChg chg="add mod">
          <ac:chgData name="蕭兆翔" userId="c09afb0b-60c9-45d8-81f2-4d7aa859f4bf" providerId="ADAL" clId="{6F9FAB1B-BF87-4C86-8CBB-A04DB701A215}" dt="2025-09-30T12:54:01.971" v="1082" actId="113"/>
          <ac:spMkLst>
            <pc:docMk/>
            <pc:sldMk cId="1307376873" sldId="263"/>
            <ac:spMk id="18" creationId="{0B546DB5-3CE1-A82C-0FCD-C9D837879B30}"/>
          </ac:spMkLst>
        </pc:spChg>
        <pc:spChg chg="add mod">
          <ac:chgData name="蕭兆翔" userId="c09afb0b-60c9-45d8-81f2-4d7aa859f4bf" providerId="ADAL" clId="{6F9FAB1B-BF87-4C86-8CBB-A04DB701A215}" dt="2025-09-30T12:53:46.127" v="1081" actId="12789"/>
          <ac:spMkLst>
            <pc:docMk/>
            <pc:sldMk cId="1307376873" sldId="263"/>
            <ac:spMk id="19" creationId="{CC5B51C3-5831-76FF-F46A-BFA0F784B3BF}"/>
          </ac:spMkLst>
        </pc:spChg>
        <pc:spChg chg="add mod">
          <ac:chgData name="蕭兆翔" userId="c09afb0b-60c9-45d8-81f2-4d7aa859f4bf" providerId="ADAL" clId="{6F9FAB1B-BF87-4C86-8CBB-A04DB701A215}" dt="2025-09-30T12:53:46.127" v="1081" actId="12789"/>
          <ac:spMkLst>
            <pc:docMk/>
            <pc:sldMk cId="1307376873" sldId="263"/>
            <ac:spMk id="20" creationId="{0428249F-9D10-B97C-E2A7-C2E8DD405FB4}"/>
          </ac:spMkLst>
        </pc:spChg>
        <pc:spChg chg="add mod">
          <ac:chgData name="蕭兆翔" userId="c09afb0b-60c9-45d8-81f2-4d7aa859f4bf" providerId="ADAL" clId="{6F9FAB1B-BF87-4C86-8CBB-A04DB701A215}" dt="2025-09-30T12:53:33.228" v="1079" actId="1076"/>
          <ac:spMkLst>
            <pc:docMk/>
            <pc:sldMk cId="1307376873" sldId="263"/>
            <ac:spMk id="21" creationId="{5660E9AC-FF71-0DBE-C2CB-EA51E172FBA3}"/>
          </ac:spMkLst>
        </pc:spChg>
        <pc:picChg chg="mod">
          <ac:chgData name="蕭兆翔" userId="c09afb0b-60c9-45d8-81f2-4d7aa859f4bf" providerId="ADAL" clId="{6F9FAB1B-BF87-4C86-8CBB-A04DB701A215}" dt="2025-09-30T12:51:49.830" v="963" actId="1076"/>
          <ac:picMkLst>
            <pc:docMk/>
            <pc:sldMk cId="1307376873" sldId="263"/>
            <ac:picMk id="4" creationId="{83F71C6A-B984-5794-FC31-66689962393D}"/>
          </ac:picMkLst>
        </pc:picChg>
        <pc:picChg chg="add del mod">
          <ac:chgData name="蕭兆翔" userId="c09afb0b-60c9-45d8-81f2-4d7aa859f4bf" providerId="ADAL" clId="{6F9FAB1B-BF87-4C86-8CBB-A04DB701A215}" dt="2025-09-30T12:47:05.821" v="851" actId="478"/>
          <ac:picMkLst>
            <pc:docMk/>
            <pc:sldMk cId="1307376873" sldId="263"/>
            <ac:picMk id="7" creationId="{C3E15CFB-83FD-E8A4-EE3F-E62451BB1CC1}"/>
          </ac:picMkLst>
        </pc:picChg>
        <pc:picChg chg="mod">
          <ac:chgData name="蕭兆翔" userId="c09afb0b-60c9-45d8-81f2-4d7aa859f4bf" providerId="ADAL" clId="{6F9FAB1B-BF87-4C86-8CBB-A04DB701A215}" dt="2025-09-30T12:54:10.347" v="1083" actId="1076"/>
          <ac:picMkLst>
            <pc:docMk/>
            <pc:sldMk cId="1307376873" sldId="263"/>
            <ac:picMk id="8194" creationId="{00000000-0000-0000-0000-000000000000}"/>
          </ac:picMkLst>
        </pc:picChg>
      </pc:sldChg>
      <pc:sldChg chg="addSp modSp mod">
        <pc:chgData name="蕭兆翔" userId="c09afb0b-60c9-45d8-81f2-4d7aa859f4bf" providerId="ADAL" clId="{6F9FAB1B-BF87-4C86-8CBB-A04DB701A215}" dt="2025-09-30T13:01:32.978" v="1122" actId="1076"/>
        <pc:sldMkLst>
          <pc:docMk/>
          <pc:sldMk cId="2882052496" sldId="265"/>
        </pc:sldMkLst>
        <pc:cxnChg chg="add mod">
          <ac:chgData name="蕭兆翔" userId="c09afb0b-60c9-45d8-81f2-4d7aa859f4bf" providerId="ADAL" clId="{6F9FAB1B-BF87-4C86-8CBB-A04DB701A215}" dt="2025-09-30T13:01:03.366" v="1115" actId="1076"/>
          <ac:cxnSpMkLst>
            <pc:docMk/>
            <pc:sldMk cId="2882052496" sldId="265"/>
            <ac:cxnSpMk id="5" creationId="{B7EB7BCC-BB81-9F78-3841-AB9ACFA23F71}"/>
          </ac:cxnSpMkLst>
        </pc:cxnChg>
        <pc:cxnChg chg="add mod">
          <ac:chgData name="蕭兆翔" userId="c09afb0b-60c9-45d8-81f2-4d7aa859f4bf" providerId="ADAL" clId="{6F9FAB1B-BF87-4C86-8CBB-A04DB701A215}" dt="2025-09-30T13:01:32.978" v="1122" actId="1076"/>
          <ac:cxnSpMkLst>
            <pc:docMk/>
            <pc:sldMk cId="2882052496" sldId="265"/>
            <ac:cxnSpMk id="9" creationId="{E1C14F45-59DF-F8D1-DAF0-F1BB64AC1C35}"/>
          </ac:cxnSpMkLst>
        </pc:cxnChg>
      </pc:sldChg>
      <pc:sldChg chg="addSp delSp mod">
        <pc:chgData name="蕭兆翔" userId="c09afb0b-60c9-45d8-81f2-4d7aa859f4bf" providerId="ADAL" clId="{6F9FAB1B-BF87-4C86-8CBB-A04DB701A215}" dt="2025-09-30T13:03:01.309" v="1124" actId="478"/>
        <pc:sldMkLst>
          <pc:docMk/>
          <pc:sldMk cId="711328878" sldId="266"/>
        </pc:sldMkLst>
        <pc:spChg chg="add del">
          <ac:chgData name="蕭兆翔" userId="c09afb0b-60c9-45d8-81f2-4d7aa859f4bf" providerId="ADAL" clId="{6F9FAB1B-BF87-4C86-8CBB-A04DB701A215}" dt="2025-09-30T13:03:01.309" v="1124" actId="478"/>
          <ac:spMkLst>
            <pc:docMk/>
            <pc:sldMk cId="711328878" sldId="266"/>
            <ac:spMk id="9" creationId="{C9CCA9AA-55D4-0A33-225F-949B6E7B904B}"/>
          </ac:spMkLst>
        </pc:spChg>
      </pc:sldChg>
      <pc:sldChg chg="addSp modSp mod">
        <pc:chgData name="蕭兆翔" userId="c09afb0b-60c9-45d8-81f2-4d7aa859f4bf" providerId="ADAL" clId="{6F9FAB1B-BF87-4C86-8CBB-A04DB701A215}" dt="2025-09-30T13:03:27.903" v="1132" actId="1076"/>
        <pc:sldMkLst>
          <pc:docMk/>
          <pc:sldMk cId="4218031409" sldId="267"/>
        </pc:sldMkLst>
        <pc:spChg chg="add mod">
          <ac:chgData name="蕭兆翔" userId="c09afb0b-60c9-45d8-81f2-4d7aa859f4bf" providerId="ADAL" clId="{6F9FAB1B-BF87-4C86-8CBB-A04DB701A215}" dt="2025-09-30T13:03:27.903" v="1132" actId="1076"/>
          <ac:spMkLst>
            <pc:docMk/>
            <pc:sldMk cId="4218031409" sldId="267"/>
            <ac:spMk id="6" creationId="{B0A21CD3-F11B-210C-781B-1860B5D1C9CB}"/>
          </ac:spMkLst>
        </pc:spChg>
      </pc:sldChg>
      <pc:sldChg chg="addSp delSp modSp mod">
        <pc:chgData name="蕭兆翔" userId="c09afb0b-60c9-45d8-81f2-4d7aa859f4bf" providerId="ADAL" clId="{6F9FAB1B-BF87-4C86-8CBB-A04DB701A215}" dt="2025-09-30T13:05:36.888" v="1152" actId="1076"/>
        <pc:sldMkLst>
          <pc:docMk/>
          <pc:sldMk cId="405376382" sldId="268"/>
        </pc:sldMkLst>
        <pc:spChg chg="mod">
          <ac:chgData name="蕭兆翔" userId="c09afb0b-60c9-45d8-81f2-4d7aa859f4bf" providerId="ADAL" clId="{6F9FAB1B-BF87-4C86-8CBB-A04DB701A215}" dt="2025-09-30T13:04:41.989" v="1137" actId="1076"/>
          <ac:spMkLst>
            <pc:docMk/>
            <pc:sldMk cId="405376382" sldId="268"/>
            <ac:spMk id="4" creationId="{68CF1318-D1B0-9A0D-4F35-25860AA43BE1}"/>
          </ac:spMkLst>
        </pc:spChg>
        <pc:picChg chg="add del mod">
          <ac:chgData name="蕭兆翔" userId="c09afb0b-60c9-45d8-81f2-4d7aa859f4bf" providerId="ADAL" clId="{6F9FAB1B-BF87-4C86-8CBB-A04DB701A215}" dt="2025-09-30T13:05:26.803" v="1146" actId="478"/>
          <ac:picMkLst>
            <pc:docMk/>
            <pc:sldMk cId="405376382" sldId="268"/>
            <ac:picMk id="4098" creationId="{B6E61E6D-2C95-AD0C-3709-3E8096AB0544}"/>
          </ac:picMkLst>
        </pc:picChg>
        <pc:picChg chg="add mod">
          <ac:chgData name="蕭兆翔" userId="c09afb0b-60c9-45d8-81f2-4d7aa859f4bf" providerId="ADAL" clId="{6F9FAB1B-BF87-4C86-8CBB-A04DB701A215}" dt="2025-09-30T13:05:36.888" v="1152" actId="1076"/>
          <ac:picMkLst>
            <pc:docMk/>
            <pc:sldMk cId="405376382" sldId="268"/>
            <ac:picMk id="4100" creationId="{62164D2E-41FB-8BA9-B8E8-9C355802E2F9}"/>
          </ac:picMkLst>
        </pc:picChg>
        <pc:picChg chg="mod">
          <ac:chgData name="蕭兆翔" userId="c09afb0b-60c9-45d8-81f2-4d7aa859f4bf" providerId="ADAL" clId="{6F9FAB1B-BF87-4C86-8CBB-A04DB701A215}" dt="2025-09-30T13:05:35.481" v="1151" actId="1076"/>
          <ac:picMkLst>
            <pc:docMk/>
            <pc:sldMk cId="405376382" sldId="268"/>
            <ac:picMk id="13314" creationId="{00000000-0000-0000-0000-000000000000}"/>
          </ac:picMkLst>
        </pc:picChg>
      </pc:sldChg>
      <pc:sldChg chg="addSp delSp modSp mod">
        <pc:chgData name="蕭兆翔" userId="c09afb0b-60c9-45d8-81f2-4d7aa859f4bf" providerId="ADAL" clId="{6F9FAB1B-BF87-4C86-8CBB-A04DB701A215}" dt="2025-09-30T13:18:02.407" v="1255" actId="1076"/>
        <pc:sldMkLst>
          <pc:docMk/>
          <pc:sldMk cId="3632601249" sldId="269"/>
        </pc:sldMkLst>
        <pc:spChg chg="mod">
          <ac:chgData name="蕭兆翔" userId="c09afb0b-60c9-45d8-81f2-4d7aa859f4bf" providerId="ADAL" clId="{6F9FAB1B-BF87-4C86-8CBB-A04DB701A215}" dt="2025-09-30T13:15:13.823" v="1207" actId="1076"/>
          <ac:spMkLst>
            <pc:docMk/>
            <pc:sldMk cId="3632601249" sldId="269"/>
            <ac:spMk id="7" creationId="{9AD43A3E-F8D7-D48A-6904-1D62D358B3E6}"/>
          </ac:spMkLst>
        </pc:spChg>
        <pc:spChg chg="add del mod">
          <ac:chgData name="蕭兆翔" userId="c09afb0b-60c9-45d8-81f2-4d7aa859f4bf" providerId="ADAL" clId="{6F9FAB1B-BF87-4C86-8CBB-A04DB701A215}" dt="2025-09-30T13:15:05.806" v="1204" actId="478"/>
          <ac:spMkLst>
            <pc:docMk/>
            <pc:sldMk cId="3632601249" sldId="269"/>
            <ac:spMk id="9" creationId="{19C20E2E-1BEA-D2A8-BBA8-D02A818813B3}"/>
          </ac:spMkLst>
        </pc:spChg>
        <pc:spChg chg="add del">
          <ac:chgData name="蕭兆翔" userId="c09afb0b-60c9-45d8-81f2-4d7aa859f4bf" providerId="ADAL" clId="{6F9FAB1B-BF87-4C86-8CBB-A04DB701A215}" dt="2025-09-30T13:15:25.205" v="1209" actId="22"/>
          <ac:spMkLst>
            <pc:docMk/>
            <pc:sldMk cId="3632601249" sldId="269"/>
            <ac:spMk id="11" creationId="{6EAD1A41-30BE-67F2-06BA-EE9253F227FE}"/>
          </ac:spMkLst>
        </pc:spChg>
        <pc:spChg chg="add mod">
          <ac:chgData name="蕭兆翔" userId="c09afb0b-60c9-45d8-81f2-4d7aa859f4bf" providerId="ADAL" clId="{6F9FAB1B-BF87-4C86-8CBB-A04DB701A215}" dt="2025-09-30T13:15:37.374" v="1215" actId="1076"/>
          <ac:spMkLst>
            <pc:docMk/>
            <pc:sldMk cId="3632601249" sldId="269"/>
            <ac:spMk id="13" creationId="{84E3C1F2-17C7-1B5B-8E88-4220BD5FE3FC}"/>
          </ac:spMkLst>
        </pc:spChg>
        <pc:spChg chg="add del">
          <ac:chgData name="蕭兆翔" userId="c09afb0b-60c9-45d8-81f2-4d7aa859f4bf" providerId="ADAL" clId="{6F9FAB1B-BF87-4C86-8CBB-A04DB701A215}" dt="2025-09-30T13:15:47.137" v="1217" actId="22"/>
          <ac:spMkLst>
            <pc:docMk/>
            <pc:sldMk cId="3632601249" sldId="269"/>
            <ac:spMk id="15" creationId="{33CFBC89-B9BC-E8F2-2EDB-5816BF399A94}"/>
          </ac:spMkLst>
        </pc:spChg>
        <pc:spChg chg="add mod">
          <ac:chgData name="蕭兆翔" userId="c09afb0b-60c9-45d8-81f2-4d7aa859f4bf" providerId="ADAL" clId="{6F9FAB1B-BF87-4C86-8CBB-A04DB701A215}" dt="2025-09-30T13:15:57.246" v="1224" actId="1076"/>
          <ac:spMkLst>
            <pc:docMk/>
            <pc:sldMk cId="3632601249" sldId="269"/>
            <ac:spMk id="17" creationId="{DF057DB9-2837-CE28-081A-C3D8FBECA759}"/>
          </ac:spMkLst>
        </pc:spChg>
        <pc:spChg chg="add del mod">
          <ac:chgData name="蕭兆翔" userId="c09afb0b-60c9-45d8-81f2-4d7aa859f4bf" providerId="ADAL" clId="{6F9FAB1B-BF87-4C86-8CBB-A04DB701A215}" dt="2025-09-30T13:18:02.407" v="1255" actId="1076"/>
          <ac:spMkLst>
            <pc:docMk/>
            <pc:sldMk cId="3632601249" sldId="269"/>
            <ac:spMk id="18" creationId="{7DF670BB-5FA3-A15C-ABAA-437608B5A06F}"/>
          </ac:spMkLst>
        </pc:spChg>
        <pc:picChg chg="mod">
          <ac:chgData name="蕭兆翔" userId="c09afb0b-60c9-45d8-81f2-4d7aa859f4bf" providerId="ADAL" clId="{6F9FAB1B-BF87-4C86-8CBB-A04DB701A215}" dt="2025-09-30T13:15:54.916" v="1223" actId="1076"/>
          <ac:picMkLst>
            <pc:docMk/>
            <pc:sldMk cId="3632601249" sldId="269"/>
            <ac:picMk id="2" creationId="{00000000-0000-0000-0000-000000000000}"/>
          </ac:picMkLst>
        </pc:picChg>
      </pc:sldChg>
      <pc:sldChg chg="addSp delSp modSp mod">
        <pc:chgData name="蕭兆翔" userId="c09afb0b-60c9-45d8-81f2-4d7aa859f4bf" providerId="ADAL" clId="{6F9FAB1B-BF87-4C86-8CBB-A04DB701A215}" dt="2025-09-30T13:22:06.066" v="1284" actId="1076"/>
        <pc:sldMkLst>
          <pc:docMk/>
          <pc:sldMk cId="2192161288" sldId="273"/>
        </pc:sldMkLst>
        <pc:spChg chg="add del">
          <ac:chgData name="蕭兆翔" userId="c09afb0b-60c9-45d8-81f2-4d7aa859f4bf" providerId="ADAL" clId="{6F9FAB1B-BF87-4C86-8CBB-A04DB701A215}" dt="2025-09-30T13:18:40.075" v="1257" actId="22"/>
          <ac:spMkLst>
            <pc:docMk/>
            <pc:sldMk cId="2192161288" sldId="273"/>
            <ac:spMk id="8" creationId="{AAA6CF1D-C5A5-112B-166E-D68B83207D4D}"/>
          </ac:spMkLst>
        </pc:spChg>
        <pc:spChg chg="add mod">
          <ac:chgData name="蕭兆翔" userId="c09afb0b-60c9-45d8-81f2-4d7aa859f4bf" providerId="ADAL" clId="{6F9FAB1B-BF87-4C86-8CBB-A04DB701A215}" dt="2025-09-30T13:21:51.260" v="1283" actId="1076"/>
          <ac:spMkLst>
            <pc:docMk/>
            <pc:sldMk cId="2192161288" sldId="273"/>
            <ac:spMk id="10" creationId="{4321D7EA-12C9-F115-AF40-89EC4C664CDC}"/>
          </ac:spMkLst>
        </pc:spChg>
        <pc:picChg chg="mod">
          <ac:chgData name="蕭兆翔" userId="c09afb0b-60c9-45d8-81f2-4d7aa859f4bf" providerId="ADAL" clId="{6F9FAB1B-BF87-4C86-8CBB-A04DB701A215}" dt="2025-09-30T13:22:06.066" v="1284" actId="1076"/>
          <ac:picMkLst>
            <pc:docMk/>
            <pc:sldMk cId="2192161288" sldId="273"/>
            <ac:picMk id="17410" creationId="{00000000-0000-0000-0000-000000000000}"/>
          </ac:picMkLst>
        </pc:picChg>
      </pc:sldChg>
      <pc:sldChg chg="addSp delSp modSp mod">
        <pc:chgData name="蕭兆翔" userId="c09afb0b-60c9-45d8-81f2-4d7aa859f4bf" providerId="ADAL" clId="{6F9FAB1B-BF87-4C86-8CBB-A04DB701A215}" dt="2025-09-30T13:35:14.009" v="1490" actId="478"/>
        <pc:sldMkLst>
          <pc:docMk/>
          <pc:sldMk cId="2973850532" sldId="275"/>
        </pc:sldMkLst>
        <pc:spChg chg="add mod">
          <ac:chgData name="蕭兆翔" userId="c09afb0b-60c9-45d8-81f2-4d7aa859f4bf" providerId="ADAL" clId="{6F9FAB1B-BF87-4C86-8CBB-A04DB701A215}" dt="2025-09-30T13:29:09.542" v="1374" actId="1076"/>
          <ac:spMkLst>
            <pc:docMk/>
            <pc:sldMk cId="2973850532" sldId="275"/>
            <ac:spMk id="8" creationId="{7B3D675D-CDAD-06F0-125E-4DF16EBE82C0}"/>
          </ac:spMkLst>
        </pc:spChg>
        <pc:spChg chg="add mod">
          <ac:chgData name="蕭兆翔" userId="c09afb0b-60c9-45d8-81f2-4d7aa859f4bf" providerId="ADAL" clId="{6F9FAB1B-BF87-4C86-8CBB-A04DB701A215}" dt="2025-09-30T13:30:52.737" v="1420" actId="207"/>
          <ac:spMkLst>
            <pc:docMk/>
            <pc:sldMk cId="2973850532" sldId="275"/>
            <ac:spMk id="9" creationId="{BDCA0AC8-9B69-7C7C-F506-F16C1D3AE571}"/>
          </ac:spMkLst>
        </pc:spChg>
        <pc:spChg chg="add del mod">
          <ac:chgData name="蕭兆翔" userId="c09afb0b-60c9-45d8-81f2-4d7aa859f4bf" providerId="ADAL" clId="{6F9FAB1B-BF87-4C86-8CBB-A04DB701A215}" dt="2025-09-30T13:35:14.009" v="1490" actId="478"/>
          <ac:spMkLst>
            <pc:docMk/>
            <pc:sldMk cId="2973850532" sldId="275"/>
            <ac:spMk id="10" creationId="{E34A08C9-38FF-FED7-630B-03A7539BCF79}"/>
          </ac:spMkLst>
        </pc:spChg>
        <pc:picChg chg="mod">
          <ac:chgData name="蕭兆翔" userId="c09afb0b-60c9-45d8-81f2-4d7aa859f4bf" providerId="ADAL" clId="{6F9FAB1B-BF87-4C86-8CBB-A04DB701A215}" dt="2025-09-30T13:28:52.637" v="1368" actId="1076"/>
          <ac:picMkLst>
            <pc:docMk/>
            <pc:sldMk cId="2973850532" sldId="275"/>
            <ac:picMk id="2" creationId="{00000000-0000-0000-0000-000000000000}"/>
          </ac:picMkLst>
        </pc:picChg>
        <pc:picChg chg="mod">
          <ac:chgData name="蕭兆翔" userId="c09afb0b-60c9-45d8-81f2-4d7aa859f4bf" providerId="ADAL" clId="{6F9FAB1B-BF87-4C86-8CBB-A04DB701A215}" dt="2025-09-30T13:28:48.057" v="1365" actId="1076"/>
          <ac:picMkLst>
            <pc:docMk/>
            <pc:sldMk cId="2973850532" sldId="275"/>
            <ac:picMk id="5" creationId="{13AE56E0-FF89-A018-713A-4CEB593BB78C}"/>
          </ac:picMkLst>
        </pc:picChg>
        <pc:picChg chg="mod">
          <ac:chgData name="蕭兆翔" userId="c09afb0b-60c9-45d8-81f2-4d7aa859f4bf" providerId="ADAL" clId="{6F9FAB1B-BF87-4C86-8CBB-A04DB701A215}" dt="2025-09-30T13:30:13.992" v="1377" actId="1076"/>
          <ac:picMkLst>
            <pc:docMk/>
            <pc:sldMk cId="2973850532" sldId="275"/>
            <ac:picMk id="6" creationId="{BBD44819-3C2B-87E4-BDCF-706E454BB499}"/>
          </ac:picMkLst>
        </pc:picChg>
        <pc:picChg chg="add mod">
          <ac:chgData name="蕭兆翔" userId="c09afb0b-60c9-45d8-81f2-4d7aa859f4bf" providerId="ADAL" clId="{6F9FAB1B-BF87-4C86-8CBB-A04DB701A215}" dt="2025-09-30T13:29:04.768" v="1373" actId="1076"/>
          <ac:picMkLst>
            <pc:docMk/>
            <pc:sldMk cId="2973850532" sldId="275"/>
            <ac:picMk id="5122" creationId="{A3385B53-0BF3-B392-FA3B-7764E3C3BC67}"/>
          </ac:picMkLst>
        </pc:picChg>
      </pc:sldChg>
      <pc:sldChg chg="addSp delSp modSp mod">
        <pc:chgData name="蕭兆翔" userId="c09afb0b-60c9-45d8-81f2-4d7aa859f4bf" providerId="ADAL" clId="{6F9FAB1B-BF87-4C86-8CBB-A04DB701A215}" dt="2025-09-30T14:27:16.331" v="1879" actId="207"/>
        <pc:sldMkLst>
          <pc:docMk/>
          <pc:sldMk cId="4134291063" sldId="285"/>
        </pc:sldMkLst>
        <pc:spChg chg="add del">
          <ac:chgData name="蕭兆翔" userId="c09afb0b-60c9-45d8-81f2-4d7aa859f4bf" providerId="ADAL" clId="{6F9FAB1B-BF87-4C86-8CBB-A04DB701A215}" dt="2025-09-30T14:27:01.483" v="1873" actId="22"/>
          <ac:spMkLst>
            <pc:docMk/>
            <pc:sldMk cId="4134291063" sldId="285"/>
            <ac:spMk id="6" creationId="{86769E6A-96BA-C19F-2173-CA8B4094FFE6}"/>
          </ac:spMkLst>
        </pc:spChg>
        <pc:spChg chg="add mod">
          <ac:chgData name="蕭兆翔" userId="c09afb0b-60c9-45d8-81f2-4d7aa859f4bf" providerId="ADAL" clId="{6F9FAB1B-BF87-4C86-8CBB-A04DB701A215}" dt="2025-09-30T14:27:16.331" v="1879" actId="207"/>
          <ac:spMkLst>
            <pc:docMk/>
            <pc:sldMk cId="4134291063" sldId="285"/>
            <ac:spMk id="16" creationId="{CE7B6B21-185C-4065-831D-EA7A6A2E277D}"/>
          </ac:spMkLst>
        </pc:spChg>
      </pc:sldChg>
      <pc:sldChg chg="addSp delSp modSp mod">
        <pc:chgData name="蕭兆翔" userId="c09afb0b-60c9-45d8-81f2-4d7aa859f4bf" providerId="ADAL" clId="{6F9FAB1B-BF87-4C86-8CBB-A04DB701A215}" dt="2025-09-30T14:25:23.593" v="1871" actId="478"/>
        <pc:sldMkLst>
          <pc:docMk/>
          <pc:sldMk cId="3120264130" sldId="287"/>
        </pc:sldMkLst>
        <pc:spChg chg="mod">
          <ac:chgData name="蕭兆翔" userId="c09afb0b-60c9-45d8-81f2-4d7aa859f4bf" providerId="ADAL" clId="{6F9FAB1B-BF87-4C86-8CBB-A04DB701A215}" dt="2025-09-30T14:24:30.040" v="1858" actId="1076"/>
          <ac:spMkLst>
            <pc:docMk/>
            <pc:sldMk cId="3120264130" sldId="287"/>
            <ac:spMk id="15" creationId="{8994B9E3-02E0-9032-77FD-EDD7DA2C58B6}"/>
          </ac:spMkLst>
        </pc:spChg>
        <pc:spChg chg="add mod">
          <ac:chgData name="蕭兆翔" userId="c09afb0b-60c9-45d8-81f2-4d7aa859f4bf" providerId="ADAL" clId="{6F9FAB1B-BF87-4C86-8CBB-A04DB701A215}" dt="2025-09-30T14:24:57.936" v="1866" actId="1076"/>
          <ac:spMkLst>
            <pc:docMk/>
            <pc:sldMk cId="3120264130" sldId="287"/>
            <ac:spMk id="16" creationId="{F5F5057D-0B76-47AF-BA6B-6FFE79613B10}"/>
          </ac:spMkLst>
        </pc:spChg>
        <pc:spChg chg="add del mod">
          <ac:chgData name="蕭兆翔" userId="c09afb0b-60c9-45d8-81f2-4d7aa859f4bf" providerId="ADAL" clId="{6F9FAB1B-BF87-4C86-8CBB-A04DB701A215}" dt="2025-09-30T14:25:23.593" v="1871" actId="478"/>
          <ac:spMkLst>
            <pc:docMk/>
            <pc:sldMk cId="3120264130" sldId="287"/>
            <ac:spMk id="17" creationId="{A9D66B4E-73D8-E188-D127-6D27325520B7}"/>
          </ac:spMkLst>
        </pc:spChg>
        <pc:cxnChg chg="mod">
          <ac:chgData name="蕭兆翔" userId="c09afb0b-60c9-45d8-81f2-4d7aa859f4bf" providerId="ADAL" clId="{6F9FAB1B-BF87-4C86-8CBB-A04DB701A215}" dt="2025-09-30T14:24:34.272" v="1860" actId="14100"/>
          <ac:cxnSpMkLst>
            <pc:docMk/>
            <pc:sldMk cId="3120264130" sldId="287"/>
            <ac:cxnSpMk id="14" creationId="{447C9084-1AE6-EFC7-F916-80CFBE50CEC7}"/>
          </ac:cxnSpMkLst>
        </pc:cxnChg>
      </pc:sldChg>
      <pc:sldChg chg="del">
        <pc:chgData name="蕭兆翔" userId="c09afb0b-60c9-45d8-81f2-4d7aa859f4bf" providerId="ADAL" clId="{6F9FAB1B-BF87-4C86-8CBB-A04DB701A215}" dt="2025-09-30T15:13:22.238" v="2930" actId="47"/>
        <pc:sldMkLst>
          <pc:docMk/>
          <pc:sldMk cId="1079547565" sldId="305"/>
        </pc:sldMkLst>
      </pc:sldChg>
      <pc:sldChg chg="addSp modSp mod">
        <pc:chgData name="蕭兆翔" userId="c09afb0b-60c9-45d8-81f2-4d7aa859f4bf" providerId="ADAL" clId="{6F9FAB1B-BF87-4C86-8CBB-A04DB701A215}" dt="2025-09-30T13:22:48.100" v="1285" actId="1076"/>
        <pc:sldMkLst>
          <pc:docMk/>
          <pc:sldMk cId="4000640759" sldId="341"/>
        </pc:sldMkLst>
        <pc:spChg chg="add mod">
          <ac:chgData name="蕭兆翔" userId="c09afb0b-60c9-45d8-81f2-4d7aa859f4bf" providerId="ADAL" clId="{6F9FAB1B-BF87-4C86-8CBB-A04DB701A215}" dt="2025-09-30T13:09:58.983" v="1175" actId="1076"/>
          <ac:spMkLst>
            <pc:docMk/>
            <pc:sldMk cId="4000640759" sldId="341"/>
            <ac:spMk id="6" creationId="{3784FA28-1D7D-C13D-2BCB-8E53AE9261A7}"/>
          </ac:spMkLst>
        </pc:spChg>
        <pc:picChg chg="mod">
          <ac:chgData name="蕭兆翔" userId="c09afb0b-60c9-45d8-81f2-4d7aa859f4bf" providerId="ADAL" clId="{6F9FAB1B-BF87-4C86-8CBB-A04DB701A215}" dt="2025-09-30T13:22:48.100" v="1285" actId="1076"/>
          <ac:picMkLst>
            <pc:docMk/>
            <pc:sldMk cId="4000640759" sldId="341"/>
            <ac:picMk id="11" creationId="{3149BBBC-7168-92CB-84BD-9B60E5D3256C}"/>
          </ac:picMkLst>
        </pc:picChg>
      </pc:sldChg>
      <pc:sldChg chg="addSp modSp mod">
        <pc:chgData name="蕭兆翔" userId="c09afb0b-60c9-45d8-81f2-4d7aa859f4bf" providerId="ADAL" clId="{6F9FAB1B-BF87-4C86-8CBB-A04DB701A215}" dt="2025-09-30T15:23:12.949" v="3104" actId="20577"/>
        <pc:sldMkLst>
          <pc:docMk/>
          <pc:sldMk cId="3489695078" sldId="350"/>
        </pc:sldMkLst>
        <pc:spChg chg="mod">
          <ac:chgData name="蕭兆翔" userId="c09afb0b-60c9-45d8-81f2-4d7aa859f4bf" providerId="ADAL" clId="{6F9FAB1B-BF87-4C86-8CBB-A04DB701A215}" dt="2025-09-30T15:21:07.531" v="3077" actId="20577"/>
          <ac:spMkLst>
            <pc:docMk/>
            <pc:sldMk cId="3489695078" sldId="350"/>
            <ac:spMk id="3" creationId="{8BACD94A-99F7-C757-F669-3507542D31BE}"/>
          </ac:spMkLst>
        </pc:spChg>
        <pc:spChg chg="add mod">
          <ac:chgData name="蕭兆翔" userId="c09afb0b-60c9-45d8-81f2-4d7aa859f4bf" providerId="ADAL" clId="{6F9FAB1B-BF87-4C86-8CBB-A04DB701A215}" dt="2025-09-30T14:39:56.412" v="2011"/>
          <ac:spMkLst>
            <pc:docMk/>
            <pc:sldMk cId="3489695078" sldId="350"/>
            <ac:spMk id="4" creationId="{C92CB1FD-81B1-37AA-9429-C7FA35D4D598}"/>
          </ac:spMkLst>
        </pc:spChg>
        <pc:spChg chg="mod">
          <ac:chgData name="蕭兆翔" userId="c09afb0b-60c9-45d8-81f2-4d7aa859f4bf" providerId="ADAL" clId="{6F9FAB1B-BF87-4C86-8CBB-A04DB701A215}" dt="2025-09-30T15:21:00.568" v="3072" actId="1076"/>
          <ac:spMkLst>
            <pc:docMk/>
            <pc:sldMk cId="3489695078" sldId="350"/>
            <ac:spMk id="5" creationId="{B22F7599-56D5-0475-B4A2-1A24FAFD2827}"/>
          </ac:spMkLst>
        </pc:spChg>
        <pc:spChg chg="mod">
          <ac:chgData name="蕭兆翔" userId="c09afb0b-60c9-45d8-81f2-4d7aa859f4bf" providerId="ADAL" clId="{6F9FAB1B-BF87-4C86-8CBB-A04DB701A215}" dt="2025-09-30T15:21:00.568" v="3072" actId="1076"/>
          <ac:spMkLst>
            <pc:docMk/>
            <pc:sldMk cId="3489695078" sldId="350"/>
            <ac:spMk id="7" creationId="{833F0411-FA66-F84B-C322-83DC2267A0A1}"/>
          </ac:spMkLst>
        </pc:spChg>
        <pc:spChg chg="add mod">
          <ac:chgData name="蕭兆翔" userId="c09afb0b-60c9-45d8-81f2-4d7aa859f4bf" providerId="ADAL" clId="{6F9FAB1B-BF87-4C86-8CBB-A04DB701A215}" dt="2025-09-30T15:23:12.949" v="3104" actId="20577"/>
          <ac:spMkLst>
            <pc:docMk/>
            <pc:sldMk cId="3489695078" sldId="350"/>
            <ac:spMk id="8" creationId="{9D229C66-404E-EED7-AA38-3C49D600DEE1}"/>
          </ac:spMkLst>
        </pc:spChg>
        <pc:spChg chg="mod">
          <ac:chgData name="蕭兆翔" userId="c09afb0b-60c9-45d8-81f2-4d7aa859f4bf" providerId="ADAL" clId="{6F9FAB1B-BF87-4C86-8CBB-A04DB701A215}" dt="2025-09-30T15:22:38.038" v="3092" actId="207"/>
          <ac:spMkLst>
            <pc:docMk/>
            <pc:sldMk cId="3489695078" sldId="350"/>
            <ac:spMk id="9" creationId="{E2E11041-7228-0F58-AB93-495B67267F6D}"/>
          </ac:spMkLst>
        </pc:spChg>
        <pc:picChg chg="mod">
          <ac:chgData name="蕭兆翔" userId="c09afb0b-60c9-45d8-81f2-4d7aa859f4bf" providerId="ADAL" clId="{6F9FAB1B-BF87-4C86-8CBB-A04DB701A215}" dt="2025-09-30T15:21:00.568" v="3072" actId="1076"/>
          <ac:picMkLst>
            <pc:docMk/>
            <pc:sldMk cId="3489695078" sldId="350"/>
            <ac:picMk id="1028" creationId="{4BFE11AC-7AD6-A555-9A9E-7DE41739278A}"/>
          </ac:picMkLst>
        </pc:picChg>
      </pc:sldChg>
      <pc:sldChg chg="modSp mod">
        <pc:chgData name="蕭兆翔" userId="c09afb0b-60c9-45d8-81f2-4d7aa859f4bf" providerId="ADAL" clId="{6F9FAB1B-BF87-4C86-8CBB-A04DB701A215}" dt="2025-09-30T15:05:17.689" v="2646" actId="20577"/>
        <pc:sldMkLst>
          <pc:docMk/>
          <pc:sldMk cId="299529254" sldId="352"/>
        </pc:sldMkLst>
        <pc:spChg chg="mod">
          <ac:chgData name="蕭兆翔" userId="c09afb0b-60c9-45d8-81f2-4d7aa859f4bf" providerId="ADAL" clId="{6F9FAB1B-BF87-4C86-8CBB-A04DB701A215}" dt="2025-09-30T15:05:17.689" v="2646" actId="20577"/>
          <ac:spMkLst>
            <pc:docMk/>
            <pc:sldMk cId="299529254" sldId="352"/>
            <ac:spMk id="3" creationId="{4E9C5245-878A-46C3-234A-20C3F5924A69}"/>
          </ac:spMkLst>
        </pc:spChg>
      </pc:sldChg>
      <pc:sldChg chg="addSp delSp modSp mod">
        <pc:chgData name="蕭兆翔" userId="c09afb0b-60c9-45d8-81f2-4d7aa859f4bf" providerId="ADAL" clId="{6F9FAB1B-BF87-4C86-8CBB-A04DB701A215}" dt="2025-09-30T14:49:15.056" v="2274" actId="1076"/>
        <pc:sldMkLst>
          <pc:docMk/>
          <pc:sldMk cId="3988298109" sldId="354"/>
        </pc:sldMkLst>
        <pc:spChg chg="mod">
          <ac:chgData name="蕭兆翔" userId="c09afb0b-60c9-45d8-81f2-4d7aa859f4bf" providerId="ADAL" clId="{6F9FAB1B-BF87-4C86-8CBB-A04DB701A215}" dt="2025-09-30T14:49:12.474" v="2273" actId="1076"/>
          <ac:spMkLst>
            <pc:docMk/>
            <pc:sldMk cId="3988298109" sldId="354"/>
            <ac:spMk id="6" creationId="{93807A60-BA49-FE60-36B0-4029A423E50D}"/>
          </ac:spMkLst>
        </pc:spChg>
        <pc:spChg chg="add del mod">
          <ac:chgData name="蕭兆翔" userId="c09afb0b-60c9-45d8-81f2-4d7aa859f4bf" providerId="ADAL" clId="{6F9FAB1B-BF87-4C86-8CBB-A04DB701A215}" dt="2025-09-30T14:36:42.907" v="1922"/>
          <ac:spMkLst>
            <pc:docMk/>
            <pc:sldMk cId="3988298109" sldId="354"/>
            <ac:spMk id="7" creationId="{FDEB6ED5-FC56-4BBB-81C6-DB2676992C5D}"/>
          </ac:spMkLst>
        </pc:spChg>
        <pc:spChg chg="add del mod">
          <ac:chgData name="蕭兆翔" userId="c09afb0b-60c9-45d8-81f2-4d7aa859f4bf" providerId="ADAL" clId="{6F9FAB1B-BF87-4C86-8CBB-A04DB701A215}" dt="2025-09-30T14:43:37.394" v="2087"/>
          <ac:spMkLst>
            <pc:docMk/>
            <pc:sldMk cId="3988298109" sldId="354"/>
            <ac:spMk id="9" creationId="{64F12EFA-4253-CD8E-3604-2F94AA1069F3}"/>
          </ac:spMkLst>
        </pc:spChg>
        <pc:spChg chg="add mod">
          <ac:chgData name="蕭兆翔" userId="c09afb0b-60c9-45d8-81f2-4d7aa859f4bf" providerId="ADAL" clId="{6F9FAB1B-BF87-4C86-8CBB-A04DB701A215}" dt="2025-09-30T14:39:52.706" v="2010"/>
          <ac:spMkLst>
            <pc:docMk/>
            <pc:sldMk cId="3988298109" sldId="354"/>
            <ac:spMk id="10" creationId="{5745A237-7550-D695-380B-C065DE92C665}"/>
          </ac:spMkLst>
        </pc:spChg>
        <pc:spChg chg="add mod">
          <ac:chgData name="蕭兆翔" userId="c09afb0b-60c9-45d8-81f2-4d7aa859f4bf" providerId="ADAL" clId="{6F9FAB1B-BF87-4C86-8CBB-A04DB701A215}" dt="2025-09-30T14:49:12.474" v="2273" actId="1076"/>
          <ac:spMkLst>
            <pc:docMk/>
            <pc:sldMk cId="3988298109" sldId="354"/>
            <ac:spMk id="11" creationId="{CA46EA0F-CCF6-F285-87F4-EF947C14F744}"/>
          </ac:spMkLst>
        </pc:spChg>
        <pc:spChg chg="add mod">
          <ac:chgData name="蕭兆翔" userId="c09afb0b-60c9-45d8-81f2-4d7aa859f4bf" providerId="ADAL" clId="{6F9FAB1B-BF87-4C86-8CBB-A04DB701A215}" dt="2025-09-30T14:49:15.056" v="2274" actId="1076"/>
          <ac:spMkLst>
            <pc:docMk/>
            <pc:sldMk cId="3988298109" sldId="354"/>
            <ac:spMk id="12" creationId="{D65745D2-202C-13AB-71A5-4E74BEB14138}"/>
          </ac:spMkLst>
        </pc:spChg>
        <pc:graphicFrameChg chg="mod modGraphic">
          <ac:chgData name="蕭兆翔" userId="c09afb0b-60c9-45d8-81f2-4d7aa859f4bf" providerId="ADAL" clId="{6F9FAB1B-BF87-4C86-8CBB-A04DB701A215}" dt="2025-09-30T14:49:12.474" v="2273" actId="1076"/>
          <ac:graphicFrameMkLst>
            <pc:docMk/>
            <pc:sldMk cId="3988298109" sldId="354"/>
            <ac:graphicFrameMk id="4" creationId="{922B1CF6-A625-4BA6-3C86-62B61DC63830}"/>
          </ac:graphicFrameMkLst>
        </pc:graphicFrameChg>
        <pc:graphicFrameChg chg="mod modGraphic">
          <ac:chgData name="蕭兆翔" userId="c09afb0b-60c9-45d8-81f2-4d7aa859f4bf" providerId="ADAL" clId="{6F9FAB1B-BF87-4C86-8CBB-A04DB701A215}" dt="2025-09-30T14:49:12.474" v="2273" actId="1076"/>
          <ac:graphicFrameMkLst>
            <pc:docMk/>
            <pc:sldMk cId="3988298109" sldId="354"/>
            <ac:graphicFrameMk id="5" creationId="{D4166AB7-D54C-910A-330D-AE68F36F5A07}"/>
          </ac:graphicFrameMkLst>
        </pc:graphicFrameChg>
        <pc:graphicFrameChg chg="add del mod modGraphic">
          <ac:chgData name="蕭兆翔" userId="c09afb0b-60c9-45d8-81f2-4d7aa859f4bf" providerId="ADAL" clId="{6F9FAB1B-BF87-4C86-8CBB-A04DB701A215}" dt="2025-09-30T14:37:47.727" v="1949" actId="478"/>
          <ac:graphicFrameMkLst>
            <pc:docMk/>
            <pc:sldMk cId="3988298109" sldId="354"/>
            <ac:graphicFrameMk id="8" creationId="{0AA823E4-1FE9-2267-066B-4EE7D495DF65}"/>
          </ac:graphicFrameMkLst>
        </pc:graphicFrameChg>
      </pc:sldChg>
      <pc:sldChg chg="addSp delSp modSp mod">
        <pc:chgData name="蕭兆翔" userId="c09afb0b-60c9-45d8-81f2-4d7aa859f4bf" providerId="ADAL" clId="{6F9FAB1B-BF87-4C86-8CBB-A04DB701A215}" dt="2025-09-30T15:07:17.441" v="2709" actId="207"/>
        <pc:sldMkLst>
          <pc:docMk/>
          <pc:sldMk cId="2418612537" sldId="355"/>
        </pc:sldMkLst>
        <pc:spChg chg="del">
          <ac:chgData name="蕭兆翔" userId="c09afb0b-60c9-45d8-81f2-4d7aa859f4bf" providerId="ADAL" clId="{6F9FAB1B-BF87-4C86-8CBB-A04DB701A215}" dt="2025-09-30T14:59:09.003" v="2486" actId="478"/>
          <ac:spMkLst>
            <pc:docMk/>
            <pc:sldMk cId="2418612537" sldId="355"/>
            <ac:spMk id="3" creationId="{4E9C5245-878A-46C3-234A-20C3F5924A69}"/>
          </ac:spMkLst>
        </pc:spChg>
        <pc:spChg chg="mod">
          <ac:chgData name="蕭兆翔" userId="c09afb0b-60c9-45d8-81f2-4d7aa859f4bf" providerId="ADAL" clId="{6F9FAB1B-BF87-4C86-8CBB-A04DB701A215}" dt="2025-09-30T15:00:43.756" v="2504" actId="1076"/>
          <ac:spMkLst>
            <pc:docMk/>
            <pc:sldMk cId="2418612537" sldId="355"/>
            <ac:spMk id="4" creationId="{793CCA3C-435D-51C8-7CEC-727410241A0B}"/>
          </ac:spMkLst>
        </pc:spChg>
        <pc:spChg chg="mod">
          <ac:chgData name="蕭兆翔" userId="c09afb0b-60c9-45d8-81f2-4d7aa859f4bf" providerId="ADAL" clId="{6F9FAB1B-BF87-4C86-8CBB-A04DB701A215}" dt="2025-09-30T15:00:18.101" v="2498" actId="1076"/>
          <ac:spMkLst>
            <pc:docMk/>
            <pc:sldMk cId="2418612537" sldId="355"/>
            <ac:spMk id="6" creationId="{93807A60-BA49-FE60-36B0-4029A423E50D}"/>
          </ac:spMkLst>
        </pc:spChg>
        <pc:spChg chg="mod">
          <ac:chgData name="蕭兆翔" userId="c09afb0b-60c9-45d8-81f2-4d7aa859f4bf" providerId="ADAL" clId="{6F9FAB1B-BF87-4C86-8CBB-A04DB701A215}" dt="2025-09-30T15:00:43.756" v="2504" actId="1076"/>
          <ac:spMkLst>
            <pc:docMk/>
            <pc:sldMk cId="2418612537" sldId="355"/>
            <ac:spMk id="8" creationId="{70AD2D75-7089-A3DB-2AB9-65C7ADCD8B8D}"/>
          </ac:spMkLst>
        </pc:spChg>
        <pc:spChg chg="mod">
          <ac:chgData name="蕭兆翔" userId="c09afb0b-60c9-45d8-81f2-4d7aa859f4bf" providerId="ADAL" clId="{6F9FAB1B-BF87-4C86-8CBB-A04DB701A215}" dt="2025-09-30T15:00:43.756" v="2504" actId="1076"/>
          <ac:spMkLst>
            <pc:docMk/>
            <pc:sldMk cId="2418612537" sldId="355"/>
            <ac:spMk id="9" creationId="{52B9F673-9076-CF24-E70C-0CAAE205AB8F}"/>
          </ac:spMkLst>
        </pc:spChg>
        <pc:spChg chg="mod">
          <ac:chgData name="蕭兆翔" userId="c09afb0b-60c9-45d8-81f2-4d7aa859f4bf" providerId="ADAL" clId="{6F9FAB1B-BF87-4C86-8CBB-A04DB701A215}" dt="2025-09-30T15:00:43.756" v="2504" actId="1076"/>
          <ac:spMkLst>
            <pc:docMk/>
            <pc:sldMk cId="2418612537" sldId="355"/>
            <ac:spMk id="10" creationId="{347AE761-3B35-1E10-0D64-21256EDD9A42}"/>
          </ac:spMkLst>
        </pc:spChg>
        <pc:spChg chg="add mod">
          <ac:chgData name="蕭兆翔" userId="c09afb0b-60c9-45d8-81f2-4d7aa859f4bf" providerId="ADAL" clId="{6F9FAB1B-BF87-4C86-8CBB-A04DB701A215}" dt="2025-09-30T14:59:07.092" v="2485"/>
          <ac:spMkLst>
            <pc:docMk/>
            <pc:sldMk cId="2418612537" sldId="355"/>
            <ac:spMk id="13" creationId="{B490959B-773E-6794-C874-112F47F5DB8A}"/>
          </ac:spMkLst>
        </pc:spChg>
        <pc:spChg chg="mod">
          <ac:chgData name="蕭兆翔" userId="c09afb0b-60c9-45d8-81f2-4d7aa859f4bf" providerId="ADAL" clId="{6F9FAB1B-BF87-4C86-8CBB-A04DB701A215}" dt="2025-09-30T15:00:43.756" v="2504" actId="1076"/>
          <ac:spMkLst>
            <pc:docMk/>
            <pc:sldMk cId="2418612537" sldId="355"/>
            <ac:spMk id="15" creationId="{0A61FB31-D082-8FD4-2661-00AAC1B9F6F7}"/>
          </ac:spMkLst>
        </pc:spChg>
        <pc:spChg chg="mod">
          <ac:chgData name="蕭兆翔" userId="c09afb0b-60c9-45d8-81f2-4d7aa859f4bf" providerId="ADAL" clId="{6F9FAB1B-BF87-4C86-8CBB-A04DB701A215}" dt="2025-09-30T15:00:43.756" v="2504" actId="1076"/>
          <ac:spMkLst>
            <pc:docMk/>
            <pc:sldMk cId="2418612537" sldId="355"/>
            <ac:spMk id="16" creationId="{9F533F29-C57F-33D3-46E6-B2567F7E6340}"/>
          </ac:spMkLst>
        </pc:spChg>
        <pc:spChg chg="mod">
          <ac:chgData name="蕭兆翔" userId="c09afb0b-60c9-45d8-81f2-4d7aa859f4bf" providerId="ADAL" clId="{6F9FAB1B-BF87-4C86-8CBB-A04DB701A215}" dt="2025-09-30T15:00:43.756" v="2504" actId="1076"/>
          <ac:spMkLst>
            <pc:docMk/>
            <pc:sldMk cId="2418612537" sldId="355"/>
            <ac:spMk id="17" creationId="{120EDFAD-C510-B46D-C883-DD1CB7B91018}"/>
          </ac:spMkLst>
        </pc:spChg>
        <pc:spChg chg="del mod">
          <ac:chgData name="蕭兆翔" userId="c09afb0b-60c9-45d8-81f2-4d7aa859f4bf" providerId="ADAL" clId="{6F9FAB1B-BF87-4C86-8CBB-A04DB701A215}" dt="2025-09-30T14:59:16.728" v="2492"/>
          <ac:spMkLst>
            <pc:docMk/>
            <pc:sldMk cId="2418612537" sldId="355"/>
            <ac:spMk id="25" creationId="{A96EF29D-48D6-D2EF-5775-2DFFF2F7A61F}"/>
          </ac:spMkLst>
        </pc:spChg>
        <pc:spChg chg="add mod">
          <ac:chgData name="蕭兆翔" userId="c09afb0b-60c9-45d8-81f2-4d7aa859f4bf" providerId="ADAL" clId="{6F9FAB1B-BF87-4C86-8CBB-A04DB701A215}" dt="2025-09-30T14:59:16.093" v="2490" actId="20577"/>
          <ac:spMkLst>
            <pc:docMk/>
            <pc:sldMk cId="2418612537" sldId="355"/>
            <ac:spMk id="26" creationId="{8A435415-48B8-39CE-5F7D-9F23591B0485}"/>
          </ac:spMkLst>
        </pc:spChg>
        <pc:spChg chg="add mod">
          <ac:chgData name="蕭兆翔" userId="c09afb0b-60c9-45d8-81f2-4d7aa859f4bf" providerId="ADAL" clId="{6F9FAB1B-BF87-4C86-8CBB-A04DB701A215}" dt="2025-09-30T15:03:07.282" v="2606" actId="20577"/>
          <ac:spMkLst>
            <pc:docMk/>
            <pc:sldMk cId="2418612537" sldId="355"/>
            <ac:spMk id="27" creationId="{F068B38B-4184-0E7B-1850-12C5A1FBC59C}"/>
          </ac:spMkLst>
        </pc:spChg>
        <pc:spChg chg="add mod">
          <ac:chgData name="蕭兆翔" userId="c09afb0b-60c9-45d8-81f2-4d7aa859f4bf" providerId="ADAL" clId="{6F9FAB1B-BF87-4C86-8CBB-A04DB701A215}" dt="2025-09-30T15:07:17.441" v="2709" actId="207"/>
          <ac:spMkLst>
            <pc:docMk/>
            <pc:sldMk cId="2418612537" sldId="355"/>
            <ac:spMk id="28" creationId="{C9EC00D8-14A0-CD82-C2CE-C4F5644F1C87}"/>
          </ac:spMkLst>
        </pc:spChg>
        <pc:spChg chg="mod">
          <ac:chgData name="蕭兆翔" userId="c09afb0b-60c9-45d8-81f2-4d7aa859f4bf" providerId="ADAL" clId="{6F9FAB1B-BF87-4C86-8CBB-A04DB701A215}" dt="2025-09-30T15:00:50.424" v="2506" actId="1076"/>
          <ac:spMkLst>
            <pc:docMk/>
            <pc:sldMk cId="2418612537" sldId="355"/>
            <ac:spMk id="34" creationId="{52880323-1C29-8EF6-290A-013BD9867B64}"/>
          </ac:spMkLst>
        </pc:spChg>
        <pc:spChg chg="add del mod">
          <ac:chgData name="蕭兆翔" userId="c09afb0b-60c9-45d8-81f2-4d7aa859f4bf" providerId="ADAL" clId="{6F9FAB1B-BF87-4C86-8CBB-A04DB701A215}" dt="2025-09-30T15:00:45.504" v="2505" actId="1076"/>
          <ac:spMkLst>
            <pc:docMk/>
            <pc:sldMk cId="2418612537" sldId="355"/>
            <ac:spMk id="35" creationId="{27EE7574-10AD-4FFE-6BB7-4C6920C19B48}"/>
          </ac:spMkLst>
        </pc:spChg>
        <pc:graphicFrameChg chg="modGraphic">
          <ac:chgData name="蕭兆翔" userId="c09afb0b-60c9-45d8-81f2-4d7aa859f4bf" providerId="ADAL" clId="{6F9FAB1B-BF87-4C86-8CBB-A04DB701A215}" dt="2025-09-30T14:58:01.256" v="2459" actId="20577"/>
          <ac:graphicFrameMkLst>
            <pc:docMk/>
            <pc:sldMk cId="2418612537" sldId="355"/>
            <ac:graphicFrameMk id="5" creationId="{D4166AB7-D54C-910A-330D-AE68F36F5A07}"/>
          </ac:graphicFrameMkLst>
        </pc:graphicFrameChg>
        <pc:graphicFrameChg chg="modGraphic">
          <ac:chgData name="蕭兆翔" userId="c09afb0b-60c9-45d8-81f2-4d7aa859f4bf" providerId="ADAL" clId="{6F9FAB1B-BF87-4C86-8CBB-A04DB701A215}" dt="2025-09-30T15:07:02.321" v="2704" actId="207"/>
          <ac:graphicFrameMkLst>
            <pc:docMk/>
            <pc:sldMk cId="2418612537" sldId="355"/>
            <ac:graphicFrameMk id="31" creationId="{2FF3E71C-B8C5-C1E1-0259-FD530B550EC9}"/>
          </ac:graphicFrameMkLst>
        </pc:graphicFrameChg>
        <pc:graphicFrameChg chg="mod modGraphic">
          <ac:chgData name="蕭兆翔" userId="c09afb0b-60c9-45d8-81f2-4d7aa859f4bf" providerId="ADAL" clId="{6F9FAB1B-BF87-4C86-8CBB-A04DB701A215}" dt="2025-09-30T15:00:43.756" v="2504" actId="1076"/>
          <ac:graphicFrameMkLst>
            <pc:docMk/>
            <pc:sldMk cId="2418612537" sldId="355"/>
            <ac:graphicFrameMk id="32" creationId="{913FFCD7-6807-2A53-7D8C-41C90F15D3A0}"/>
          </ac:graphicFrameMkLst>
        </pc:graphicFrameChg>
        <pc:graphicFrameChg chg="mod">
          <ac:chgData name="蕭兆翔" userId="c09afb0b-60c9-45d8-81f2-4d7aa859f4bf" providerId="ADAL" clId="{6F9FAB1B-BF87-4C86-8CBB-A04DB701A215}" dt="2025-09-30T14:58:12.476" v="2460" actId="1076"/>
          <ac:graphicFrameMkLst>
            <pc:docMk/>
            <pc:sldMk cId="2418612537" sldId="355"/>
            <ac:graphicFrameMk id="36" creationId="{FF7C12D7-F5AD-AF1F-755D-EF1ED141B225}"/>
          </ac:graphicFrameMkLst>
        </pc:graphicFrameChg>
        <pc:picChg chg="mod">
          <ac:chgData name="蕭兆翔" userId="c09afb0b-60c9-45d8-81f2-4d7aa859f4bf" providerId="ADAL" clId="{6F9FAB1B-BF87-4C86-8CBB-A04DB701A215}" dt="2025-09-30T15:00:54.632" v="2508" actId="1076"/>
          <ac:picMkLst>
            <pc:docMk/>
            <pc:sldMk cId="2418612537" sldId="355"/>
            <ac:picMk id="42" creationId="{26AC6163-8098-26D1-4A65-34D7E2FE28FE}"/>
          </ac:picMkLst>
        </pc:picChg>
      </pc:sldChg>
      <pc:sldChg chg="modSp mod">
        <pc:chgData name="蕭兆翔" userId="c09afb0b-60c9-45d8-81f2-4d7aa859f4bf" providerId="ADAL" clId="{6F9FAB1B-BF87-4C86-8CBB-A04DB701A215}" dt="2025-09-30T15:04:53.885" v="2630" actId="20577"/>
        <pc:sldMkLst>
          <pc:docMk/>
          <pc:sldMk cId="2068701231" sldId="356"/>
        </pc:sldMkLst>
        <pc:spChg chg="mod">
          <ac:chgData name="蕭兆翔" userId="c09afb0b-60c9-45d8-81f2-4d7aa859f4bf" providerId="ADAL" clId="{6F9FAB1B-BF87-4C86-8CBB-A04DB701A215}" dt="2025-09-30T15:04:53.885" v="2630" actId="20577"/>
          <ac:spMkLst>
            <pc:docMk/>
            <pc:sldMk cId="2068701231" sldId="356"/>
            <ac:spMk id="3" creationId="{4E9C5245-878A-46C3-234A-20C3F5924A69}"/>
          </ac:spMkLst>
        </pc:spChg>
      </pc:sldChg>
      <pc:sldChg chg="addSp delSp modSp mod">
        <pc:chgData name="蕭兆翔" userId="c09afb0b-60c9-45d8-81f2-4d7aa859f4bf" providerId="ADAL" clId="{6F9FAB1B-BF87-4C86-8CBB-A04DB701A215}" dt="2025-09-30T15:04:31.685" v="2627" actId="20577"/>
        <pc:sldMkLst>
          <pc:docMk/>
          <pc:sldMk cId="3925056571" sldId="357"/>
        </pc:sldMkLst>
        <pc:spChg chg="del">
          <ac:chgData name="蕭兆翔" userId="c09afb0b-60c9-45d8-81f2-4d7aa859f4bf" providerId="ADAL" clId="{6F9FAB1B-BF87-4C86-8CBB-A04DB701A215}" dt="2025-09-30T15:04:28.718" v="2623" actId="478"/>
          <ac:spMkLst>
            <pc:docMk/>
            <pc:sldMk cId="3925056571" sldId="357"/>
            <ac:spMk id="3" creationId="{4E9C5245-878A-46C3-234A-20C3F5924A69}"/>
          </ac:spMkLst>
        </pc:spChg>
        <pc:spChg chg="add mod">
          <ac:chgData name="蕭兆翔" userId="c09afb0b-60c9-45d8-81f2-4d7aa859f4bf" providerId="ADAL" clId="{6F9FAB1B-BF87-4C86-8CBB-A04DB701A215}" dt="2025-09-30T15:04:27.021" v="2622"/>
          <ac:spMkLst>
            <pc:docMk/>
            <pc:sldMk cId="3925056571" sldId="357"/>
            <ac:spMk id="4" creationId="{0E8430EA-AD6A-BB6C-3E48-6D088515AC0B}"/>
          </ac:spMkLst>
        </pc:spChg>
        <pc:spChg chg="add mod">
          <ac:chgData name="蕭兆翔" userId="c09afb0b-60c9-45d8-81f2-4d7aa859f4bf" providerId="ADAL" clId="{6F9FAB1B-BF87-4C86-8CBB-A04DB701A215}" dt="2025-09-30T15:04:31.685" v="2627" actId="20577"/>
          <ac:spMkLst>
            <pc:docMk/>
            <pc:sldMk cId="3925056571" sldId="357"/>
            <ac:spMk id="8" creationId="{9BFC742F-3E23-0C1A-9C95-FCBA047ECBB0}"/>
          </ac:spMkLst>
        </pc:spChg>
      </pc:sldChg>
      <pc:sldChg chg="addSp delSp modSp mod">
        <pc:chgData name="蕭兆翔" userId="c09afb0b-60c9-45d8-81f2-4d7aa859f4bf" providerId="ADAL" clId="{6F9FAB1B-BF87-4C86-8CBB-A04DB701A215}" dt="2025-09-30T14:56:26.717" v="2448" actId="1076"/>
        <pc:sldMkLst>
          <pc:docMk/>
          <pc:sldMk cId="395362120" sldId="359"/>
        </pc:sldMkLst>
        <pc:spChg chg="add mod">
          <ac:chgData name="蕭兆翔" userId="c09afb0b-60c9-45d8-81f2-4d7aa859f4bf" providerId="ADAL" clId="{6F9FAB1B-BF87-4C86-8CBB-A04DB701A215}" dt="2025-09-30T14:52:46.861" v="2429" actId="1076"/>
          <ac:spMkLst>
            <pc:docMk/>
            <pc:sldMk cId="395362120" sldId="359"/>
            <ac:spMk id="3" creationId="{B17A7C65-AD2B-DC61-C726-FB0B39768839}"/>
          </ac:spMkLst>
        </pc:spChg>
        <pc:spChg chg="add mod">
          <ac:chgData name="蕭兆翔" userId="c09afb0b-60c9-45d8-81f2-4d7aa859f4bf" providerId="ADAL" clId="{6F9FAB1B-BF87-4C86-8CBB-A04DB701A215}" dt="2025-09-30T14:52:46.861" v="2429" actId="1076"/>
          <ac:spMkLst>
            <pc:docMk/>
            <pc:sldMk cId="395362120" sldId="359"/>
            <ac:spMk id="8" creationId="{28F59895-4A77-7602-B56A-60DF097008E3}"/>
          </ac:spMkLst>
        </pc:spChg>
        <pc:spChg chg="add del mod">
          <ac:chgData name="蕭兆翔" userId="c09afb0b-60c9-45d8-81f2-4d7aa859f4bf" providerId="ADAL" clId="{6F9FAB1B-BF87-4C86-8CBB-A04DB701A215}" dt="2025-09-30T14:47:38.407" v="2251" actId="478"/>
          <ac:spMkLst>
            <pc:docMk/>
            <pc:sldMk cId="395362120" sldId="359"/>
            <ac:spMk id="12" creationId="{B83B12CA-2967-4397-AE57-C33B07A1F1B3}"/>
          </ac:spMkLst>
        </pc:spChg>
        <pc:spChg chg="add del mod">
          <ac:chgData name="蕭兆翔" userId="c09afb0b-60c9-45d8-81f2-4d7aa859f4bf" providerId="ADAL" clId="{6F9FAB1B-BF87-4C86-8CBB-A04DB701A215}" dt="2025-09-30T14:50:24.061" v="2319" actId="478"/>
          <ac:spMkLst>
            <pc:docMk/>
            <pc:sldMk cId="395362120" sldId="359"/>
            <ac:spMk id="13" creationId="{B95FB5C2-0095-19C3-65F7-A7CC8BCBE3FE}"/>
          </ac:spMkLst>
        </pc:spChg>
        <pc:spChg chg="add del mod">
          <ac:chgData name="蕭兆翔" userId="c09afb0b-60c9-45d8-81f2-4d7aa859f4bf" providerId="ADAL" clId="{6F9FAB1B-BF87-4C86-8CBB-A04DB701A215}" dt="2025-09-30T14:49:51.779" v="2311" actId="21"/>
          <ac:spMkLst>
            <pc:docMk/>
            <pc:sldMk cId="395362120" sldId="359"/>
            <ac:spMk id="14" creationId="{027ED000-EDB5-6FBF-9BAB-694964BCCBBF}"/>
          </ac:spMkLst>
        </pc:spChg>
        <pc:spChg chg="add mod">
          <ac:chgData name="蕭兆翔" userId="c09afb0b-60c9-45d8-81f2-4d7aa859f4bf" providerId="ADAL" clId="{6F9FAB1B-BF87-4C86-8CBB-A04DB701A215}" dt="2025-09-30T14:52:22.874" v="2408" actId="208"/>
          <ac:spMkLst>
            <pc:docMk/>
            <pc:sldMk cId="395362120" sldId="359"/>
            <ac:spMk id="15" creationId="{A92FF553-E836-0F69-ED2F-9957DABAC7F6}"/>
          </ac:spMkLst>
        </pc:spChg>
        <pc:spChg chg="add mod">
          <ac:chgData name="蕭兆翔" userId="c09afb0b-60c9-45d8-81f2-4d7aa859f4bf" providerId="ADAL" clId="{6F9FAB1B-BF87-4C86-8CBB-A04DB701A215}" dt="2025-09-30T14:52:35.823" v="2427" actId="1076"/>
          <ac:spMkLst>
            <pc:docMk/>
            <pc:sldMk cId="395362120" sldId="359"/>
            <ac:spMk id="16" creationId="{264749F3-613D-1EED-BCE7-FE9F00FE8E77}"/>
          </ac:spMkLst>
        </pc:spChg>
        <pc:spChg chg="del">
          <ac:chgData name="蕭兆翔" userId="c09afb0b-60c9-45d8-81f2-4d7aa859f4bf" providerId="ADAL" clId="{6F9FAB1B-BF87-4C86-8CBB-A04DB701A215}" dt="2025-09-30T14:52:03.662" v="2401" actId="478"/>
          <ac:spMkLst>
            <pc:docMk/>
            <pc:sldMk cId="395362120" sldId="359"/>
            <ac:spMk id="24" creationId="{F7ECE0C9-DBF4-1BB3-383B-17D00CAD82E8}"/>
          </ac:spMkLst>
        </pc:spChg>
        <pc:spChg chg="del">
          <ac:chgData name="蕭兆翔" userId="c09afb0b-60c9-45d8-81f2-4d7aa859f4bf" providerId="ADAL" clId="{6F9FAB1B-BF87-4C86-8CBB-A04DB701A215}" dt="2025-09-30T14:52:02.554" v="2400" actId="478"/>
          <ac:spMkLst>
            <pc:docMk/>
            <pc:sldMk cId="395362120" sldId="359"/>
            <ac:spMk id="29" creationId="{5AE40E90-9474-AA8E-5D43-779359D96E1E}"/>
          </ac:spMkLst>
        </pc:spChg>
        <pc:spChg chg="mod">
          <ac:chgData name="蕭兆翔" userId="c09afb0b-60c9-45d8-81f2-4d7aa859f4bf" providerId="ADAL" clId="{6F9FAB1B-BF87-4C86-8CBB-A04DB701A215}" dt="2025-09-30T14:46:44.168" v="2242" actId="20577"/>
          <ac:spMkLst>
            <pc:docMk/>
            <pc:sldMk cId="395362120" sldId="359"/>
            <ac:spMk id="62" creationId="{DE6F6798-C255-D153-AFED-65E3B143A19A}"/>
          </ac:spMkLst>
        </pc:spChg>
        <pc:spChg chg="mod">
          <ac:chgData name="蕭兆翔" userId="c09afb0b-60c9-45d8-81f2-4d7aa859f4bf" providerId="ADAL" clId="{6F9FAB1B-BF87-4C86-8CBB-A04DB701A215}" dt="2025-09-30T14:52:46.861" v="2429" actId="1076"/>
          <ac:spMkLst>
            <pc:docMk/>
            <pc:sldMk cId="395362120" sldId="359"/>
            <ac:spMk id="63" creationId="{3C54E245-E184-AC2B-E7A5-DDE7DFE3AD99}"/>
          </ac:spMkLst>
        </pc:spChg>
        <pc:spChg chg="mod">
          <ac:chgData name="蕭兆翔" userId="c09afb0b-60c9-45d8-81f2-4d7aa859f4bf" providerId="ADAL" clId="{6F9FAB1B-BF87-4C86-8CBB-A04DB701A215}" dt="2025-09-30T14:46:46.274" v="2244" actId="20577"/>
          <ac:spMkLst>
            <pc:docMk/>
            <pc:sldMk cId="395362120" sldId="359"/>
            <ac:spMk id="73" creationId="{95C3667A-EB9D-9FA9-5741-DB77929C4C19}"/>
          </ac:spMkLst>
        </pc:spChg>
        <pc:spChg chg="mod">
          <ac:chgData name="蕭兆翔" userId="c09afb0b-60c9-45d8-81f2-4d7aa859f4bf" providerId="ADAL" clId="{6F9FAB1B-BF87-4C86-8CBB-A04DB701A215}" dt="2025-09-30T14:56:26.717" v="2448" actId="1076"/>
          <ac:spMkLst>
            <pc:docMk/>
            <pc:sldMk cId="395362120" sldId="359"/>
            <ac:spMk id="76" creationId="{C480F51B-FEF4-4BE4-85E6-CD0FF3CE605F}"/>
          </ac:spMkLst>
        </pc:spChg>
        <pc:grpChg chg="mod">
          <ac:chgData name="蕭兆翔" userId="c09afb0b-60c9-45d8-81f2-4d7aa859f4bf" providerId="ADAL" clId="{6F9FAB1B-BF87-4C86-8CBB-A04DB701A215}" dt="2025-09-30T14:52:37.514" v="2428" actId="1035"/>
          <ac:grpSpMkLst>
            <pc:docMk/>
            <pc:sldMk cId="395362120" sldId="359"/>
            <ac:grpSpMk id="25" creationId="{047F0FA2-2EF3-4893-2A0D-8D688239F61F}"/>
          </ac:grpSpMkLst>
        </pc:grpChg>
        <pc:grpChg chg="mod">
          <ac:chgData name="蕭兆翔" userId="c09afb0b-60c9-45d8-81f2-4d7aa859f4bf" providerId="ADAL" clId="{6F9FAB1B-BF87-4C86-8CBB-A04DB701A215}" dt="2025-09-30T14:52:46.861" v="2429" actId="1076"/>
          <ac:grpSpMkLst>
            <pc:docMk/>
            <pc:sldMk cId="395362120" sldId="359"/>
            <ac:grpSpMk id="48" creationId="{C6C9906E-EE1E-AF2C-1752-1DDD6DFB3991}"/>
          </ac:grpSpMkLst>
        </pc:grpChg>
        <pc:picChg chg="add del mod">
          <ac:chgData name="蕭兆翔" userId="c09afb0b-60c9-45d8-81f2-4d7aa859f4bf" providerId="ADAL" clId="{6F9FAB1B-BF87-4C86-8CBB-A04DB701A215}" dt="2025-09-30T14:56:23.567" v="2447" actId="478"/>
          <ac:picMkLst>
            <pc:docMk/>
            <pc:sldMk cId="395362120" sldId="359"/>
            <ac:picMk id="6146" creationId="{F1DBFFEC-DC88-8AE8-CB48-CC2C3C30E8A3}"/>
          </ac:picMkLst>
        </pc:picChg>
      </pc:sldChg>
      <pc:sldChg chg="addSp modSp mod">
        <pc:chgData name="蕭兆翔" userId="c09afb0b-60c9-45d8-81f2-4d7aa859f4bf" providerId="ADAL" clId="{6F9FAB1B-BF87-4C86-8CBB-A04DB701A215}" dt="2025-09-30T15:02:28.159" v="2600" actId="207"/>
        <pc:sldMkLst>
          <pc:docMk/>
          <pc:sldMk cId="3478620681" sldId="360"/>
        </pc:sldMkLst>
        <pc:spChg chg="add mod">
          <ac:chgData name="蕭兆翔" userId="c09afb0b-60c9-45d8-81f2-4d7aa859f4bf" providerId="ADAL" clId="{6F9FAB1B-BF87-4C86-8CBB-A04DB701A215}" dt="2025-09-30T14:47:35.994" v="2250"/>
          <ac:spMkLst>
            <pc:docMk/>
            <pc:sldMk cId="3478620681" sldId="360"/>
            <ac:spMk id="3" creationId="{489F2CB7-5466-B63B-88B0-3392C9A1F2CD}"/>
          </ac:spMkLst>
        </pc:spChg>
        <pc:spChg chg="add mod">
          <ac:chgData name="蕭兆翔" userId="c09afb0b-60c9-45d8-81f2-4d7aa859f4bf" providerId="ADAL" clId="{6F9FAB1B-BF87-4C86-8CBB-A04DB701A215}" dt="2025-09-30T15:02:28.159" v="2600" actId="207"/>
          <ac:spMkLst>
            <pc:docMk/>
            <pc:sldMk cId="3478620681" sldId="360"/>
            <ac:spMk id="4" creationId="{D4EE100E-CA10-91EF-780B-6EAA529A1367}"/>
          </ac:spMkLst>
        </pc:spChg>
        <pc:spChg chg="mod">
          <ac:chgData name="蕭兆翔" userId="c09afb0b-60c9-45d8-81f2-4d7aa859f4bf" providerId="ADAL" clId="{6F9FAB1B-BF87-4C86-8CBB-A04DB701A215}" dt="2025-09-30T14:58:47.499" v="2481" actId="20577"/>
          <ac:spMkLst>
            <pc:docMk/>
            <pc:sldMk cId="3478620681" sldId="360"/>
            <ac:spMk id="75" creationId="{951B826E-8AE1-DAEA-FBC8-FCB213EAE88D}"/>
          </ac:spMkLst>
        </pc:spChg>
      </pc:sldChg>
      <pc:sldChg chg="modSp mod">
        <pc:chgData name="蕭兆翔" userId="c09afb0b-60c9-45d8-81f2-4d7aa859f4bf" providerId="ADAL" clId="{6F9FAB1B-BF87-4C86-8CBB-A04DB701A215}" dt="2025-09-30T15:05:03.327" v="2636" actId="20577"/>
        <pc:sldMkLst>
          <pc:docMk/>
          <pc:sldMk cId="1497041327" sldId="361"/>
        </pc:sldMkLst>
        <pc:spChg chg="mod">
          <ac:chgData name="蕭兆翔" userId="c09afb0b-60c9-45d8-81f2-4d7aa859f4bf" providerId="ADAL" clId="{6F9FAB1B-BF87-4C86-8CBB-A04DB701A215}" dt="2025-09-30T15:05:03.327" v="2636" actId="20577"/>
          <ac:spMkLst>
            <pc:docMk/>
            <pc:sldMk cId="1497041327" sldId="361"/>
            <ac:spMk id="3" creationId="{4E9C5245-878A-46C3-234A-20C3F5924A69}"/>
          </ac:spMkLst>
        </pc:spChg>
      </pc:sldChg>
      <pc:sldChg chg="modSp mod">
        <pc:chgData name="蕭兆翔" userId="c09afb0b-60c9-45d8-81f2-4d7aa859f4bf" providerId="ADAL" clId="{6F9FAB1B-BF87-4C86-8CBB-A04DB701A215}" dt="2025-09-30T15:04:59.866" v="2633" actId="20577"/>
        <pc:sldMkLst>
          <pc:docMk/>
          <pc:sldMk cId="1478207596" sldId="362"/>
        </pc:sldMkLst>
        <pc:spChg chg="mod">
          <ac:chgData name="蕭兆翔" userId="c09afb0b-60c9-45d8-81f2-4d7aa859f4bf" providerId="ADAL" clId="{6F9FAB1B-BF87-4C86-8CBB-A04DB701A215}" dt="2025-09-30T15:04:59.866" v="2633" actId="20577"/>
          <ac:spMkLst>
            <pc:docMk/>
            <pc:sldMk cId="1478207596" sldId="362"/>
            <ac:spMk id="3" creationId="{4E9C5245-878A-46C3-234A-20C3F5924A69}"/>
          </ac:spMkLst>
        </pc:spChg>
      </pc:sldChg>
      <pc:sldChg chg="del">
        <pc:chgData name="蕭兆翔" userId="c09afb0b-60c9-45d8-81f2-4d7aa859f4bf" providerId="ADAL" clId="{6F9FAB1B-BF87-4C86-8CBB-A04DB701A215}" dt="2025-09-30T15:13:15.248" v="2929" actId="47"/>
        <pc:sldMkLst>
          <pc:docMk/>
          <pc:sldMk cId="3547440806" sldId="364"/>
        </pc:sldMkLst>
      </pc:sldChg>
      <pc:sldChg chg="addSp modSp mod">
        <pc:chgData name="蕭兆翔" userId="c09afb0b-60c9-45d8-81f2-4d7aa859f4bf" providerId="ADAL" clId="{6F9FAB1B-BF87-4C86-8CBB-A04DB701A215}" dt="2025-09-30T14:23:33.826" v="1857" actId="2711"/>
        <pc:sldMkLst>
          <pc:docMk/>
          <pc:sldMk cId="1384483766" sldId="365"/>
        </pc:sldMkLst>
        <pc:spChg chg="add mod">
          <ac:chgData name="蕭兆翔" userId="c09afb0b-60c9-45d8-81f2-4d7aa859f4bf" providerId="ADAL" clId="{6F9FAB1B-BF87-4C86-8CBB-A04DB701A215}" dt="2025-09-30T13:12:53.212" v="1184" actId="1076"/>
          <ac:spMkLst>
            <pc:docMk/>
            <pc:sldMk cId="1384483766" sldId="365"/>
            <ac:spMk id="3" creationId="{0C1E48FF-26F8-D2A1-C151-F77120E7D5DC}"/>
          </ac:spMkLst>
        </pc:spChg>
        <pc:spChg chg="mod">
          <ac:chgData name="蕭兆翔" userId="c09afb0b-60c9-45d8-81f2-4d7aa859f4bf" providerId="ADAL" clId="{6F9FAB1B-BF87-4C86-8CBB-A04DB701A215}" dt="2025-09-30T14:23:33.826" v="1857" actId="2711"/>
          <ac:spMkLst>
            <pc:docMk/>
            <pc:sldMk cId="1384483766" sldId="365"/>
            <ac:spMk id="33" creationId="{F87EC6D6-B02F-18DF-0096-DA33818B56CB}"/>
          </ac:spMkLst>
        </pc:spChg>
      </pc:sldChg>
      <pc:sldChg chg="addSp delSp modSp mod">
        <pc:chgData name="蕭兆翔" userId="c09afb0b-60c9-45d8-81f2-4d7aa859f4bf" providerId="ADAL" clId="{6F9FAB1B-BF87-4C86-8CBB-A04DB701A215}" dt="2025-09-30T14:16:56.270" v="1854" actId="20577"/>
        <pc:sldMkLst>
          <pc:docMk/>
          <pc:sldMk cId="502761630" sldId="366"/>
        </pc:sldMkLst>
        <pc:spChg chg="add mod">
          <ac:chgData name="蕭兆翔" userId="c09afb0b-60c9-45d8-81f2-4d7aa859f4bf" providerId="ADAL" clId="{6F9FAB1B-BF87-4C86-8CBB-A04DB701A215}" dt="2025-09-30T13:12:54.549" v="1185"/>
          <ac:spMkLst>
            <pc:docMk/>
            <pc:sldMk cId="502761630" sldId="366"/>
            <ac:spMk id="3" creationId="{254B1307-B53C-D948-7EC4-06597D325241}"/>
          </ac:spMkLst>
        </pc:spChg>
        <pc:spChg chg="mod">
          <ac:chgData name="蕭兆翔" userId="c09afb0b-60c9-45d8-81f2-4d7aa859f4bf" providerId="ADAL" clId="{6F9FAB1B-BF87-4C86-8CBB-A04DB701A215}" dt="2025-09-30T14:16:45.745" v="1848" actId="2711"/>
          <ac:spMkLst>
            <pc:docMk/>
            <pc:sldMk cId="502761630" sldId="366"/>
            <ac:spMk id="6" creationId="{1849C0E9-5C96-D367-8F4B-CFFC1B7BD727}"/>
          </ac:spMkLst>
        </pc:spChg>
        <pc:spChg chg="mod">
          <ac:chgData name="蕭兆翔" userId="c09afb0b-60c9-45d8-81f2-4d7aa859f4bf" providerId="ADAL" clId="{6F9FAB1B-BF87-4C86-8CBB-A04DB701A215}" dt="2025-09-30T14:16:56.270" v="1854" actId="20577"/>
          <ac:spMkLst>
            <pc:docMk/>
            <pc:sldMk cId="502761630" sldId="366"/>
            <ac:spMk id="7" creationId="{C291B641-F7C5-6750-343D-04CB2B80C19E}"/>
          </ac:spMkLst>
        </pc:spChg>
        <pc:spChg chg="add del mod">
          <ac:chgData name="蕭兆翔" userId="c09afb0b-60c9-45d8-81f2-4d7aa859f4bf" providerId="ADAL" clId="{6F9FAB1B-BF87-4C86-8CBB-A04DB701A215}" dt="2025-09-30T13:46:09.587" v="1767" actId="478"/>
          <ac:spMkLst>
            <pc:docMk/>
            <pc:sldMk cId="502761630" sldId="366"/>
            <ac:spMk id="8" creationId="{36469D93-5A4F-9F1A-4CCC-C291B32B6FFB}"/>
          </ac:spMkLst>
        </pc:spChg>
        <pc:spChg chg="mod">
          <ac:chgData name="蕭兆翔" userId="c09afb0b-60c9-45d8-81f2-4d7aa859f4bf" providerId="ADAL" clId="{6F9FAB1B-BF87-4C86-8CBB-A04DB701A215}" dt="2025-09-30T13:44:57.748" v="1734" actId="14100"/>
          <ac:spMkLst>
            <pc:docMk/>
            <pc:sldMk cId="502761630" sldId="366"/>
            <ac:spMk id="9" creationId="{49317F4A-978A-DF79-7D9E-992B29DFF5E5}"/>
          </ac:spMkLst>
        </pc:spChg>
        <pc:spChg chg="add del mod">
          <ac:chgData name="蕭兆翔" userId="c09afb0b-60c9-45d8-81f2-4d7aa859f4bf" providerId="ADAL" clId="{6F9FAB1B-BF87-4C86-8CBB-A04DB701A215}" dt="2025-09-30T13:45:47.271" v="1758" actId="478"/>
          <ac:spMkLst>
            <pc:docMk/>
            <pc:sldMk cId="502761630" sldId="366"/>
            <ac:spMk id="11" creationId="{5BEB1113-2A2D-BC43-E305-0ABE90E054BE}"/>
          </ac:spMkLst>
        </pc:spChg>
        <pc:spChg chg="add mod">
          <ac:chgData name="蕭兆翔" userId="c09afb0b-60c9-45d8-81f2-4d7aa859f4bf" providerId="ADAL" clId="{6F9FAB1B-BF87-4C86-8CBB-A04DB701A215}" dt="2025-09-30T13:47:07.015" v="1798" actId="2711"/>
          <ac:spMkLst>
            <pc:docMk/>
            <pc:sldMk cId="502761630" sldId="366"/>
            <ac:spMk id="12" creationId="{D0F06F8E-30C9-9181-4E07-9741E3C942C7}"/>
          </ac:spMkLst>
        </pc:spChg>
        <pc:spChg chg="add mod">
          <ac:chgData name="蕭兆翔" userId="c09afb0b-60c9-45d8-81f2-4d7aa859f4bf" providerId="ADAL" clId="{6F9FAB1B-BF87-4C86-8CBB-A04DB701A215}" dt="2025-09-30T13:50:53.840" v="1817" actId="1076"/>
          <ac:spMkLst>
            <pc:docMk/>
            <pc:sldMk cId="502761630" sldId="366"/>
            <ac:spMk id="14" creationId="{2047A0CF-07F1-1EC9-7374-B17458453B2D}"/>
          </ac:spMkLst>
        </pc:spChg>
        <pc:spChg chg="mod">
          <ac:chgData name="蕭兆翔" userId="c09afb0b-60c9-45d8-81f2-4d7aa859f4bf" providerId="ADAL" clId="{6F9FAB1B-BF87-4C86-8CBB-A04DB701A215}" dt="2025-09-30T13:44:52.789" v="1732" actId="1076"/>
          <ac:spMkLst>
            <pc:docMk/>
            <pc:sldMk cId="502761630" sldId="366"/>
            <ac:spMk id="22" creationId="{199A6899-8179-9DF8-59E5-87BDB104D4A3}"/>
          </ac:spMkLst>
        </pc:spChg>
        <pc:spChg chg="mod">
          <ac:chgData name="蕭兆翔" userId="c09afb0b-60c9-45d8-81f2-4d7aa859f4bf" providerId="ADAL" clId="{6F9FAB1B-BF87-4C86-8CBB-A04DB701A215}" dt="2025-09-30T13:44:52.789" v="1732" actId="1076"/>
          <ac:spMkLst>
            <pc:docMk/>
            <pc:sldMk cId="502761630" sldId="366"/>
            <ac:spMk id="23" creationId="{303FA5D7-05E2-C348-6B80-0DDF445FF9CF}"/>
          </ac:spMkLst>
        </pc:spChg>
        <pc:spChg chg="mod">
          <ac:chgData name="蕭兆翔" userId="c09afb0b-60c9-45d8-81f2-4d7aa859f4bf" providerId="ADAL" clId="{6F9FAB1B-BF87-4C86-8CBB-A04DB701A215}" dt="2025-09-30T13:44:52.789" v="1732" actId="1076"/>
          <ac:spMkLst>
            <pc:docMk/>
            <pc:sldMk cId="502761630" sldId="366"/>
            <ac:spMk id="24" creationId="{1FD807B4-C2AF-C20A-0F60-9DD39708D0A4}"/>
          </ac:spMkLst>
        </pc:spChg>
        <pc:spChg chg="mod">
          <ac:chgData name="蕭兆翔" userId="c09afb0b-60c9-45d8-81f2-4d7aa859f4bf" providerId="ADAL" clId="{6F9FAB1B-BF87-4C86-8CBB-A04DB701A215}" dt="2025-09-30T13:48:00.373" v="1805" actId="1076"/>
          <ac:spMkLst>
            <pc:docMk/>
            <pc:sldMk cId="502761630" sldId="366"/>
            <ac:spMk id="27" creationId="{DB5F1FAD-A279-D82F-F5AC-CD9BC6AE0400}"/>
          </ac:spMkLst>
        </pc:spChg>
        <pc:spChg chg="mod">
          <ac:chgData name="蕭兆翔" userId="c09afb0b-60c9-45d8-81f2-4d7aa859f4bf" providerId="ADAL" clId="{6F9FAB1B-BF87-4C86-8CBB-A04DB701A215}" dt="2025-09-30T13:50:44.992" v="1816" actId="1076"/>
          <ac:spMkLst>
            <pc:docMk/>
            <pc:sldMk cId="502761630" sldId="366"/>
            <ac:spMk id="32" creationId="{C2752900-B843-E575-ABD3-EE16B18F0CFF}"/>
          </ac:spMkLst>
        </pc:spChg>
        <pc:spChg chg="mod">
          <ac:chgData name="蕭兆翔" userId="c09afb0b-60c9-45d8-81f2-4d7aa859f4bf" providerId="ADAL" clId="{6F9FAB1B-BF87-4C86-8CBB-A04DB701A215}" dt="2025-09-30T13:46:17.452" v="1771" actId="1076"/>
          <ac:spMkLst>
            <pc:docMk/>
            <pc:sldMk cId="502761630" sldId="366"/>
            <ac:spMk id="34" creationId="{221E74EC-5CB0-2FAD-CC44-0F4C7DC14D02}"/>
          </ac:spMkLst>
        </pc:spChg>
        <pc:spChg chg="mod">
          <ac:chgData name="蕭兆翔" userId="c09afb0b-60c9-45d8-81f2-4d7aa859f4bf" providerId="ADAL" clId="{6F9FAB1B-BF87-4C86-8CBB-A04DB701A215}" dt="2025-09-30T13:47:48.197" v="1804" actId="1076"/>
          <ac:spMkLst>
            <pc:docMk/>
            <pc:sldMk cId="502761630" sldId="366"/>
            <ac:spMk id="35" creationId="{56B90BA5-A100-47A1-FD1B-17FE30BEDA93}"/>
          </ac:spMkLst>
        </pc:spChg>
        <pc:graphicFrameChg chg="mod">
          <ac:chgData name="蕭兆翔" userId="c09afb0b-60c9-45d8-81f2-4d7aa859f4bf" providerId="ADAL" clId="{6F9FAB1B-BF87-4C86-8CBB-A04DB701A215}" dt="2025-09-30T13:44:52.789" v="1732" actId="1076"/>
          <ac:graphicFrameMkLst>
            <pc:docMk/>
            <pc:sldMk cId="502761630" sldId="366"/>
            <ac:graphicFrameMk id="13" creationId="{EF25CC48-D6AE-CBBD-BF1C-6E3D53B64BF2}"/>
          </ac:graphicFrameMkLst>
        </pc:graphicFrameChg>
        <pc:graphicFrameChg chg="mod">
          <ac:chgData name="蕭兆翔" userId="c09afb0b-60c9-45d8-81f2-4d7aa859f4bf" providerId="ADAL" clId="{6F9FAB1B-BF87-4C86-8CBB-A04DB701A215}" dt="2025-09-30T13:46:17.452" v="1771" actId="1076"/>
          <ac:graphicFrameMkLst>
            <pc:docMk/>
            <pc:sldMk cId="502761630" sldId="366"/>
            <ac:graphicFrameMk id="16" creationId="{5B9C53D8-8501-226C-606E-FE900D542D7E}"/>
          </ac:graphicFrameMkLst>
        </pc:graphicFrameChg>
        <pc:cxnChg chg="mod">
          <ac:chgData name="蕭兆翔" userId="c09afb0b-60c9-45d8-81f2-4d7aa859f4bf" providerId="ADAL" clId="{6F9FAB1B-BF87-4C86-8CBB-A04DB701A215}" dt="2025-09-30T13:44:52.789" v="1732" actId="1076"/>
          <ac:cxnSpMkLst>
            <pc:docMk/>
            <pc:sldMk cId="502761630" sldId="366"/>
            <ac:cxnSpMk id="18" creationId="{22B35C39-81BE-BD19-35B2-DCCFCFE0A7B3}"/>
          </ac:cxnSpMkLst>
        </pc:cxnChg>
        <pc:cxnChg chg="mod">
          <ac:chgData name="蕭兆翔" userId="c09afb0b-60c9-45d8-81f2-4d7aa859f4bf" providerId="ADAL" clId="{6F9FAB1B-BF87-4C86-8CBB-A04DB701A215}" dt="2025-09-30T13:44:52.789" v="1732" actId="1076"/>
          <ac:cxnSpMkLst>
            <pc:docMk/>
            <pc:sldMk cId="502761630" sldId="366"/>
            <ac:cxnSpMk id="19" creationId="{5A54EE3A-1881-BE3F-FA56-BD1C18D894C5}"/>
          </ac:cxnSpMkLst>
        </pc:cxnChg>
      </pc:sldChg>
      <pc:sldChg chg="addSp modSp">
        <pc:chgData name="蕭兆翔" userId="c09afb0b-60c9-45d8-81f2-4d7aa859f4bf" providerId="ADAL" clId="{6F9FAB1B-BF87-4C86-8CBB-A04DB701A215}" dt="2025-09-30T14:15:55.136" v="1824"/>
        <pc:sldMkLst>
          <pc:docMk/>
          <pc:sldMk cId="2276324886" sldId="367"/>
        </pc:sldMkLst>
        <pc:spChg chg="add mod">
          <ac:chgData name="蕭兆翔" userId="c09afb0b-60c9-45d8-81f2-4d7aa859f4bf" providerId="ADAL" clId="{6F9FAB1B-BF87-4C86-8CBB-A04DB701A215}" dt="2025-09-30T13:12:55.335" v="1186"/>
          <ac:spMkLst>
            <pc:docMk/>
            <pc:sldMk cId="2276324886" sldId="367"/>
            <ac:spMk id="3" creationId="{C7A1E1B5-70E7-1003-DF68-2E9106142EE2}"/>
          </ac:spMkLst>
        </pc:spChg>
        <pc:spChg chg="mod">
          <ac:chgData name="蕭兆翔" userId="c09afb0b-60c9-45d8-81f2-4d7aa859f4bf" providerId="ADAL" clId="{6F9FAB1B-BF87-4C86-8CBB-A04DB701A215}" dt="2025-09-30T14:15:55.136" v="1824"/>
          <ac:spMkLst>
            <pc:docMk/>
            <pc:sldMk cId="2276324886" sldId="367"/>
            <ac:spMk id="6" creationId="{1849C0E9-5C96-D367-8F4B-CFFC1B7BD727}"/>
          </ac:spMkLst>
        </pc:spChg>
      </pc:sldChg>
      <pc:sldChg chg="addSp modSp mod">
        <pc:chgData name="蕭兆翔" userId="c09afb0b-60c9-45d8-81f2-4d7aa859f4bf" providerId="ADAL" clId="{6F9FAB1B-BF87-4C86-8CBB-A04DB701A215}" dt="2025-09-30T15:09:57.279" v="2743" actId="20577"/>
        <pc:sldMkLst>
          <pc:docMk/>
          <pc:sldMk cId="3144529321" sldId="368"/>
        </pc:sldMkLst>
        <pc:spChg chg="add mod">
          <ac:chgData name="蕭兆翔" userId="c09afb0b-60c9-45d8-81f2-4d7aa859f4bf" providerId="ADAL" clId="{6F9FAB1B-BF87-4C86-8CBB-A04DB701A215}" dt="2025-09-30T15:09:57.279" v="2743" actId="20577"/>
          <ac:spMkLst>
            <pc:docMk/>
            <pc:sldMk cId="3144529321" sldId="368"/>
            <ac:spMk id="3" creationId="{35CCE1BC-483A-655A-6C9B-B6D4B37601A0}"/>
          </ac:spMkLst>
        </pc:spChg>
        <pc:picChg chg="mod">
          <ac:chgData name="蕭兆翔" userId="c09afb0b-60c9-45d8-81f2-4d7aa859f4bf" providerId="ADAL" clId="{6F9FAB1B-BF87-4C86-8CBB-A04DB701A215}" dt="2025-09-30T15:09:35.142" v="2722" actId="1076"/>
          <ac:picMkLst>
            <pc:docMk/>
            <pc:sldMk cId="3144529321" sldId="368"/>
            <ac:picMk id="4" creationId="{AF2C2B4B-F65B-C89F-9A5B-890F4B5D1BEE}"/>
          </ac:picMkLst>
        </pc:picChg>
      </pc:sldChg>
      <pc:sldChg chg="addSp modSp mod">
        <pc:chgData name="蕭兆翔" userId="c09afb0b-60c9-45d8-81f2-4d7aa859f4bf" providerId="ADAL" clId="{6F9FAB1B-BF87-4C86-8CBB-A04DB701A215}" dt="2025-09-30T15:10:01.146" v="2746" actId="20577"/>
        <pc:sldMkLst>
          <pc:docMk/>
          <pc:sldMk cId="1234110007" sldId="369"/>
        </pc:sldMkLst>
        <pc:spChg chg="add mod">
          <ac:chgData name="蕭兆翔" userId="c09afb0b-60c9-45d8-81f2-4d7aa859f4bf" providerId="ADAL" clId="{6F9FAB1B-BF87-4C86-8CBB-A04DB701A215}" dt="2025-09-30T15:10:01.146" v="2746" actId="20577"/>
          <ac:spMkLst>
            <pc:docMk/>
            <pc:sldMk cId="1234110007" sldId="369"/>
            <ac:spMk id="3" creationId="{858C3920-59E4-2F57-29E4-1198502CC151}"/>
          </ac:spMkLst>
        </pc:spChg>
        <pc:picChg chg="mod">
          <ac:chgData name="蕭兆翔" userId="c09afb0b-60c9-45d8-81f2-4d7aa859f4bf" providerId="ADAL" clId="{6F9FAB1B-BF87-4C86-8CBB-A04DB701A215}" dt="2025-09-30T15:09:37.952" v="2723" actId="1076"/>
          <ac:picMkLst>
            <pc:docMk/>
            <pc:sldMk cId="1234110007" sldId="369"/>
            <ac:picMk id="4" creationId="{019AA6C3-FAEA-7BE5-C694-5FF5C242EF10}"/>
          </ac:picMkLst>
        </pc:picChg>
      </pc:sldChg>
      <pc:sldChg chg="addSp delSp modSp mod">
        <pc:chgData name="蕭兆翔" userId="c09afb0b-60c9-45d8-81f2-4d7aa859f4bf" providerId="ADAL" clId="{6F9FAB1B-BF87-4C86-8CBB-A04DB701A215}" dt="2025-09-30T15:10:29.978" v="2774" actId="1076"/>
        <pc:sldMkLst>
          <pc:docMk/>
          <pc:sldMk cId="1878439683" sldId="370"/>
        </pc:sldMkLst>
        <pc:spChg chg="mod">
          <ac:chgData name="蕭兆翔" userId="c09afb0b-60c9-45d8-81f2-4d7aa859f4bf" providerId="ADAL" clId="{6F9FAB1B-BF87-4C86-8CBB-A04DB701A215}" dt="2025-09-30T15:10:27.561" v="2773" actId="1076"/>
          <ac:spMkLst>
            <pc:docMk/>
            <pc:sldMk cId="1878439683" sldId="370"/>
            <ac:spMk id="5" creationId="{AAC90C73-6343-4B4D-D760-7E8A2D579A10}"/>
          </ac:spMkLst>
        </pc:spChg>
        <pc:spChg chg="add del">
          <ac:chgData name="蕭兆翔" userId="c09afb0b-60c9-45d8-81f2-4d7aa859f4bf" providerId="ADAL" clId="{6F9FAB1B-BF87-4C86-8CBB-A04DB701A215}" dt="2025-09-30T15:10:11.805" v="2750" actId="22"/>
          <ac:spMkLst>
            <pc:docMk/>
            <pc:sldMk cId="1878439683" sldId="370"/>
            <ac:spMk id="6" creationId="{5C412418-8B4A-8889-BA49-29999116B0A7}"/>
          </ac:spMkLst>
        </pc:spChg>
        <pc:spChg chg="add mod">
          <ac:chgData name="蕭兆翔" userId="c09afb0b-60c9-45d8-81f2-4d7aa859f4bf" providerId="ADAL" clId="{6F9FAB1B-BF87-4C86-8CBB-A04DB701A215}" dt="2025-09-30T15:10:22.080" v="2771" actId="20577"/>
          <ac:spMkLst>
            <pc:docMk/>
            <pc:sldMk cId="1878439683" sldId="370"/>
            <ac:spMk id="7" creationId="{FD466121-B688-9449-2620-E83DD092E690}"/>
          </ac:spMkLst>
        </pc:spChg>
        <pc:picChg chg="mod">
          <ac:chgData name="蕭兆翔" userId="c09afb0b-60c9-45d8-81f2-4d7aa859f4bf" providerId="ADAL" clId="{6F9FAB1B-BF87-4C86-8CBB-A04DB701A215}" dt="2025-09-30T15:10:29.978" v="2774" actId="1076"/>
          <ac:picMkLst>
            <pc:docMk/>
            <pc:sldMk cId="1878439683" sldId="370"/>
            <ac:picMk id="4" creationId="{25D7F866-DBC2-DAF6-328A-6A73C39D16F7}"/>
          </ac:picMkLst>
        </pc:picChg>
      </pc:sldChg>
      <pc:sldChg chg="addSp modSp mod">
        <pc:chgData name="蕭兆翔" userId="c09afb0b-60c9-45d8-81f2-4d7aa859f4bf" providerId="ADAL" clId="{6F9FAB1B-BF87-4C86-8CBB-A04DB701A215}" dt="2025-09-30T15:10:41.881" v="2793" actId="20577"/>
        <pc:sldMkLst>
          <pc:docMk/>
          <pc:sldMk cId="2110693809" sldId="371"/>
        </pc:sldMkLst>
        <pc:spChg chg="add mod">
          <ac:chgData name="蕭兆翔" userId="c09afb0b-60c9-45d8-81f2-4d7aa859f4bf" providerId="ADAL" clId="{6F9FAB1B-BF87-4C86-8CBB-A04DB701A215}" dt="2025-09-30T15:10:41.881" v="2793" actId="20577"/>
          <ac:spMkLst>
            <pc:docMk/>
            <pc:sldMk cId="2110693809" sldId="371"/>
            <ac:spMk id="3" creationId="{2741F938-4EB8-CEEE-0F9B-7BB55C833EAB}"/>
          </ac:spMkLst>
        </pc:spChg>
        <pc:picChg chg="mod">
          <ac:chgData name="蕭兆翔" userId="c09afb0b-60c9-45d8-81f2-4d7aa859f4bf" providerId="ADAL" clId="{6F9FAB1B-BF87-4C86-8CBB-A04DB701A215}" dt="2025-09-30T15:10:33.303" v="2775" actId="1076"/>
          <ac:picMkLst>
            <pc:docMk/>
            <pc:sldMk cId="2110693809" sldId="371"/>
            <ac:picMk id="4" creationId="{7BB61158-9136-AA17-CA3F-A777500D5149}"/>
          </ac:picMkLst>
        </pc:picChg>
      </pc:sldChg>
      <pc:sldChg chg="addSp modSp mod">
        <pc:chgData name="蕭兆翔" userId="c09afb0b-60c9-45d8-81f2-4d7aa859f4bf" providerId="ADAL" clId="{6F9FAB1B-BF87-4C86-8CBB-A04DB701A215}" dt="2025-09-30T15:11:07.200" v="2831" actId="20577"/>
        <pc:sldMkLst>
          <pc:docMk/>
          <pc:sldMk cId="277144691" sldId="372"/>
        </pc:sldMkLst>
        <pc:spChg chg="add mod">
          <ac:chgData name="蕭兆翔" userId="c09afb0b-60c9-45d8-81f2-4d7aa859f4bf" providerId="ADAL" clId="{6F9FAB1B-BF87-4C86-8CBB-A04DB701A215}" dt="2025-09-30T15:11:07.200" v="2831" actId="20577"/>
          <ac:spMkLst>
            <pc:docMk/>
            <pc:sldMk cId="277144691" sldId="372"/>
            <ac:spMk id="3" creationId="{B63E9D77-2D30-A2B7-7397-E1801340F927}"/>
          </ac:spMkLst>
        </pc:spChg>
        <pc:picChg chg="mod">
          <ac:chgData name="蕭兆翔" userId="c09afb0b-60c9-45d8-81f2-4d7aa859f4bf" providerId="ADAL" clId="{6F9FAB1B-BF87-4C86-8CBB-A04DB701A215}" dt="2025-09-30T15:10:45.713" v="2794" actId="1076"/>
          <ac:picMkLst>
            <pc:docMk/>
            <pc:sldMk cId="277144691" sldId="372"/>
            <ac:picMk id="4" creationId="{DC5EFC50-2636-524E-646B-9C1AB90D75A1}"/>
          </ac:picMkLst>
        </pc:picChg>
      </pc:sldChg>
      <pc:sldChg chg="addSp modSp mod">
        <pc:chgData name="蕭兆翔" userId="c09afb0b-60c9-45d8-81f2-4d7aa859f4bf" providerId="ADAL" clId="{6F9FAB1B-BF87-4C86-8CBB-A04DB701A215}" dt="2025-09-30T15:12:25.863" v="2872" actId="1076"/>
        <pc:sldMkLst>
          <pc:docMk/>
          <pc:sldMk cId="4052363464" sldId="373"/>
        </pc:sldMkLst>
        <pc:spChg chg="add mod">
          <ac:chgData name="蕭兆翔" userId="c09afb0b-60c9-45d8-81f2-4d7aa859f4bf" providerId="ADAL" clId="{6F9FAB1B-BF87-4C86-8CBB-A04DB701A215}" dt="2025-09-30T15:12:17.271" v="2871" actId="20577"/>
          <ac:spMkLst>
            <pc:docMk/>
            <pc:sldMk cId="4052363464" sldId="373"/>
            <ac:spMk id="3" creationId="{6BB0F8D5-52CD-39FE-BBF2-FB1F1AA41E55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10" creationId="{3BD579FD-8145-D450-968A-A543272D44FC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12" creationId="{6BB8BFE5-F407-1342-977A-2BD32C9C2ABE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14" creationId="{245892A1-B219-D39E-BCEC-F50B9258B923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15" creationId="{AEDBA6CA-2E52-BA3E-587E-20F3D5C81F16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17" creationId="{409352CD-69BE-3B5E-A0E2-D0A09EB0FCE3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18" creationId="{31F09B5C-E9F9-5A2D-0D7B-321222B38ED5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19" creationId="{AD60B9B8-52AD-6AF1-1F07-EF76F1F67CE0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21" creationId="{7F005AB2-F977-F76E-8C1A-C1091AD2AB67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24" creationId="{F619B770-7AC3-6F9A-94E8-2A59B5F8CB10}"/>
          </ac:spMkLst>
        </pc:spChg>
        <pc:spChg chg="mod">
          <ac:chgData name="蕭兆翔" userId="c09afb0b-60c9-45d8-81f2-4d7aa859f4bf" providerId="ADAL" clId="{6F9FAB1B-BF87-4C86-8CBB-A04DB701A215}" dt="2025-09-30T15:12:25.863" v="2872" actId="1076"/>
          <ac:spMkLst>
            <pc:docMk/>
            <pc:sldMk cId="4052363464" sldId="373"/>
            <ac:spMk id="25" creationId="{CC609CC6-0F24-02DE-8C7F-12BC57A1A2FC}"/>
          </ac:spMkLst>
        </pc:spChg>
        <pc:picChg chg="mod">
          <ac:chgData name="蕭兆翔" userId="c09afb0b-60c9-45d8-81f2-4d7aa859f4bf" providerId="ADAL" clId="{6F9FAB1B-BF87-4C86-8CBB-A04DB701A215}" dt="2025-09-30T15:11:49.732" v="2833" actId="1076"/>
          <ac:picMkLst>
            <pc:docMk/>
            <pc:sldMk cId="4052363464" sldId="373"/>
            <ac:picMk id="4" creationId="{5D226D7F-19BB-7940-381A-D13FE73CA523}"/>
          </ac:picMkLst>
        </pc:picChg>
      </pc:sldChg>
      <pc:sldChg chg="addSp modSp mod">
        <pc:chgData name="蕭兆翔" userId="c09afb0b-60c9-45d8-81f2-4d7aa859f4bf" providerId="ADAL" clId="{6F9FAB1B-BF87-4C86-8CBB-A04DB701A215}" dt="2025-09-30T15:12:39.974" v="2893" actId="1076"/>
        <pc:sldMkLst>
          <pc:docMk/>
          <pc:sldMk cId="2708484305" sldId="374"/>
        </pc:sldMkLst>
        <pc:spChg chg="add mod">
          <ac:chgData name="蕭兆翔" userId="c09afb0b-60c9-45d8-81f2-4d7aa859f4bf" providerId="ADAL" clId="{6F9FAB1B-BF87-4C86-8CBB-A04DB701A215}" dt="2025-09-30T15:12:35.257" v="2892" actId="20577"/>
          <ac:spMkLst>
            <pc:docMk/>
            <pc:sldMk cId="2708484305" sldId="374"/>
            <ac:spMk id="3" creationId="{615304DD-D46B-44C5-EE9E-5AE833279117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5" creationId="{4E36D5D9-F7B7-F0F3-9FB0-8B295495FD7C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15" creationId="{EF1AC815-CC76-4E4B-B732-1A75BA73D5E8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16" creationId="{B820E1F0-5C3D-A690-F174-303E081E0411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17" creationId="{D9B094FA-9AE4-3957-2732-FF8D912D5851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18" creationId="{B3B83E56-9765-CAD8-7731-A2536C290094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19" creationId="{D4955295-75D5-3537-6C52-16240FD20ED8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20" creationId="{A321C825-BCEA-CE8A-049D-D723E72C7A9D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21" creationId="{B5025BEB-7471-2264-3C53-0C47824168E3}"/>
          </ac:spMkLst>
        </pc:spChg>
        <pc:spChg chg="mod">
          <ac:chgData name="蕭兆翔" userId="c09afb0b-60c9-45d8-81f2-4d7aa859f4bf" providerId="ADAL" clId="{6F9FAB1B-BF87-4C86-8CBB-A04DB701A215}" dt="2025-09-30T15:12:39.974" v="2893" actId="1076"/>
          <ac:spMkLst>
            <pc:docMk/>
            <pc:sldMk cId="2708484305" sldId="374"/>
            <ac:spMk id="22" creationId="{3C2CE88A-873C-3545-7485-2B1250D6FD80}"/>
          </ac:spMkLst>
        </pc:spChg>
        <pc:picChg chg="mod">
          <ac:chgData name="蕭兆翔" userId="c09afb0b-60c9-45d8-81f2-4d7aa859f4bf" providerId="ADAL" clId="{6F9FAB1B-BF87-4C86-8CBB-A04DB701A215}" dt="2025-09-30T15:12:39.974" v="2893" actId="1076"/>
          <ac:picMkLst>
            <pc:docMk/>
            <pc:sldMk cId="2708484305" sldId="374"/>
            <ac:picMk id="6" creationId="{405DA678-3CE3-7BD4-E24F-68896AE36A43}"/>
          </ac:picMkLst>
        </pc:picChg>
      </pc:sldChg>
      <pc:sldChg chg="addSp modSp mod">
        <pc:chgData name="蕭兆翔" userId="c09afb0b-60c9-45d8-81f2-4d7aa859f4bf" providerId="ADAL" clId="{6F9FAB1B-BF87-4C86-8CBB-A04DB701A215}" dt="2025-09-30T15:15:35.414" v="3043" actId="1076"/>
        <pc:sldMkLst>
          <pc:docMk/>
          <pc:sldMk cId="1652231474" sldId="375"/>
        </pc:sldMkLst>
        <pc:spChg chg="add mod">
          <ac:chgData name="蕭兆翔" userId="c09afb0b-60c9-45d8-81f2-4d7aa859f4bf" providerId="ADAL" clId="{6F9FAB1B-BF87-4C86-8CBB-A04DB701A215}" dt="2025-09-30T15:13:02.439" v="2926" actId="1076"/>
          <ac:spMkLst>
            <pc:docMk/>
            <pc:sldMk cId="1652231474" sldId="375"/>
            <ac:spMk id="3" creationId="{C85B1901-255F-2664-9B69-4285401E0E65}"/>
          </ac:spMkLst>
        </pc:spChg>
        <pc:picChg chg="mod">
          <ac:chgData name="蕭兆翔" userId="c09afb0b-60c9-45d8-81f2-4d7aa859f4bf" providerId="ADAL" clId="{6F9FAB1B-BF87-4C86-8CBB-A04DB701A215}" dt="2025-09-30T15:15:35.414" v="3043" actId="1076"/>
          <ac:picMkLst>
            <pc:docMk/>
            <pc:sldMk cId="1652231474" sldId="375"/>
            <ac:picMk id="4" creationId="{BA8C2A20-314E-82D7-F02D-5CC6C2B44368}"/>
          </ac:picMkLst>
        </pc:picChg>
      </pc:sldChg>
      <pc:sldChg chg="del">
        <pc:chgData name="蕭兆翔" userId="c09afb0b-60c9-45d8-81f2-4d7aa859f4bf" providerId="ADAL" clId="{6F9FAB1B-BF87-4C86-8CBB-A04DB701A215}" dt="2025-09-30T15:14:22.453" v="2932" actId="47"/>
        <pc:sldMkLst>
          <pc:docMk/>
          <pc:sldMk cId="860171490" sldId="376"/>
        </pc:sldMkLst>
      </pc:sldChg>
      <pc:sldChg chg="addSp delSp modSp mod">
        <pc:chgData name="蕭兆翔" userId="c09afb0b-60c9-45d8-81f2-4d7aa859f4bf" providerId="ADAL" clId="{6F9FAB1B-BF87-4C86-8CBB-A04DB701A215}" dt="2025-09-30T15:24:56.726" v="3124" actId="20577"/>
        <pc:sldMkLst>
          <pc:docMk/>
          <pc:sldMk cId="3193035229" sldId="377"/>
        </pc:sldMkLst>
        <pc:spChg chg="mod">
          <ac:chgData name="蕭兆翔" userId="c09afb0b-60c9-45d8-81f2-4d7aa859f4bf" providerId="ADAL" clId="{6F9FAB1B-BF87-4C86-8CBB-A04DB701A215}" dt="2025-09-30T15:24:50.252" v="3107" actId="20577"/>
          <ac:spMkLst>
            <pc:docMk/>
            <pc:sldMk cId="3193035229" sldId="377"/>
            <ac:spMk id="3" creationId="{A07303A0-78A8-6DE5-67F9-B7292929303C}"/>
          </ac:spMkLst>
        </pc:spChg>
        <pc:spChg chg="mod">
          <ac:chgData name="蕭兆翔" userId="c09afb0b-60c9-45d8-81f2-4d7aa859f4bf" providerId="ADAL" clId="{6F9FAB1B-BF87-4C86-8CBB-A04DB701A215}" dt="2025-09-30T15:24:56.726" v="3124" actId="20577"/>
          <ac:spMkLst>
            <pc:docMk/>
            <pc:sldMk cId="3193035229" sldId="377"/>
            <ac:spMk id="4" creationId="{FD998B43-795C-4026-E0E9-6BB41322C861}"/>
          </ac:spMkLst>
        </pc:spChg>
        <pc:spChg chg="add del mod">
          <ac:chgData name="蕭兆翔" userId="c09afb0b-60c9-45d8-81f2-4d7aa859f4bf" providerId="ADAL" clId="{6F9FAB1B-BF87-4C86-8CBB-A04DB701A215}" dt="2025-09-30T15:15:41.771" v="3044" actId="478"/>
          <ac:spMkLst>
            <pc:docMk/>
            <pc:sldMk cId="3193035229" sldId="377"/>
            <ac:spMk id="5" creationId="{99870527-C90E-9C12-C796-9D207866ACE8}"/>
          </ac:spMkLst>
        </pc:spChg>
      </pc:sldChg>
      <pc:sldChg chg="addSp modSp mod">
        <pc:chgData name="蕭兆翔" userId="c09afb0b-60c9-45d8-81f2-4d7aa859f4bf" providerId="ADAL" clId="{6F9FAB1B-BF87-4C86-8CBB-A04DB701A215}" dt="2025-09-30T14:50:17.552" v="2318" actId="1076"/>
        <pc:sldMkLst>
          <pc:docMk/>
          <pc:sldMk cId="3193363585" sldId="378"/>
        </pc:sldMkLst>
        <pc:spChg chg="add mod">
          <ac:chgData name="蕭兆翔" userId="c09afb0b-60c9-45d8-81f2-4d7aa859f4bf" providerId="ADAL" clId="{6F9FAB1B-BF87-4C86-8CBB-A04DB701A215}" dt="2025-09-30T14:40:48.209" v="2077" actId="1076"/>
          <ac:spMkLst>
            <pc:docMk/>
            <pc:sldMk cId="3193363585" sldId="378"/>
            <ac:spMk id="3" creationId="{8D48140D-3986-6C98-B6B0-69746CA95104}"/>
          </ac:spMkLst>
        </pc:spChg>
        <pc:spChg chg="add mod">
          <ac:chgData name="蕭兆翔" userId="c09afb0b-60c9-45d8-81f2-4d7aa859f4bf" providerId="ADAL" clId="{6F9FAB1B-BF87-4C86-8CBB-A04DB701A215}" dt="2025-09-30T14:49:48.899" v="2309" actId="1076"/>
          <ac:spMkLst>
            <pc:docMk/>
            <pc:sldMk cId="3193363585" sldId="378"/>
            <ac:spMk id="4" creationId="{5928D1E9-63FB-F4B2-8D48-7CB132F23E20}"/>
          </ac:spMkLst>
        </pc:spChg>
        <pc:spChg chg="add mod">
          <ac:chgData name="蕭兆翔" userId="c09afb0b-60c9-45d8-81f2-4d7aa859f4bf" providerId="ADAL" clId="{6F9FAB1B-BF87-4C86-8CBB-A04DB701A215}" dt="2025-09-30T14:49:55.272" v="2313" actId="1076"/>
          <ac:spMkLst>
            <pc:docMk/>
            <pc:sldMk cId="3193363585" sldId="378"/>
            <ac:spMk id="5" creationId="{027ED000-EDB5-6FBF-9BAB-694964BCCBBF}"/>
          </ac:spMkLst>
        </pc:spChg>
        <pc:spChg chg="add mod">
          <ac:chgData name="蕭兆翔" userId="c09afb0b-60c9-45d8-81f2-4d7aa859f4bf" providerId="ADAL" clId="{6F9FAB1B-BF87-4C86-8CBB-A04DB701A215}" dt="2025-09-30T14:50:02.551" v="2315" actId="1076"/>
          <ac:spMkLst>
            <pc:docMk/>
            <pc:sldMk cId="3193363585" sldId="378"/>
            <ac:spMk id="6" creationId="{3D2A075C-CC8A-83F5-BDB2-F7AEF97E5466}"/>
          </ac:spMkLst>
        </pc:spChg>
        <pc:spChg chg="add mod">
          <ac:chgData name="蕭兆翔" userId="c09afb0b-60c9-45d8-81f2-4d7aa859f4bf" providerId="ADAL" clId="{6F9FAB1B-BF87-4C86-8CBB-A04DB701A215}" dt="2025-09-30T14:50:17.552" v="2318" actId="1076"/>
          <ac:spMkLst>
            <pc:docMk/>
            <pc:sldMk cId="3193363585" sldId="378"/>
            <ac:spMk id="17" creationId="{C12F8DBD-F4C4-37CD-80B5-80FAD5F0BDC7}"/>
          </ac:spMkLst>
        </pc:spChg>
      </pc:sldChg>
      <pc:sldChg chg="addSp modSp mod">
        <pc:chgData name="蕭兆翔" userId="c09afb0b-60c9-45d8-81f2-4d7aa859f4bf" providerId="ADAL" clId="{6F9FAB1B-BF87-4C86-8CBB-A04DB701A215}" dt="2025-09-30T14:49:35.627" v="2306" actId="1076"/>
        <pc:sldMkLst>
          <pc:docMk/>
          <pc:sldMk cId="3768927201" sldId="379"/>
        </pc:sldMkLst>
        <pc:spChg chg="add mod">
          <ac:chgData name="蕭兆翔" userId="c09afb0b-60c9-45d8-81f2-4d7aa859f4bf" providerId="ADAL" clId="{6F9FAB1B-BF87-4C86-8CBB-A04DB701A215}" dt="2025-09-30T14:49:35.627" v="2306" actId="1076"/>
          <ac:spMkLst>
            <pc:docMk/>
            <pc:sldMk cId="3768927201" sldId="379"/>
            <ac:spMk id="38" creationId="{5AD10603-86DF-F7A6-0605-3831DE199EA8}"/>
          </ac:spMkLst>
        </pc:spChg>
      </pc:sldChg>
      <pc:sldChg chg="del">
        <pc:chgData name="蕭兆翔" userId="c09afb0b-60c9-45d8-81f2-4d7aa859f4bf" providerId="ADAL" clId="{6F9FAB1B-BF87-4C86-8CBB-A04DB701A215}" dt="2025-09-30T15:13:14.430" v="2928" actId="47"/>
        <pc:sldMkLst>
          <pc:docMk/>
          <pc:sldMk cId="543560831" sldId="380"/>
        </pc:sldMkLst>
      </pc:sldChg>
      <pc:sldChg chg="del">
        <pc:chgData name="蕭兆翔" userId="c09afb0b-60c9-45d8-81f2-4d7aa859f4bf" providerId="ADAL" clId="{6F9FAB1B-BF87-4C86-8CBB-A04DB701A215}" dt="2025-09-30T15:13:24.925" v="2931" actId="47"/>
        <pc:sldMkLst>
          <pc:docMk/>
          <pc:sldMk cId="4188610585" sldId="381"/>
        </pc:sldMkLst>
      </pc:sldChg>
      <pc:sldChg chg="addSp new mod ord">
        <pc:chgData name="蕭兆翔" userId="c09afb0b-60c9-45d8-81f2-4d7aa859f4bf" providerId="ADAL" clId="{6F9FAB1B-BF87-4C86-8CBB-A04DB701A215}" dt="2025-09-30T12:08:50.623" v="56"/>
        <pc:sldMkLst>
          <pc:docMk/>
          <pc:sldMk cId="1286879168" sldId="382"/>
        </pc:sldMkLst>
        <pc:picChg chg="add">
          <ac:chgData name="蕭兆翔" userId="c09afb0b-60c9-45d8-81f2-4d7aa859f4bf" providerId="ADAL" clId="{6F9FAB1B-BF87-4C86-8CBB-A04DB701A215}" dt="2025-09-30T12:05:20.861" v="52" actId="22"/>
          <ac:picMkLst>
            <pc:docMk/>
            <pc:sldMk cId="1286879168" sldId="382"/>
            <ac:picMk id="4" creationId="{ADBCDC82-3923-B616-2EF7-2F852438A42A}"/>
          </ac:picMkLst>
        </pc:picChg>
      </pc:sldChg>
      <pc:sldChg chg="addSp delSp modSp new mod ord">
        <pc:chgData name="蕭兆翔" userId="c09afb0b-60c9-45d8-81f2-4d7aa859f4bf" providerId="ADAL" clId="{6F9FAB1B-BF87-4C86-8CBB-A04DB701A215}" dt="2025-09-30T12:33:05.127" v="705"/>
        <pc:sldMkLst>
          <pc:docMk/>
          <pc:sldMk cId="3740692305" sldId="383"/>
        </pc:sldMkLst>
        <pc:spChg chg="add mod">
          <ac:chgData name="蕭兆翔" userId="c09afb0b-60c9-45d8-81f2-4d7aa859f4bf" providerId="ADAL" clId="{6F9FAB1B-BF87-4C86-8CBB-A04DB701A215}" dt="2025-09-30T12:12:00.647" v="90" actId="1076"/>
          <ac:spMkLst>
            <pc:docMk/>
            <pc:sldMk cId="3740692305" sldId="383"/>
            <ac:spMk id="6" creationId="{D3AFE61E-DECB-73DA-5D3A-8833ADA74AB0}"/>
          </ac:spMkLst>
        </pc:spChg>
        <pc:spChg chg="add mod">
          <ac:chgData name="蕭兆翔" userId="c09afb0b-60c9-45d8-81f2-4d7aa859f4bf" providerId="ADAL" clId="{6F9FAB1B-BF87-4C86-8CBB-A04DB701A215}" dt="2025-09-30T12:20:21.648" v="470" actId="20577"/>
          <ac:spMkLst>
            <pc:docMk/>
            <pc:sldMk cId="3740692305" sldId="383"/>
            <ac:spMk id="7" creationId="{0A94849D-9315-6377-161E-FD4EE698483D}"/>
          </ac:spMkLst>
        </pc:spChg>
        <pc:spChg chg="add mod">
          <ac:chgData name="蕭兆翔" userId="c09afb0b-60c9-45d8-81f2-4d7aa859f4bf" providerId="ADAL" clId="{6F9FAB1B-BF87-4C86-8CBB-A04DB701A215}" dt="2025-09-30T12:14:59.772" v="159" actId="1076"/>
          <ac:spMkLst>
            <pc:docMk/>
            <pc:sldMk cId="3740692305" sldId="383"/>
            <ac:spMk id="8" creationId="{0FDA628D-0F21-5A85-DA9B-6A680B76A147}"/>
          </ac:spMkLst>
        </pc:spChg>
        <pc:spChg chg="add mod">
          <ac:chgData name="蕭兆翔" userId="c09afb0b-60c9-45d8-81f2-4d7aa859f4bf" providerId="ADAL" clId="{6F9FAB1B-BF87-4C86-8CBB-A04DB701A215}" dt="2025-09-30T12:15:13.572" v="178" actId="1076"/>
          <ac:spMkLst>
            <pc:docMk/>
            <pc:sldMk cId="3740692305" sldId="383"/>
            <ac:spMk id="9" creationId="{B59DE1DD-09B9-76D6-43C0-FAFBF6866514}"/>
          </ac:spMkLst>
        </pc:spChg>
        <pc:spChg chg="add mod">
          <ac:chgData name="蕭兆翔" userId="c09afb0b-60c9-45d8-81f2-4d7aa859f4bf" providerId="ADAL" clId="{6F9FAB1B-BF87-4C86-8CBB-A04DB701A215}" dt="2025-09-30T12:15:43.655" v="190" actId="20577"/>
          <ac:spMkLst>
            <pc:docMk/>
            <pc:sldMk cId="3740692305" sldId="383"/>
            <ac:spMk id="10" creationId="{548CD42F-4DBA-A5C1-D64C-BD72FEAE9B83}"/>
          </ac:spMkLst>
        </pc:spChg>
        <pc:spChg chg="add mod">
          <ac:chgData name="蕭兆翔" userId="c09afb0b-60c9-45d8-81f2-4d7aa859f4bf" providerId="ADAL" clId="{6F9FAB1B-BF87-4C86-8CBB-A04DB701A215}" dt="2025-09-30T12:20:53.716" v="479" actId="1076"/>
          <ac:spMkLst>
            <pc:docMk/>
            <pc:sldMk cId="3740692305" sldId="383"/>
            <ac:spMk id="11" creationId="{35F2A1D2-7C10-546C-52E7-1747DBD36EA2}"/>
          </ac:spMkLst>
        </pc:spChg>
        <pc:spChg chg="add mod">
          <ac:chgData name="蕭兆翔" userId="c09afb0b-60c9-45d8-81f2-4d7aa859f4bf" providerId="ADAL" clId="{6F9FAB1B-BF87-4C86-8CBB-A04DB701A215}" dt="2025-09-30T12:20:57.140" v="482" actId="1076"/>
          <ac:spMkLst>
            <pc:docMk/>
            <pc:sldMk cId="3740692305" sldId="383"/>
            <ac:spMk id="12" creationId="{AB4D19E7-37C7-AC4B-060F-25D936193D39}"/>
          </ac:spMkLst>
        </pc:spChg>
        <pc:spChg chg="add mod">
          <ac:chgData name="蕭兆翔" userId="c09afb0b-60c9-45d8-81f2-4d7aa859f4bf" providerId="ADAL" clId="{6F9FAB1B-BF87-4C86-8CBB-A04DB701A215}" dt="2025-09-30T12:17:28.332" v="259" actId="1076"/>
          <ac:spMkLst>
            <pc:docMk/>
            <pc:sldMk cId="3740692305" sldId="383"/>
            <ac:spMk id="13" creationId="{004E193C-45C1-2EE7-AB6B-7BB008100751}"/>
          </ac:spMkLst>
        </pc:spChg>
        <pc:spChg chg="add mod">
          <ac:chgData name="蕭兆翔" userId="c09afb0b-60c9-45d8-81f2-4d7aa859f4bf" providerId="ADAL" clId="{6F9FAB1B-BF87-4C86-8CBB-A04DB701A215}" dt="2025-09-30T12:17:43.132" v="290" actId="1076"/>
          <ac:spMkLst>
            <pc:docMk/>
            <pc:sldMk cId="3740692305" sldId="383"/>
            <ac:spMk id="14" creationId="{CDE628B4-DD11-7896-FE2C-4CBA8A7C3ED7}"/>
          </ac:spMkLst>
        </pc:spChg>
        <pc:spChg chg="add mod">
          <ac:chgData name="蕭兆翔" userId="c09afb0b-60c9-45d8-81f2-4d7aa859f4bf" providerId="ADAL" clId="{6F9FAB1B-BF87-4C86-8CBB-A04DB701A215}" dt="2025-09-30T12:18:03.823" v="312" actId="20577"/>
          <ac:spMkLst>
            <pc:docMk/>
            <pc:sldMk cId="3740692305" sldId="383"/>
            <ac:spMk id="15" creationId="{28B1A1A9-A12D-BAFE-BF7E-D17E080C6B33}"/>
          </ac:spMkLst>
        </pc:spChg>
        <pc:spChg chg="add mod">
          <ac:chgData name="蕭兆翔" userId="c09afb0b-60c9-45d8-81f2-4d7aa859f4bf" providerId="ADAL" clId="{6F9FAB1B-BF87-4C86-8CBB-A04DB701A215}" dt="2025-09-30T12:18:39.047" v="348" actId="1076"/>
          <ac:spMkLst>
            <pc:docMk/>
            <pc:sldMk cId="3740692305" sldId="383"/>
            <ac:spMk id="16" creationId="{2E4BB865-9199-EBB4-D9F2-B30BD2D9CC61}"/>
          </ac:spMkLst>
        </pc:spChg>
        <pc:spChg chg="add mod">
          <ac:chgData name="蕭兆翔" userId="c09afb0b-60c9-45d8-81f2-4d7aa859f4bf" providerId="ADAL" clId="{6F9FAB1B-BF87-4C86-8CBB-A04DB701A215}" dt="2025-09-30T12:18:53.967" v="368" actId="1037"/>
          <ac:spMkLst>
            <pc:docMk/>
            <pc:sldMk cId="3740692305" sldId="383"/>
            <ac:spMk id="17" creationId="{39FDE12E-718E-81FD-F39F-49FF35C5CABA}"/>
          </ac:spMkLst>
        </pc:spChg>
        <pc:spChg chg="add mod">
          <ac:chgData name="蕭兆翔" userId="c09afb0b-60c9-45d8-81f2-4d7aa859f4bf" providerId="ADAL" clId="{6F9FAB1B-BF87-4C86-8CBB-A04DB701A215}" dt="2025-09-30T12:19:06.388" v="382" actId="1076"/>
          <ac:spMkLst>
            <pc:docMk/>
            <pc:sldMk cId="3740692305" sldId="383"/>
            <ac:spMk id="18" creationId="{1C47FB9A-3A78-E754-4CC3-770A2194B39A}"/>
          </ac:spMkLst>
        </pc:spChg>
        <pc:spChg chg="add mod">
          <ac:chgData name="蕭兆翔" userId="c09afb0b-60c9-45d8-81f2-4d7aa859f4bf" providerId="ADAL" clId="{6F9FAB1B-BF87-4C86-8CBB-A04DB701A215}" dt="2025-09-30T12:19:17.255" v="390" actId="1076"/>
          <ac:spMkLst>
            <pc:docMk/>
            <pc:sldMk cId="3740692305" sldId="383"/>
            <ac:spMk id="19" creationId="{85116E14-5198-2B8B-DFFB-DD38932859E8}"/>
          </ac:spMkLst>
        </pc:spChg>
        <pc:spChg chg="add mod">
          <ac:chgData name="蕭兆翔" userId="c09afb0b-60c9-45d8-81f2-4d7aa859f4bf" providerId="ADAL" clId="{6F9FAB1B-BF87-4C86-8CBB-A04DB701A215}" dt="2025-09-30T12:19:43.897" v="418" actId="1076"/>
          <ac:spMkLst>
            <pc:docMk/>
            <pc:sldMk cId="3740692305" sldId="383"/>
            <ac:spMk id="20" creationId="{7E7D8111-62E4-51BD-E6C6-5C4820C443EB}"/>
          </ac:spMkLst>
        </pc:spChg>
        <pc:spChg chg="add mod">
          <ac:chgData name="蕭兆翔" userId="c09afb0b-60c9-45d8-81f2-4d7aa859f4bf" providerId="ADAL" clId="{6F9FAB1B-BF87-4C86-8CBB-A04DB701A215}" dt="2025-09-30T12:19:56.093" v="432" actId="1076"/>
          <ac:spMkLst>
            <pc:docMk/>
            <pc:sldMk cId="3740692305" sldId="383"/>
            <ac:spMk id="21" creationId="{FED622D2-4B45-42EA-9712-986D9A65C33B}"/>
          </ac:spMkLst>
        </pc:spChg>
        <pc:spChg chg="add mod">
          <ac:chgData name="蕭兆翔" userId="c09afb0b-60c9-45d8-81f2-4d7aa859f4bf" providerId="ADAL" clId="{6F9FAB1B-BF87-4C86-8CBB-A04DB701A215}" dt="2025-09-30T12:20:24.331" v="471" actId="207"/>
          <ac:spMkLst>
            <pc:docMk/>
            <pc:sldMk cId="3740692305" sldId="383"/>
            <ac:spMk id="22" creationId="{80D1C3C2-ADC1-E09F-1120-224C24844ADD}"/>
          </ac:spMkLst>
        </pc:spChg>
        <pc:spChg chg="add mod">
          <ac:chgData name="蕭兆翔" userId="c09afb0b-60c9-45d8-81f2-4d7aa859f4bf" providerId="ADAL" clId="{6F9FAB1B-BF87-4C86-8CBB-A04DB701A215}" dt="2025-09-30T12:20:36.053" v="472" actId="207"/>
          <ac:spMkLst>
            <pc:docMk/>
            <pc:sldMk cId="3740692305" sldId="383"/>
            <ac:spMk id="23" creationId="{AD0335C1-DC09-20A6-1387-B328E3944BED}"/>
          </ac:spMkLst>
        </pc:spChg>
        <pc:picChg chg="add mod modCrop">
          <ac:chgData name="蕭兆翔" userId="c09afb0b-60c9-45d8-81f2-4d7aa859f4bf" providerId="ADAL" clId="{6F9FAB1B-BF87-4C86-8CBB-A04DB701A215}" dt="2025-09-30T12:20:39.035" v="474" actId="1076"/>
          <ac:picMkLst>
            <pc:docMk/>
            <pc:sldMk cId="3740692305" sldId="383"/>
            <ac:picMk id="4" creationId="{8B681C25-801F-A57F-9FD5-F0CA97B98BD5}"/>
          </ac:picMkLst>
        </pc:picChg>
        <pc:picChg chg="add del mod">
          <ac:chgData name="蕭兆翔" userId="c09afb0b-60c9-45d8-81f2-4d7aa859f4bf" providerId="ADAL" clId="{6F9FAB1B-BF87-4C86-8CBB-A04DB701A215}" dt="2025-09-30T12:11:05.367" v="64" actId="478"/>
          <ac:picMkLst>
            <pc:docMk/>
            <pc:sldMk cId="3740692305" sldId="383"/>
            <ac:picMk id="1026" creationId="{27309B1F-B940-2437-146D-BA07BE5F3D4F}"/>
          </ac:picMkLst>
        </pc:picChg>
        <pc:picChg chg="add mod">
          <ac:chgData name="蕭兆翔" userId="c09afb0b-60c9-45d8-81f2-4d7aa859f4bf" providerId="ADAL" clId="{6F9FAB1B-BF87-4C86-8CBB-A04DB701A215}" dt="2025-09-30T12:13:01.262" v="139" actId="1076"/>
          <ac:picMkLst>
            <pc:docMk/>
            <pc:sldMk cId="3740692305" sldId="383"/>
            <ac:picMk id="1028" creationId="{FCFF5AEE-9A37-EF68-6E6A-9EC77350F46E}"/>
          </ac:picMkLst>
        </pc:picChg>
        <pc:picChg chg="add del mod">
          <ac:chgData name="蕭兆翔" userId="c09afb0b-60c9-45d8-81f2-4d7aa859f4bf" providerId="ADAL" clId="{6F9FAB1B-BF87-4C86-8CBB-A04DB701A215}" dt="2025-09-30T12:18:12.735" v="314" actId="478"/>
          <ac:picMkLst>
            <pc:docMk/>
            <pc:sldMk cId="3740692305" sldId="383"/>
            <ac:picMk id="1030" creationId="{9335D356-B893-9D07-AF38-847BCD91E15C}"/>
          </ac:picMkLst>
        </pc:picChg>
      </pc:sldChg>
      <pc:sldChg chg="addSp modSp new mod ord">
        <pc:chgData name="蕭兆翔" userId="c09afb0b-60c9-45d8-81f2-4d7aa859f4bf" providerId="ADAL" clId="{6F9FAB1B-BF87-4C86-8CBB-A04DB701A215}" dt="2025-09-30T12:45:46.396" v="841"/>
        <pc:sldMkLst>
          <pc:docMk/>
          <pc:sldMk cId="96825390" sldId="384"/>
        </pc:sldMkLst>
        <pc:spChg chg="add mod">
          <ac:chgData name="蕭兆翔" userId="c09afb0b-60c9-45d8-81f2-4d7aa859f4bf" providerId="ADAL" clId="{6F9FAB1B-BF87-4C86-8CBB-A04DB701A215}" dt="2025-09-30T12:42:16.725" v="708"/>
          <ac:spMkLst>
            <pc:docMk/>
            <pc:sldMk cId="96825390" sldId="384"/>
            <ac:spMk id="3" creationId="{79FB71AA-BCDF-D4B9-3F75-B48E65AB23B2}"/>
          </ac:spMkLst>
        </pc:spChg>
        <pc:spChg chg="add mod">
          <ac:chgData name="蕭兆翔" userId="c09afb0b-60c9-45d8-81f2-4d7aa859f4bf" providerId="ADAL" clId="{6F9FAB1B-BF87-4C86-8CBB-A04DB701A215}" dt="2025-09-30T12:44:31.515" v="722" actId="14100"/>
          <ac:spMkLst>
            <pc:docMk/>
            <pc:sldMk cId="96825390" sldId="384"/>
            <ac:spMk id="5" creationId="{ADA73AC3-E18A-CBAD-388B-C82F66B5CDE2}"/>
          </ac:spMkLst>
        </pc:spChg>
        <pc:spChg chg="add mod">
          <ac:chgData name="蕭兆翔" userId="c09afb0b-60c9-45d8-81f2-4d7aa859f4bf" providerId="ADAL" clId="{6F9FAB1B-BF87-4C86-8CBB-A04DB701A215}" dt="2025-09-30T12:45:34.634" v="836" actId="207"/>
          <ac:spMkLst>
            <pc:docMk/>
            <pc:sldMk cId="96825390" sldId="384"/>
            <ac:spMk id="6" creationId="{56636AF6-50B7-61E3-6AA9-B6FEC8C05DB8}"/>
          </ac:spMkLst>
        </pc:spChg>
        <pc:spChg chg="add mod">
          <ac:chgData name="蕭兆翔" userId="c09afb0b-60c9-45d8-81f2-4d7aa859f4bf" providerId="ADAL" clId="{6F9FAB1B-BF87-4C86-8CBB-A04DB701A215}" dt="2025-09-30T12:45:37.265" v="837" actId="1076"/>
          <ac:spMkLst>
            <pc:docMk/>
            <pc:sldMk cId="96825390" sldId="384"/>
            <ac:spMk id="7" creationId="{1F90A095-D7F5-5D23-D435-08990AE24092}"/>
          </ac:spMkLst>
        </pc:spChg>
        <pc:picChg chg="add mod modCrop">
          <ac:chgData name="蕭兆翔" userId="c09afb0b-60c9-45d8-81f2-4d7aa859f4bf" providerId="ADAL" clId="{6F9FAB1B-BF87-4C86-8CBB-A04DB701A215}" dt="2025-09-30T12:44:04.428" v="715" actId="1076"/>
          <ac:picMkLst>
            <pc:docMk/>
            <pc:sldMk cId="96825390" sldId="384"/>
            <ac:picMk id="4" creationId="{071F67FB-6732-0F5D-61F7-CCB3D42695A9}"/>
          </ac:picMkLst>
        </pc:picChg>
        <pc:picChg chg="add mod">
          <ac:chgData name="蕭兆翔" userId="c09afb0b-60c9-45d8-81f2-4d7aa859f4bf" providerId="ADAL" clId="{6F9FAB1B-BF87-4C86-8CBB-A04DB701A215}" dt="2025-09-30T12:42:18.041" v="709" actId="1076"/>
          <ac:picMkLst>
            <pc:docMk/>
            <pc:sldMk cId="96825390" sldId="384"/>
            <ac:picMk id="2050" creationId="{6A1269A8-8433-8858-311F-7E260A9735B4}"/>
          </ac:picMkLst>
        </pc:picChg>
      </pc:sldChg>
      <pc:sldChg chg="addSp delSp modSp new mod">
        <pc:chgData name="蕭兆翔" userId="c09afb0b-60c9-45d8-81f2-4d7aa859f4bf" providerId="ADAL" clId="{6F9FAB1B-BF87-4C86-8CBB-A04DB701A215}" dt="2025-09-30T12:56:53.563" v="1105"/>
        <pc:sldMkLst>
          <pc:docMk/>
          <pc:sldMk cId="1402317851" sldId="385"/>
        </pc:sldMkLst>
        <pc:spChg chg="add mod">
          <ac:chgData name="蕭兆翔" userId="c09afb0b-60c9-45d8-81f2-4d7aa859f4bf" providerId="ADAL" clId="{6F9FAB1B-BF87-4C86-8CBB-A04DB701A215}" dt="2025-09-30T12:55:32.894" v="1101" actId="1076"/>
          <ac:spMkLst>
            <pc:docMk/>
            <pc:sldMk cId="1402317851" sldId="385"/>
            <ac:spMk id="6" creationId="{3B89A71B-83F0-451F-697D-E36A7355D590}"/>
          </ac:spMkLst>
        </pc:spChg>
        <pc:spChg chg="add del mod">
          <ac:chgData name="蕭兆翔" userId="c09afb0b-60c9-45d8-81f2-4d7aa859f4bf" providerId="ADAL" clId="{6F9FAB1B-BF87-4C86-8CBB-A04DB701A215}" dt="2025-09-30T12:56:53.563" v="1105"/>
          <ac:spMkLst>
            <pc:docMk/>
            <pc:sldMk cId="1402317851" sldId="385"/>
            <ac:spMk id="7" creationId="{7804330D-D364-2197-AA0B-30074A0519C5}"/>
          </ac:spMkLst>
        </pc:spChg>
        <pc:picChg chg="add mod">
          <ac:chgData name="蕭兆翔" userId="c09afb0b-60c9-45d8-81f2-4d7aa859f4bf" providerId="ADAL" clId="{6F9FAB1B-BF87-4C86-8CBB-A04DB701A215}" dt="2025-09-30T12:55:34.099" v="1102" actId="1076"/>
          <ac:picMkLst>
            <pc:docMk/>
            <pc:sldMk cId="1402317851" sldId="385"/>
            <ac:picMk id="4" creationId="{642C947C-D1C1-F56D-90D1-27D72FE1EEEA}"/>
          </ac:picMkLst>
        </pc:picChg>
      </pc:sldChg>
      <pc:sldChg chg="addSp delSp modSp add mod">
        <pc:chgData name="蕭兆翔" userId="c09afb0b-60c9-45d8-81f2-4d7aa859f4bf" providerId="ADAL" clId="{6F9FAB1B-BF87-4C86-8CBB-A04DB701A215}" dt="2025-09-30T13:42:58.294" v="1725" actId="1076"/>
        <pc:sldMkLst>
          <pc:docMk/>
          <pc:sldMk cId="3960017899" sldId="386"/>
        </pc:sldMkLst>
        <pc:spChg chg="mod">
          <ac:chgData name="蕭兆翔" userId="c09afb0b-60c9-45d8-81f2-4d7aa859f4bf" providerId="ADAL" clId="{6F9FAB1B-BF87-4C86-8CBB-A04DB701A215}" dt="2025-09-30T13:35:19.369" v="1509" actId="20577"/>
          <ac:spMkLst>
            <pc:docMk/>
            <pc:sldMk cId="3960017899" sldId="386"/>
            <ac:spMk id="4" creationId="{8EB54821-5EB3-ED40-9F13-EB9D81705E83}"/>
          </ac:spMkLst>
        </pc:spChg>
        <pc:spChg chg="del mod">
          <ac:chgData name="蕭兆翔" userId="c09afb0b-60c9-45d8-81f2-4d7aa859f4bf" providerId="ADAL" clId="{6F9FAB1B-BF87-4C86-8CBB-A04DB701A215}" dt="2025-09-30T13:35:25.316" v="1514" actId="478"/>
          <ac:spMkLst>
            <pc:docMk/>
            <pc:sldMk cId="3960017899" sldId="386"/>
            <ac:spMk id="8" creationId="{1BAD2F0E-4C4E-696B-710A-EF48E3C52A80}"/>
          </ac:spMkLst>
        </pc:spChg>
        <pc:spChg chg="del">
          <ac:chgData name="蕭兆翔" userId="c09afb0b-60c9-45d8-81f2-4d7aa859f4bf" providerId="ADAL" clId="{6F9FAB1B-BF87-4C86-8CBB-A04DB701A215}" dt="2025-09-30T13:35:26.924" v="1515" actId="478"/>
          <ac:spMkLst>
            <pc:docMk/>
            <pc:sldMk cId="3960017899" sldId="386"/>
            <ac:spMk id="9" creationId="{CD4B83A2-378F-5C32-3A0A-CC78C22E580E}"/>
          </ac:spMkLst>
        </pc:spChg>
        <pc:spChg chg="add mod">
          <ac:chgData name="蕭兆翔" userId="c09afb0b-60c9-45d8-81f2-4d7aa859f4bf" providerId="ADAL" clId="{6F9FAB1B-BF87-4C86-8CBB-A04DB701A215}" dt="2025-09-30T13:36:29.101" v="1608" actId="12789"/>
          <ac:spMkLst>
            <pc:docMk/>
            <pc:sldMk cId="3960017899" sldId="386"/>
            <ac:spMk id="11" creationId="{E1DDC89E-B9B0-9B7F-203D-B4E7BFEA76AD}"/>
          </ac:spMkLst>
        </pc:spChg>
        <pc:spChg chg="add mod">
          <ac:chgData name="蕭兆翔" userId="c09afb0b-60c9-45d8-81f2-4d7aa859f4bf" providerId="ADAL" clId="{6F9FAB1B-BF87-4C86-8CBB-A04DB701A215}" dt="2025-09-30T13:36:31.872" v="1609" actId="1076"/>
          <ac:spMkLst>
            <pc:docMk/>
            <pc:sldMk cId="3960017899" sldId="386"/>
            <ac:spMk id="12" creationId="{A2EF9E06-AF42-505D-0376-9CAB27406654}"/>
          </ac:spMkLst>
        </pc:spChg>
        <pc:spChg chg="add mod">
          <ac:chgData name="蕭兆翔" userId="c09afb0b-60c9-45d8-81f2-4d7aa859f4bf" providerId="ADAL" clId="{6F9FAB1B-BF87-4C86-8CBB-A04DB701A215}" dt="2025-09-30T13:37:22.252" v="1611" actId="1076"/>
          <ac:spMkLst>
            <pc:docMk/>
            <pc:sldMk cId="3960017899" sldId="386"/>
            <ac:spMk id="15" creationId="{8AAB5B3F-24C4-63F1-FDB2-6DE0E28EC41D}"/>
          </ac:spMkLst>
        </pc:spChg>
        <pc:spChg chg="add mod">
          <ac:chgData name="蕭兆翔" userId="c09afb0b-60c9-45d8-81f2-4d7aa859f4bf" providerId="ADAL" clId="{6F9FAB1B-BF87-4C86-8CBB-A04DB701A215}" dt="2025-09-30T13:38:08.708" v="1638" actId="207"/>
          <ac:spMkLst>
            <pc:docMk/>
            <pc:sldMk cId="3960017899" sldId="386"/>
            <ac:spMk id="16" creationId="{98BCCBA5-BBE2-9FE2-EFBC-F86CE3FE7B2D}"/>
          </ac:spMkLst>
        </pc:spChg>
        <pc:spChg chg="add mod">
          <ac:chgData name="蕭兆翔" userId="c09afb0b-60c9-45d8-81f2-4d7aa859f4bf" providerId="ADAL" clId="{6F9FAB1B-BF87-4C86-8CBB-A04DB701A215}" dt="2025-09-30T13:37:28.479" v="1613" actId="1076"/>
          <ac:spMkLst>
            <pc:docMk/>
            <pc:sldMk cId="3960017899" sldId="386"/>
            <ac:spMk id="18" creationId="{47C936EE-82CC-BE47-414C-DB177B53925F}"/>
          </ac:spMkLst>
        </pc:spChg>
        <pc:spChg chg="add mod">
          <ac:chgData name="蕭兆翔" userId="c09afb0b-60c9-45d8-81f2-4d7aa859f4bf" providerId="ADAL" clId="{6F9FAB1B-BF87-4C86-8CBB-A04DB701A215}" dt="2025-09-30T13:38:06.472" v="1637" actId="207"/>
          <ac:spMkLst>
            <pc:docMk/>
            <pc:sldMk cId="3960017899" sldId="386"/>
            <ac:spMk id="20" creationId="{19EB75C1-FE93-EC16-9D26-5AB1E81EE345}"/>
          </ac:spMkLst>
        </pc:spChg>
        <pc:spChg chg="add mod">
          <ac:chgData name="蕭兆翔" userId="c09afb0b-60c9-45d8-81f2-4d7aa859f4bf" providerId="ADAL" clId="{6F9FAB1B-BF87-4C86-8CBB-A04DB701A215}" dt="2025-09-30T13:37:59.463" v="1635" actId="1076"/>
          <ac:spMkLst>
            <pc:docMk/>
            <pc:sldMk cId="3960017899" sldId="386"/>
            <ac:spMk id="21" creationId="{508B481A-288C-9B43-84FC-3A7A4BBC6052}"/>
          </ac:spMkLst>
        </pc:spChg>
        <pc:spChg chg="add mod">
          <ac:chgData name="蕭兆翔" userId="c09afb0b-60c9-45d8-81f2-4d7aa859f4bf" providerId="ADAL" clId="{6F9FAB1B-BF87-4C86-8CBB-A04DB701A215}" dt="2025-09-30T13:42:58.294" v="1725" actId="1076"/>
          <ac:spMkLst>
            <pc:docMk/>
            <pc:sldMk cId="3960017899" sldId="386"/>
            <ac:spMk id="22" creationId="{CB440CFB-ABC5-0E93-704A-7FE052629440}"/>
          </ac:spMkLst>
        </pc:spChg>
        <pc:picChg chg="del">
          <ac:chgData name="蕭兆翔" userId="c09afb0b-60c9-45d8-81f2-4d7aa859f4bf" providerId="ADAL" clId="{6F9FAB1B-BF87-4C86-8CBB-A04DB701A215}" dt="2025-09-30T13:35:23.169" v="1511" actId="478"/>
          <ac:picMkLst>
            <pc:docMk/>
            <pc:sldMk cId="3960017899" sldId="386"/>
            <ac:picMk id="2" creationId="{2B93AED2-6197-F5AC-C1F3-EB43ED4A000F}"/>
          </ac:picMkLst>
        </pc:picChg>
        <pc:picChg chg="del">
          <ac:chgData name="蕭兆翔" userId="c09afb0b-60c9-45d8-81f2-4d7aa859f4bf" providerId="ADAL" clId="{6F9FAB1B-BF87-4C86-8CBB-A04DB701A215}" dt="2025-09-30T13:35:23.992" v="1512" actId="478"/>
          <ac:picMkLst>
            <pc:docMk/>
            <pc:sldMk cId="3960017899" sldId="386"/>
            <ac:picMk id="5" creationId="{6B5E7DFC-545A-EBE6-B3C9-645F8B216875}"/>
          </ac:picMkLst>
        </pc:picChg>
        <pc:picChg chg="mod">
          <ac:chgData name="蕭兆翔" userId="c09afb0b-60c9-45d8-81f2-4d7aa859f4bf" providerId="ADAL" clId="{6F9FAB1B-BF87-4C86-8CBB-A04DB701A215}" dt="2025-09-30T13:35:48.171" v="1523" actId="1076"/>
          <ac:picMkLst>
            <pc:docMk/>
            <pc:sldMk cId="3960017899" sldId="386"/>
            <ac:picMk id="6" creationId="{F27F76E1-8F53-A8C1-40F5-588C490D7856}"/>
          </ac:picMkLst>
        </pc:picChg>
        <pc:picChg chg="del">
          <ac:chgData name="蕭兆翔" userId="c09afb0b-60c9-45d8-81f2-4d7aa859f4bf" providerId="ADAL" clId="{6F9FAB1B-BF87-4C86-8CBB-A04DB701A215}" dt="2025-09-30T13:35:22.714" v="1510" actId="478"/>
          <ac:picMkLst>
            <pc:docMk/>
            <pc:sldMk cId="3960017899" sldId="386"/>
            <ac:picMk id="5122" creationId="{2EE2ABEC-0C2A-2A6A-52BF-327830CC6E4C}"/>
          </ac:picMkLst>
        </pc:picChg>
        <pc:cxnChg chg="add mod">
          <ac:chgData name="蕭兆翔" userId="c09afb0b-60c9-45d8-81f2-4d7aa859f4bf" providerId="ADAL" clId="{6F9FAB1B-BF87-4C86-8CBB-A04DB701A215}" dt="2025-09-30T13:42:56.350" v="1724" actId="14100"/>
          <ac:cxnSpMkLst>
            <pc:docMk/>
            <pc:sldMk cId="3960017899" sldId="386"/>
            <ac:cxnSpMk id="10" creationId="{33947B71-8789-64AB-99F6-5C74D60C3E9C}"/>
          </ac:cxnSpMkLst>
        </pc:cxnChg>
        <pc:cxnChg chg="add mod">
          <ac:chgData name="蕭兆翔" userId="c09afb0b-60c9-45d8-81f2-4d7aa859f4bf" providerId="ADAL" clId="{6F9FAB1B-BF87-4C86-8CBB-A04DB701A215}" dt="2025-09-30T13:37:22.252" v="1611" actId="1076"/>
          <ac:cxnSpMkLst>
            <pc:docMk/>
            <pc:sldMk cId="3960017899" sldId="386"/>
            <ac:cxnSpMk id="13" creationId="{21C09628-DFEA-F04F-B358-BFB4EC44640B}"/>
          </ac:cxnSpMkLst>
        </pc:cxnChg>
        <pc:cxnChg chg="add mod">
          <ac:chgData name="蕭兆翔" userId="c09afb0b-60c9-45d8-81f2-4d7aa859f4bf" providerId="ADAL" clId="{6F9FAB1B-BF87-4C86-8CBB-A04DB701A215}" dt="2025-09-30T13:37:22.252" v="1611" actId="1076"/>
          <ac:cxnSpMkLst>
            <pc:docMk/>
            <pc:sldMk cId="3960017899" sldId="386"/>
            <ac:cxnSpMk id="14" creationId="{A4B1B44B-3714-B683-4D6E-570C93BDDA20}"/>
          </ac:cxnSpMkLst>
        </pc:cxnChg>
        <pc:cxnChg chg="add mod">
          <ac:chgData name="蕭兆翔" userId="c09afb0b-60c9-45d8-81f2-4d7aa859f4bf" providerId="ADAL" clId="{6F9FAB1B-BF87-4C86-8CBB-A04DB701A215}" dt="2025-09-30T13:37:25.656" v="1612" actId="14100"/>
          <ac:cxnSpMkLst>
            <pc:docMk/>
            <pc:sldMk cId="3960017899" sldId="386"/>
            <ac:cxnSpMk id="17" creationId="{BD7CF761-4764-2C15-2D73-8D19CE619674}"/>
          </ac:cxnSpMkLst>
        </pc:cxnChg>
      </pc:sldChg>
    </pc:docChg>
  </pc:docChgLst>
  <pc:docChgLst>
    <pc:chgData name="蕭兆翔" userId="c09afb0b-60c9-45d8-81f2-4d7aa859f4bf" providerId="ADAL" clId="{3E550C28-6B2E-4F29-85D2-5F01E5A35369}"/>
    <pc:docChg chg="addSld modSld">
      <pc:chgData name="蕭兆翔" userId="c09afb0b-60c9-45d8-81f2-4d7aa859f4bf" providerId="ADAL" clId="{3E550C28-6B2E-4F29-85D2-5F01E5A35369}" dt="2024-10-08T14:55:22.605" v="28" actId="1076"/>
      <pc:docMkLst>
        <pc:docMk/>
      </pc:docMkLst>
      <pc:sldChg chg="modSp">
        <pc:chgData name="蕭兆翔" userId="c09afb0b-60c9-45d8-81f2-4d7aa859f4bf" providerId="ADAL" clId="{3E550C28-6B2E-4F29-85D2-5F01E5A35369}" dt="2024-09-29T08:02:50.577" v="20"/>
        <pc:sldMkLst>
          <pc:docMk/>
          <pc:sldMk cId="2276324886" sldId="367"/>
        </pc:sldMkLst>
      </pc:sldChg>
      <pc:sldChg chg="addSp modSp new mod">
        <pc:chgData name="蕭兆翔" userId="c09afb0b-60c9-45d8-81f2-4d7aa859f4bf" providerId="ADAL" clId="{3E550C28-6B2E-4F29-85D2-5F01E5A35369}" dt="2024-10-08T14:55:22.605" v="28" actId="1076"/>
        <pc:sldMkLst>
          <pc:docMk/>
          <pc:sldMk cId="543560831" sldId="380"/>
        </pc:sldMkLst>
      </pc:sldChg>
    </pc:docChg>
  </pc:docChgLst>
  <pc:docChgLst>
    <pc:chgData name="蕭兆翔" userId="c09afb0b-60c9-45d8-81f2-4d7aa859f4bf" providerId="ADAL" clId="{28938732-32D8-4DC6-B2E1-BBE34C51AF75}"/>
    <pc:docChg chg="undo custSel addSld modSld">
      <pc:chgData name="蕭兆翔" userId="c09afb0b-60c9-45d8-81f2-4d7aa859f4bf" providerId="ADAL" clId="{28938732-32D8-4DC6-B2E1-BBE34C51AF75}" dt="2024-11-12T09:10:16.420" v="78" actId="14100"/>
      <pc:docMkLst>
        <pc:docMk/>
      </pc:docMkLst>
      <pc:sldChg chg="addSp delSp modSp new mod">
        <pc:chgData name="蕭兆翔" userId="c09afb0b-60c9-45d8-81f2-4d7aa859f4bf" providerId="ADAL" clId="{28938732-32D8-4DC6-B2E1-BBE34C51AF75}" dt="2024-11-12T09:10:16.420" v="78" actId="14100"/>
        <pc:sldMkLst>
          <pc:docMk/>
          <pc:sldMk cId="4188610585" sldId="3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BA1F3-EF3D-4D7D-9D53-6A73502454B3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F7A67-B956-45B6-B4E9-2E1CB8594A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4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F88-B21E-4744-8141-81295143F075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1C44-A99D-4D34-8D8C-268F70991C17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B6E1-2660-4E21-847C-AFE620A3F0CA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A47-2A6B-4BC9-A1AE-B64268B1D6F5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012D1-161A-467E-BB98-C3EE5B4378D1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7C8-26B8-465B-BB78-7A8EFA3F8290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446AB-30E1-4E41-8435-FFEB669855A9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2762-ED5F-4C3D-9B24-CAE89EE69E6C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8E9-190F-416A-875F-AC1A5A460515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7C50-A082-4F18-B29D-65651CC7F950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E434-F5E2-44A5-BA53-F8F1691A03C4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7C846-08DA-434C-9215-F94CFE563CB4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69087729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HIYbNPCVt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youtube.com/watch?v=dNVtMmLlnoE&amp;t=33s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5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8ykNPRkmmbQ" TargetMode="External"/><Relationship Id="rId5" Type="http://schemas.microsoft.com/office/2007/relationships/hdphoto" Target="../media/hdphoto3.wdp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7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0.png"/><Relationship Id="rId3" Type="http://schemas.openxmlformats.org/officeDocument/2006/relationships/image" Target="../media/image40.png"/><Relationship Id="rId7" Type="http://schemas.openxmlformats.org/officeDocument/2006/relationships/image" Target="../media/image4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5.png"/><Relationship Id="rId4" Type="http://schemas.openxmlformats.org/officeDocument/2006/relationships/image" Target="../media/image41.png"/><Relationship Id="rId9" Type="http://schemas.openxmlformats.org/officeDocument/2006/relationships/image" Target="../media/image4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Bilinear_interpolation" TargetMode="Externa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3646424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蕭兆翔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陳信宏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2011248"/>
            <a:ext cx="1219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02 </a:t>
            </a:r>
            <a:r>
              <a:rPr kumimoji="0" lang="zh-TW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數位影像基礎</a:t>
            </a:r>
            <a:endParaRPr kumimoji="0" lang="en-US" altLang="zh-TW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D3C3FC8-6565-2956-B665-A65BE697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CD957A9-0E54-84D9-10A8-F62EEF35676D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02CC4ED-5EDC-5346-2E9A-12FB2097B728}"/>
              </a:ext>
            </a:extLst>
          </p:cNvPr>
          <p:cNvSpPr txBox="1"/>
          <p:nvPr/>
        </p:nvSpPr>
        <p:spPr>
          <a:xfrm>
            <a:off x="651850" y="1113390"/>
            <a:ext cx="4384534" cy="3698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視覺感知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影像感應與擷取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影像取樣與量化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內插法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(Interpolation)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空間轉換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465937-1F8C-5FEF-563C-7080E8B3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84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2.1 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視覺感知的要素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865" y="1145858"/>
            <a:ext cx="6800810" cy="5615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89C0C-81E3-8B4B-6DDE-5B843F99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11423A-369D-BFFA-A098-8EF2C140A726}"/>
              </a:ext>
            </a:extLst>
          </p:cNvPr>
          <p:cNvSpPr/>
          <p:nvPr/>
        </p:nvSpPr>
        <p:spPr>
          <a:xfrm>
            <a:off x="5404307" y="4344643"/>
            <a:ext cx="673219" cy="393611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C04C9A-11E0-CC3A-7988-99F1AE4DE128}"/>
              </a:ext>
            </a:extLst>
          </p:cNvPr>
          <p:cNvSpPr/>
          <p:nvPr/>
        </p:nvSpPr>
        <p:spPr>
          <a:xfrm>
            <a:off x="6246418" y="1769757"/>
            <a:ext cx="624694" cy="315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D1B8D32-3174-05B6-6693-D27B30111EA5}"/>
              </a:ext>
            </a:extLst>
          </p:cNvPr>
          <p:cNvSpPr txBox="1"/>
          <p:nvPr/>
        </p:nvSpPr>
        <p:spPr>
          <a:xfrm>
            <a:off x="5539582" y="3244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7C0183-925A-F65D-C283-CB2F89E6F017}"/>
              </a:ext>
            </a:extLst>
          </p:cNvPr>
          <p:cNvSpPr/>
          <p:nvPr/>
        </p:nvSpPr>
        <p:spPr>
          <a:xfrm>
            <a:off x="6083180" y="4801843"/>
            <a:ext cx="673219" cy="3936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48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370103E-27BB-EE80-D0BC-59CE80EF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B681C25-801F-A57F-9FD5-F0CA97B98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9" y="973236"/>
            <a:ext cx="8513016" cy="481796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3AFE61E-DECB-73DA-5D3A-8833ADA74AB0}"/>
              </a:ext>
            </a:extLst>
          </p:cNvPr>
          <p:cNvSpPr txBox="1"/>
          <p:nvPr/>
        </p:nvSpPr>
        <p:spPr>
          <a:xfrm>
            <a:off x="646546" y="6220751"/>
            <a:ext cx="30295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hlinkClick r:id="rId3"/>
              </a:rPr>
              <a:t>https://zhuanlan.zhihu.com/p/690877297</a:t>
            </a:r>
            <a:endParaRPr lang="zh-TW" altLang="en-US" sz="1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CFF5AEE-9A37-EF68-6E6A-9EC77350F4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6" t="3547" r="1967" b="4240"/>
          <a:stretch>
            <a:fillRect/>
          </a:stretch>
        </p:blipFill>
        <p:spPr bwMode="auto">
          <a:xfrm>
            <a:off x="8842784" y="1025235"/>
            <a:ext cx="2779372" cy="539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A94849D-9315-6377-161E-FD4EE698483D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桿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細胞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(Rod)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40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錐</a:t>
            </a: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細胞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(Cone)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FDA628D-0F21-5A85-DA9B-6A680B76A147}"/>
              </a:ext>
            </a:extLst>
          </p:cNvPr>
          <p:cNvSpPr txBox="1"/>
          <p:nvPr/>
        </p:nvSpPr>
        <p:spPr>
          <a:xfrm>
            <a:off x="2382982" y="31680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視網膜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59DE1DD-09B9-76D6-43C0-FAFBF6866514}"/>
              </a:ext>
            </a:extLst>
          </p:cNvPr>
          <p:cNvSpPr txBox="1"/>
          <p:nvPr/>
        </p:nvSpPr>
        <p:spPr>
          <a:xfrm>
            <a:off x="2812472" y="209203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內網層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48CD42F-4DBA-A5C1-D64C-BD72FEAE9B83}"/>
              </a:ext>
            </a:extLst>
          </p:cNvPr>
          <p:cNvSpPr txBox="1"/>
          <p:nvPr/>
        </p:nvSpPr>
        <p:spPr>
          <a:xfrm>
            <a:off x="2817090" y="257694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外網層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5F2A1D2-7C10-546C-52E7-1747DBD36EA2}"/>
              </a:ext>
            </a:extLst>
          </p:cNvPr>
          <p:cNvSpPr txBox="1"/>
          <p:nvPr/>
        </p:nvSpPr>
        <p:spPr>
          <a:xfrm>
            <a:off x="3509818" y="477520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視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錐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細胞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B4D19E7-37C7-AC4B-060F-25D936193D39}"/>
              </a:ext>
            </a:extLst>
          </p:cNvPr>
          <p:cNvSpPr txBox="1"/>
          <p:nvPr/>
        </p:nvSpPr>
        <p:spPr>
          <a:xfrm>
            <a:off x="4114800" y="477981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視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桿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細胞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4E193C-45C1-2EE7-AB6B-7BB008100751}"/>
              </a:ext>
            </a:extLst>
          </p:cNvPr>
          <p:cNvSpPr txBox="1"/>
          <p:nvPr/>
        </p:nvSpPr>
        <p:spPr>
          <a:xfrm>
            <a:off x="7846290" y="166716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神經節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細胞層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DE628B4-DD11-7896-FE2C-4CBA8A7C3ED7}"/>
              </a:ext>
            </a:extLst>
          </p:cNvPr>
          <p:cNvSpPr txBox="1"/>
          <p:nvPr/>
        </p:nvSpPr>
        <p:spPr>
          <a:xfrm>
            <a:off x="7850909" y="2235201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雙極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細胞層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8B1A1A9-A12D-BAFE-BF7E-D17E080C6B33}"/>
              </a:ext>
            </a:extLst>
          </p:cNvPr>
          <p:cNvSpPr txBox="1"/>
          <p:nvPr/>
        </p:nvSpPr>
        <p:spPr>
          <a:xfrm>
            <a:off x="7874000" y="2904837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感光</a:t>
            </a:r>
            <a:endParaRPr lang="en-US" altLang="zh-TW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細胞層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E4BB865-9199-EBB4-D9F2-B30BD2D9CC61}"/>
              </a:ext>
            </a:extLst>
          </p:cNvPr>
          <p:cNvSpPr txBox="1"/>
          <p:nvPr/>
        </p:nvSpPr>
        <p:spPr>
          <a:xfrm>
            <a:off x="9531928" y="1246909"/>
            <a:ext cx="8002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光感受器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9FDE12E-718E-81FD-F39F-49FF35C5CABA}"/>
              </a:ext>
            </a:extLst>
          </p:cNvPr>
          <p:cNvSpPr txBox="1"/>
          <p:nvPr/>
        </p:nvSpPr>
        <p:spPr>
          <a:xfrm>
            <a:off x="9508837" y="1999672"/>
            <a:ext cx="60785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標楷體" panose="03000509000000000000" pitchFamily="65" charset="-120"/>
                <a:ea typeface="標楷體" panose="03000509000000000000" pitchFamily="65" charset="-120"/>
              </a:rPr>
              <a:t>內膜盤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C47FB9A-3A78-E754-4CC3-770A2194B39A}"/>
              </a:ext>
            </a:extLst>
          </p:cNvPr>
          <p:cNvSpPr txBox="1"/>
          <p:nvPr/>
        </p:nvSpPr>
        <p:spPr>
          <a:xfrm>
            <a:off x="10857346" y="2036617"/>
            <a:ext cx="5437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外段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5116E14-5198-2B8B-DFFB-DD38932859E8}"/>
              </a:ext>
            </a:extLst>
          </p:cNvPr>
          <p:cNvSpPr txBox="1"/>
          <p:nvPr/>
        </p:nvSpPr>
        <p:spPr>
          <a:xfrm>
            <a:off x="10815783" y="4137890"/>
            <a:ext cx="5437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內段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E7D8111-62E4-51BD-E6C6-5C4820C443EB}"/>
              </a:ext>
            </a:extLst>
          </p:cNvPr>
          <p:cNvSpPr txBox="1"/>
          <p:nvPr/>
        </p:nvSpPr>
        <p:spPr>
          <a:xfrm>
            <a:off x="10848111" y="5546437"/>
            <a:ext cx="90281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突觸終末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ED622D2-4B45-42EA-9712-986D9A65C33B}"/>
              </a:ext>
            </a:extLst>
          </p:cNvPr>
          <p:cNvSpPr txBox="1"/>
          <p:nvPr/>
        </p:nvSpPr>
        <p:spPr>
          <a:xfrm>
            <a:off x="9531928" y="4128654"/>
            <a:ext cx="49244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胞體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0D1C3C2-ADC1-E09F-1120-224C24844ADD}"/>
              </a:ext>
            </a:extLst>
          </p:cNvPr>
          <p:cNvSpPr txBox="1"/>
          <p:nvPr/>
        </p:nvSpPr>
        <p:spPr>
          <a:xfrm>
            <a:off x="8825345" y="6063672"/>
            <a:ext cx="100540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視</a:t>
            </a:r>
            <a:r>
              <a:rPr lang="zh-TW" altLang="en-US" sz="1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桿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細胞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D0335C1-DC09-20A6-1387-B328E3944BED}"/>
              </a:ext>
            </a:extLst>
          </p:cNvPr>
          <p:cNvSpPr txBox="1"/>
          <p:nvPr/>
        </p:nvSpPr>
        <p:spPr>
          <a:xfrm>
            <a:off x="9910618" y="6086762"/>
            <a:ext cx="100540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視</a:t>
            </a:r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錐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細胞</a:t>
            </a:r>
          </a:p>
        </p:txBody>
      </p:sp>
    </p:spTree>
    <p:extLst>
      <p:ext uri="{BB962C8B-B14F-4D97-AF65-F5344CB8AC3E}">
        <p14:creationId xmlns:p14="http://schemas.microsoft.com/office/powerpoint/2010/main" val="3740692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99" y="1313788"/>
            <a:ext cx="11184904" cy="502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C0C90A-6DD9-94C1-FBAD-81C976BC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1F83F48-F493-C634-16EC-4D60731208E7}"/>
              </a:ext>
            </a:extLst>
          </p:cNvPr>
          <p:cNvSpPr txBox="1"/>
          <p:nvPr/>
        </p:nvSpPr>
        <p:spPr>
          <a:xfrm>
            <a:off x="8775680" y="2534487"/>
            <a:ext cx="341632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錐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細胞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(Cone):</a:t>
            </a:r>
          </a:p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在亮光下工作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負責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顏色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zh-TW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細節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辨識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桿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細胞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(Rod):</a:t>
            </a:r>
          </a:p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在昏暗工作</a:t>
            </a:r>
            <a:endParaRPr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負責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光強</a:t>
            </a:r>
            <a:r>
              <a:rPr lang="en-US" altLang="zh-TW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區塊</a:t>
            </a:r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辨識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E76BD9-85DD-10D6-6F87-AD7F7FA9140C}"/>
              </a:ext>
            </a:extLst>
          </p:cNvPr>
          <p:cNvSpPr/>
          <p:nvPr/>
        </p:nvSpPr>
        <p:spPr>
          <a:xfrm>
            <a:off x="3617070" y="1578353"/>
            <a:ext cx="673219" cy="3936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ABCF011-47AC-0C55-DCCF-59B2D6817EFA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細胞分布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ACAF079-9E46-5CBF-8354-EBC73D6F3FBF}"/>
              </a:ext>
            </a:extLst>
          </p:cNvPr>
          <p:cNvSpPr txBox="1"/>
          <p:nvPr/>
        </p:nvSpPr>
        <p:spPr>
          <a:xfrm>
            <a:off x="4673600" y="16902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錐細胞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FDC429B-ACC1-F018-B99A-4DF58F64D533}"/>
              </a:ext>
            </a:extLst>
          </p:cNvPr>
          <p:cNvSpPr txBox="1"/>
          <p:nvPr/>
        </p:nvSpPr>
        <p:spPr>
          <a:xfrm>
            <a:off x="2064327" y="235989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桿細胞</a:t>
            </a:r>
          </a:p>
        </p:txBody>
      </p:sp>
    </p:spTree>
    <p:extLst>
      <p:ext uri="{BB962C8B-B14F-4D97-AF65-F5344CB8AC3E}">
        <p14:creationId xmlns:p14="http://schemas.microsoft.com/office/powerpoint/2010/main" val="3289930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926CFE5-449E-6441-3679-D0C77736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2050" name="Picture 2" descr="耍廢的極致喵星人這樣下樓梯... - 生活- 自由時報電子報">
            <a:extLst>
              <a:ext uri="{FF2B5EF4-FFF2-40B4-BE49-F238E27FC236}">
                <a16:creationId xmlns:a16="http://schemas.microsoft.com/office/drawing/2014/main" id="{6A1269A8-8433-8858-311F-7E260A973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40" y="1296565"/>
            <a:ext cx="2987842" cy="49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9FB71AA-BCDF-D4B9-3F75-B48E65AB23B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細胞分布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71F67FB-6732-0F5D-61F7-CCB3D4269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67" t="12563" r="11898" b="46083"/>
          <a:stretch>
            <a:fillRect/>
          </a:stretch>
        </p:blipFill>
        <p:spPr>
          <a:xfrm>
            <a:off x="4384454" y="1429885"/>
            <a:ext cx="7331192" cy="3647976"/>
          </a:xfrm>
          <a:prstGeom prst="rect">
            <a:avLst/>
          </a:prstGeom>
        </p:spPr>
      </p:pic>
      <p:sp>
        <p:nvSpPr>
          <p:cNvPr id="5" name="左大括弧 4">
            <a:extLst>
              <a:ext uri="{FF2B5EF4-FFF2-40B4-BE49-F238E27FC236}">
                <a16:creationId xmlns:a16="http://schemas.microsoft.com/office/drawing/2014/main" id="{ADA73AC3-E18A-CBAD-388B-C82F66B5CDE2}"/>
              </a:ext>
            </a:extLst>
          </p:cNvPr>
          <p:cNvSpPr/>
          <p:nvPr/>
        </p:nvSpPr>
        <p:spPr>
          <a:xfrm rot="16200000">
            <a:off x="7825511" y="3193473"/>
            <a:ext cx="471054" cy="393930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6636AF6-50B7-61E3-6AA9-B6FEC8C05DB8}"/>
              </a:ext>
            </a:extLst>
          </p:cNvPr>
          <p:cNvSpPr txBox="1"/>
          <p:nvPr/>
        </p:nvSpPr>
        <p:spPr>
          <a:xfrm>
            <a:off x="7176654" y="5467928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中間都是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錐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細胞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F90A095-D7F5-5D23-D435-08990AE24092}"/>
              </a:ext>
            </a:extLst>
          </p:cNvPr>
          <p:cNvSpPr txBox="1"/>
          <p:nvPr/>
        </p:nvSpPr>
        <p:spPr>
          <a:xfrm>
            <a:off x="6045200" y="5943601"/>
            <a:ext cx="46730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所以視覺聚焦看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細節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都是眼睛要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看過去</a:t>
            </a:r>
          </a:p>
        </p:txBody>
      </p:sp>
    </p:spTree>
    <p:extLst>
      <p:ext uri="{BB962C8B-B14F-4D97-AF65-F5344CB8AC3E}">
        <p14:creationId xmlns:p14="http://schemas.microsoft.com/office/powerpoint/2010/main" val="96825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9B552EC-B70E-E019-C8EE-78C6E5F9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DBCDC82-3923-B616-2EF7-2F852438A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62" y="113837"/>
            <a:ext cx="8964276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7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50" y="1814061"/>
            <a:ext cx="11693858" cy="2523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70D29D3-B27B-0034-7120-CD7B1DF4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E0BB18E-F879-EA67-F7C2-92DAD2C024AC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眼睛中的細胞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910DE3E-C27D-C6FC-B74A-604D476ABE1F}"/>
                  </a:ext>
                </a:extLst>
              </p:cNvPr>
              <p:cNvSpPr txBox="1"/>
              <p:nvPr/>
            </p:nvSpPr>
            <p:spPr>
              <a:xfrm>
                <a:off x="4608215" y="4891773"/>
                <a:ext cx="1735539" cy="910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8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TW" sz="2800" b="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i="0" dirty="0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den>
                      </m:f>
                      <m:r>
                        <a:rPr lang="en-US" altLang="zh-TW" sz="2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altLang="zh-TW" sz="2800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910DE3E-C27D-C6FC-B74A-604D476AB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215" y="4891773"/>
                <a:ext cx="1735539" cy="910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783F5539-FFC5-3D27-6FBA-691B94029CE4}"/>
              </a:ext>
            </a:extLst>
          </p:cNvPr>
          <p:cNvSpPr txBox="1"/>
          <p:nvPr/>
        </p:nvSpPr>
        <p:spPr>
          <a:xfrm>
            <a:off x="7052650" y="5183294"/>
            <a:ext cx="19319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 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2.25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mm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65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A3BCC33-7716-C4E1-C27A-908D36A9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2C947C-D1C1-F56D-90D1-27D72FE1E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963" y="1375294"/>
            <a:ext cx="9176292" cy="500149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B89A71B-83F0-451F-697D-E36A7355D590}"/>
              </a:ext>
            </a:extLst>
          </p:cNvPr>
          <p:cNvSpPr txBox="1"/>
          <p:nvPr/>
        </p:nvSpPr>
        <p:spPr>
          <a:xfrm>
            <a:off x="1939635" y="438789"/>
            <a:ext cx="84512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hlinkClick r:id="rId3"/>
              </a:rPr>
              <a:t>https://www.youtube.com/watch?v=0HIYbNPCVts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02317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4165"/>
          <a:stretch/>
        </p:blipFill>
        <p:spPr bwMode="auto">
          <a:xfrm>
            <a:off x="434135" y="1489848"/>
            <a:ext cx="4471960" cy="4980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CAB1E7F-4DE2-F8F1-5095-2CC37C50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39D205F-71B3-03DF-377C-BCB0763612D4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人眼的視覺假象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(1/2)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3F71C6A-B984-5794-FC31-666899623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50"/>
          <a:stretch/>
        </p:blipFill>
        <p:spPr bwMode="auto">
          <a:xfrm>
            <a:off x="5406733" y="1456816"/>
            <a:ext cx="6491949" cy="2198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2C77829-7931-9A81-21F9-05A91DD50B6D}"/>
              </a:ext>
            </a:extLst>
          </p:cNvPr>
          <p:cNvSpPr txBox="1"/>
          <p:nvPr/>
        </p:nvSpPr>
        <p:spPr>
          <a:xfrm>
            <a:off x="508000" y="1433247"/>
            <a:ext cx="730116" cy="1554486"/>
          </a:xfrm>
          <a:prstGeom prst="rect">
            <a:avLst/>
          </a:prstGeom>
          <a:solidFill>
            <a:srgbClr val="515153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33A1240-B323-C880-25AD-C3C0948DC50B}"/>
              </a:ext>
            </a:extLst>
          </p:cNvPr>
          <p:cNvSpPr txBox="1"/>
          <p:nvPr/>
        </p:nvSpPr>
        <p:spPr>
          <a:xfrm>
            <a:off x="1219777" y="1433247"/>
            <a:ext cx="794144" cy="1554486"/>
          </a:xfrm>
          <a:prstGeom prst="rect">
            <a:avLst/>
          </a:prstGeom>
          <a:solidFill>
            <a:srgbClr val="6A6B6D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2CD37C-61A6-99AF-5249-CA37A890FB50}"/>
              </a:ext>
            </a:extLst>
          </p:cNvPr>
          <p:cNvSpPr txBox="1"/>
          <p:nvPr/>
        </p:nvSpPr>
        <p:spPr>
          <a:xfrm>
            <a:off x="1938914" y="1433247"/>
            <a:ext cx="836688" cy="1554486"/>
          </a:xfrm>
          <a:prstGeom prst="rect">
            <a:avLst/>
          </a:prstGeom>
          <a:solidFill>
            <a:srgbClr val="818284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95B651B-48EC-47F4-983D-CC437A2CF811}"/>
              </a:ext>
            </a:extLst>
          </p:cNvPr>
          <p:cNvSpPr txBox="1"/>
          <p:nvPr/>
        </p:nvSpPr>
        <p:spPr>
          <a:xfrm>
            <a:off x="2643764" y="1433247"/>
            <a:ext cx="822508" cy="1554486"/>
          </a:xfrm>
          <a:prstGeom prst="rect">
            <a:avLst/>
          </a:prstGeom>
          <a:solidFill>
            <a:srgbClr val="98999D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B606A42-C6D0-9BFF-865F-C6F319ABF065}"/>
              </a:ext>
            </a:extLst>
          </p:cNvPr>
          <p:cNvSpPr txBox="1"/>
          <p:nvPr/>
        </p:nvSpPr>
        <p:spPr>
          <a:xfrm>
            <a:off x="3358139" y="1433247"/>
            <a:ext cx="827234" cy="1554486"/>
          </a:xfrm>
          <a:prstGeom prst="rect">
            <a:avLst/>
          </a:prstGeom>
          <a:solidFill>
            <a:srgbClr val="B0B1B5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EDA5CC8-757B-EF6B-99D1-56CA2012C226}"/>
              </a:ext>
            </a:extLst>
          </p:cNvPr>
          <p:cNvSpPr txBox="1"/>
          <p:nvPr/>
        </p:nvSpPr>
        <p:spPr>
          <a:xfrm>
            <a:off x="4067752" y="1433247"/>
            <a:ext cx="738852" cy="1554486"/>
          </a:xfrm>
          <a:prstGeom prst="rect">
            <a:avLst/>
          </a:prstGeom>
          <a:solidFill>
            <a:srgbClr val="C9CACC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71937A2-B5E1-D57D-A77C-F27DC27B1894}"/>
              </a:ext>
            </a:extLst>
          </p:cNvPr>
          <p:cNvSpPr txBox="1"/>
          <p:nvPr/>
        </p:nvSpPr>
        <p:spPr>
          <a:xfrm>
            <a:off x="6202221" y="2183701"/>
            <a:ext cx="752762" cy="723444"/>
          </a:xfrm>
          <a:prstGeom prst="rect">
            <a:avLst/>
          </a:prstGeom>
          <a:solidFill>
            <a:srgbClr val="BEBFC3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6FF5D28-8E76-6DB0-8EDD-CBE3433278E6}"/>
              </a:ext>
            </a:extLst>
          </p:cNvPr>
          <p:cNvSpPr txBox="1"/>
          <p:nvPr/>
        </p:nvSpPr>
        <p:spPr>
          <a:xfrm>
            <a:off x="6410035" y="18287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187CC8D-D31E-6C1E-ABEB-1C2EE572C31A}"/>
              </a:ext>
            </a:extLst>
          </p:cNvPr>
          <p:cNvSpPr txBox="1"/>
          <p:nvPr/>
        </p:nvSpPr>
        <p:spPr>
          <a:xfrm>
            <a:off x="8520544" y="18518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AF89E38-6BFD-CC77-47B9-B49859614282}"/>
              </a:ext>
            </a:extLst>
          </p:cNvPr>
          <p:cNvSpPr txBox="1"/>
          <p:nvPr/>
        </p:nvSpPr>
        <p:spPr>
          <a:xfrm>
            <a:off x="10631053" y="18657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C70EC55-A19A-3514-88EE-4F2891A85D97}"/>
              </a:ext>
            </a:extLst>
          </p:cNvPr>
          <p:cNvSpPr txBox="1"/>
          <p:nvPr/>
        </p:nvSpPr>
        <p:spPr>
          <a:xfrm>
            <a:off x="8529780" y="369916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4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546DB5-3CE1-A82C-0FCD-C9D837879B30}"/>
              </a:ext>
            </a:extLst>
          </p:cNvPr>
          <p:cNvSpPr txBox="1"/>
          <p:nvPr/>
        </p:nvSpPr>
        <p:spPr>
          <a:xfrm>
            <a:off x="5560291" y="4987636"/>
            <a:ext cx="2089033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lphaUcParenBoth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1234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都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lphaUcParenBoth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34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</a:t>
            </a:r>
          </a:p>
          <a:p>
            <a:pPr marL="342900" indent="-342900">
              <a:lnSpc>
                <a:spcPct val="150000"/>
              </a:lnSpc>
              <a:buAutoNum type="alphaUcParenBoth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1234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都一樣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C5B51C3-5831-76FF-F46A-BFA0F784B3BF}"/>
              </a:ext>
            </a:extLst>
          </p:cNvPr>
          <p:cNvSpPr txBox="1"/>
          <p:nvPr/>
        </p:nvSpPr>
        <p:spPr>
          <a:xfrm>
            <a:off x="8321966" y="2183701"/>
            <a:ext cx="752762" cy="723444"/>
          </a:xfrm>
          <a:prstGeom prst="rect">
            <a:avLst/>
          </a:prstGeom>
          <a:solidFill>
            <a:srgbClr val="BEBFC3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428249F-9D10-B97C-E2A7-C2E8DD405FB4}"/>
              </a:ext>
            </a:extLst>
          </p:cNvPr>
          <p:cNvSpPr txBox="1"/>
          <p:nvPr/>
        </p:nvSpPr>
        <p:spPr>
          <a:xfrm>
            <a:off x="10450948" y="2183701"/>
            <a:ext cx="752762" cy="723444"/>
          </a:xfrm>
          <a:prstGeom prst="rect">
            <a:avLst/>
          </a:prstGeom>
          <a:solidFill>
            <a:srgbClr val="BEBFC3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660E9AC-FF71-0DBE-C2CB-EA51E172FBA3}"/>
              </a:ext>
            </a:extLst>
          </p:cNvPr>
          <p:cNvSpPr txBox="1"/>
          <p:nvPr/>
        </p:nvSpPr>
        <p:spPr>
          <a:xfrm>
            <a:off x="8340439" y="4056374"/>
            <a:ext cx="752762" cy="723444"/>
          </a:xfrm>
          <a:prstGeom prst="rect">
            <a:avLst/>
          </a:prstGeom>
          <a:solidFill>
            <a:srgbClr val="BEBFC3"/>
          </a:solidFill>
        </p:spPr>
        <p:txBody>
          <a:bodyPr wrap="square" rtlCol="0">
            <a:spAutoFit/>
          </a:bodyPr>
          <a:lstStyle/>
          <a:p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130737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43"/>
          <a:stretch/>
        </p:blipFill>
        <p:spPr bwMode="auto">
          <a:xfrm>
            <a:off x="3299270" y="1056444"/>
            <a:ext cx="5593460" cy="5540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D9DC45A-163D-F5A2-3981-11F3128D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F91BDE7-D0E2-70C5-6471-E51E995D4130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人眼的視覺假象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(2/2)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B7EB7BCC-BB81-9F78-3841-AB9ACFA23F71}"/>
              </a:ext>
            </a:extLst>
          </p:cNvPr>
          <p:cNvCxnSpPr>
            <a:cxnSpLocks/>
          </p:cNvCxnSpPr>
          <p:nvPr/>
        </p:nvCxnSpPr>
        <p:spPr>
          <a:xfrm>
            <a:off x="955169" y="5637558"/>
            <a:ext cx="15168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1C14F45-59DF-F8D1-DAF0-F1BB64AC1C35}"/>
              </a:ext>
            </a:extLst>
          </p:cNvPr>
          <p:cNvCxnSpPr>
            <a:cxnSpLocks/>
          </p:cNvCxnSpPr>
          <p:nvPr/>
        </p:nvCxnSpPr>
        <p:spPr>
          <a:xfrm flipV="1">
            <a:off x="9439563" y="4341091"/>
            <a:ext cx="1625600" cy="1625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052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2.2 </a:t>
            </a:r>
            <a:r>
              <a:rPr lang="zh-TW" altLang="en-US" dirty="0"/>
              <a:t>影像的感應與擷取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86" r="27793" b="69479"/>
          <a:stretch/>
        </p:blipFill>
        <p:spPr bwMode="auto">
          <a:xfrm>
            <a:off x="410364" y="2221908"/>
            <a:ext cx="5789807" cy="2768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EC08952-974B-0968-A4E2-F5B14E55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9CA6442-E6FB-5579-B707-10D978273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963" t="42317" r="14601"/>
          <a:stretch/>
        </p:blipFill>
        <p:spPr bwMode="auto">
          <a:xfrm>
            <a:off x="7394116" y="1719325"/>
            <a:ext cx="3018847" cy="2970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FD237A3-3BE1-6D45-753A-B1050E51C9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86" t="31590" b="60374"/>
          <a:stretch/>
        </p:blipFill>
        <p:spPr bwMode="auto">
          <a:xfrm>
            <a:off x="6200171" y="5663154"/>
            <a:ext cx="5406736" cy="448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99193A6-E5CA-E003-6D2A-A47D36800A55}"/>
              </a:ext>
            </a:extLst>
          </p:cNvPr>
          <p:cNvSpPr txBox="1"/>
          <p:nvPr/>
        </p:nvSpPr>
        <p:spPr>
          <a:xfrm>
            <a:off x="8116686" y="5293822"/>
            <a:ext cx="17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線影像感測器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9EEADEA-B19C-ED1E-DC89-C499A5AFB87B}"/>
              </a:ext>
            </a:extLst>
          </p:cNvPr>
          <p:cNvSpPr txBox="1"/>
          <p:nvPr/>
        </p:nvSpPr>
        <p:spPr>
          <a:xfrm>
            <a:off x="8052778" y="1412532"/>
            <a:ext cx="1701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面影像感測器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328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8F50BDC-DF31-0128-E0D6-BCFA2530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F00A6A-89F5-B5E7-14B4-7F09D872C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7"/>
          <a:stretch/>
        </p:blipFill>
        <p:spPr>
          <a:xfrm>
            <a:off x="3219663" y="1085840"/>
            <a:ext cx="5267481" cy="513404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D96FC8F-C30D-7EE6-96D3-779BD01E03E4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面影像感測器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0A21CD3-F11B-210C-781B-1860B5D1C9CB}"/>
              </a:ext>
            </a:extLst>
          </p:cNvPr>
          <p:cNvSpPr txBox="1"/>
          <p:nvPr/>
        </p:nvSpPr>
        <p:spPr>
          <a:xfrm>
            <a:off x="341745" y="1537916"/>
            <a:ext cx="3075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數位相機的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CMOS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031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3E09628-B5A6-2649-4B09-E67C0027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22F2E96-CC92-4B89-71A3-08BEC51A2BDD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線影像感測器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8CF1318-D1B0-9A0D-4F35-25860AA43BE1}"/>
              </a:ext>
            </a:extLst>
          </p:cNvPr>
          <p:cNvSpPr txBox="1"/>
          <p:nvPr/>
        </p:nvSpPr>
        <p:spPr>
          <a:xfrm>
            <a:off x="475861" y="1129985"/>
            <a:ext cx="351891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刷載具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無人機空中成像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核磁共振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MRI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PET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100" name="Picture 4" descr="刷會員、載具、付款一氣呵成LINE Pay更新重點搶先看- SOGI 手機王">
            <a:extLst>
              <a:ext uri="{FF2B5EF4-FFF2-40B4-BE49-F238E27FC236}">
                <a16:creationId xmlns:a16="http://schemas.microsoft.com/office/drawing/2014/main" id="{62164D2E-41FB-8BA9-B8E8-9C355802E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28" y="3241964"/>
            <a:ext cx="4036291" cy="302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584" y="1651694"/>
            <a:ext cx="7631668" cy="4154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376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70D64BF-8CB4-1241-B059-D9F4B277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50AAB20-B235-ACD4-86DD-E0558DE02A54}"/>
              </a:ext>
            </a:extLst>
          </p:cNvPr>
          <p:cNvSpPr txBox="1"/>
          <p:nvPr/>
        </p:nvSpPr>
        <p:spPr>
          <a:xfrm>
            <a:off x="3256985" y="127294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2"/>
              </a:rPr>
              <a:t>https://www.youtube.com/watch?v=dNVtMmLlnoE&amp;t=33s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E81258-A319-5BCA-B3B8-023790F623D4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Rolling Shutter Effect 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149BBBC-7168-92CB-84BD-9B60E5D32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307" y="2383981"/>
            <a:ext cx="6640551" cy="339953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84FA28-1D7D-C13D-2BCB-8E53AE9261A7}"/>
              </a:ext>
            </a:extLst>
          </p:cNvPr>
          <p:cNvSpPr txBox="1"/>
          <p:nvPr/>
        </p:nvSpPr>
        <p:spPr>
          <a:xfrm>
            <a:off x="443346" y="2221406"/>
            <a:ext cx="3916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面影像感測器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de-DE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Area sensor)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也會有</a:t>
            </a:r>
          </a:p>
        </p:txBody>
      </p:sp>
    </p:spTree>
    <p:extLst>
      <p:ext uri="{BB962C8B-B14F-4D97-AF65-F5344CB8AC3E}">
        <p14:creationId xmlns:p14="http://schemas.microsoft.com/office/powerpoint/2010/main" val="400064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77" y="1538730"/>
            <a:ext cx="6947784" cy="4599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950D997-01B9-3BD5-C3DF-923AEEC0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A49B312-934E-8DBD-70A6-79CA975751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4" r="34393"/>
          <a:stretch/>
        </p:blipFill>
        <p:spPr bwMode="auto">
          <a:xfrm>
            <a:off x="8193828" y="1873526"/>
            <a:ext cx="3159972" cy="3596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F730D61-4028-8076-BF07-3121ED6A891A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2D</a:t>
            </a:r>
            <a:r>
              <a:rPr lang="zh-TW" altLang="en-US" dirty="0"/>
              <a:t>影像形成模型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D2D1FA-E321-0663-B660-94681823C8E6}"/>
              </a:ext>
            </a:extLst>
          </p:cNvPr>
          <p:cNvSpPr/>
          <p:nvPr/>
        </p:nvSpPr>
        <p:spPr>
          <a:xfrm>
            <a:off x="8130011" y="2906162"/>
            <a:ext cx="3223789" cy="522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AD43A3E-F8D7-D48A-6904-1D62D358B3E6}"/>
              </a:ext>
            </a:extLst>
          </p:cNvPr>
          <p:cNvSpPr txBox="1"/>
          <p:nvPr/>
        </p:nvSpPr>
        <p:spPr>
          <a:xfrm>
            <a:off x="7813965" y="2478343"/>
            <a:ext cx="4036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亮度值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de-DE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intensity)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照明量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×</a:t>
            </a:r>
            <a:r>
              <a:rPr lang="zh-TW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反射量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4E3C1F2-17C7-1B5B-8E88-4220BD5FE3FC}"/>
              </a:ext>
            </a:extLst>
          </p:cNvPr>
          <p:cNvSpPr txBox="1"/>
          <p:nvPr/>
        </p:nvSpPr>
        <p:spPr>
          <a:xfrm>
            <a:off x="9033164" y="3606861"/>
            <a:ext cx="1403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TW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illumination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F057DB9-2837-CE28-081A-C3D8FBECA759}"/>
              </a:ext>
            </a:extLst>
          </p:cNvPr>
          <p:cNvSpPr txBox="1"/>
          <p:nvPr/>
        </p:nvSpPr>
        <p:spPr>
          <a:xfrm>
            <a:off x="9180946" y="4585916"/>
            <a:ext cx="1228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reflectance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DF670BB-5FA3-A15C-ABAA-437608B5A06F}"/>
              </a:ext>
            </a:extLst>
          </p:cNvPr>
          <p:cNvSpPr txBox="1"/>
          <p:nvPr/>
        </p:nvSpPr>
        <p:spPr>
          <a:xfrm>
            <a:off x="10002982" y="16256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“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理論上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601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2.3 </a:t>
            </a:r>
            <a:r>
              <a:rPr lang="zh-TW" altLang="en-US" dirty="0"/>
              <a:t>影像的取樣和量化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20"/>
          <a:stretch/>
        </p:blipFill>
        <p:spPr bwMode="auto">
          <a:xfrm>
            <a:off x="498284" y="1342445"/>
            <a:ext cx="5771052" cy="5078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F33D942-8D47-DD60-FD7C-45E648BF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609B89B-7AB3-56CC-2297-B2B0DB129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371"/>
          <a:stretch/>
        </p:blipFill>
        <p:spPr bwMode="auto">
          <a:xfrm>
            <a:off x="6615403" y="2240724"/>
            <a:ext cx="4911735" cy="2824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DB34EE3-8D00-0B82-3411-9620536A427B}"/>
              </a:ext>
            </a:extLst>
          </p:cNvPr>
          <p:cNvSpPr txBox="1"/>
          <p:nvPr/>
        </p:nvSpPr>
        <p:spPr>
          <a:xfrm>
            <a:off x="7333861" y="18713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量化前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ABFADA-408C-1428-080A-034374A913D1}"/>
              </a:ext>
            </a:extLst>
          </p:cNvPr>
          <p:cNvSpPr txBox="1"/>
          <p:nvPr/>
        </p:nvSpPr>
        <p:spPr>
          <a:xfrm>
            <a:off x="9753599" y="18713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量化後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321D7EA-12C9-F115-AF40-89EC4C664CDC}"/>
                  </a:ext>
                </a:extLst>
              </p:cNvPr>
              <p:cNvSpPr txBox="1"/>
              <p:nvPr/>
            </p:nvSpPr>
            <p:spPr>
              <a:xfrm>
                <a:off x="7296727" y="5491079"/>
                <a:ext cx="3592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de-DE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8-bit 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影像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): </a:t>
                </a:r>
                <a:r>
                  <a:rPr lang="de-DE" altLang="zh-TW" dirty="0"/>
                  <a:t> </a:t>
                </a:r>
                <a14:m>
                  <m:oMath xmlns:m="http://schemas.openxmlformats.org/officeDocument/2006/math">
                    <m:r>
                      <a:rPr lang="de-DE" altLang="zh-TW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de-DE" altLang="zh-TW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DE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altLang="zh-TW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altLang="zh-TW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de-DE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de-DE" altLang="zh-TW" i="1" smtClean="0">
                        <a:latin typeface="Cambria Math" panose="02040503050406030204" pitchFamily="18" charset="0"/>
                      </a:rPr>
                      <m:t>255</m:t>
                    </m:r>
                  </m:oMath>
                </a14:m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321D7EA-12C9-F115-AF40-89EC4C664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727" y="5491079"/>
                <a:ext cx="3592945" cy="369332"/>
              </a:xfrm>
              <a:prstGeom prst="rect">
                <a:avLst/>
              </a:prstGeom>
              <a:blipFill>
                <a:blip r:embed="rId4"/>
                <a:stretch>
                  <a:fillRect l="-1528" t="-11667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161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41"/>
          <a:stretch/>
        </p:blipFill>
        <p:spPr bwMode="auto">
          <a:xfrm>
            <a:off x="6778984" y="970884"/>
            <a:ext cx="5162836" cy="5527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967BBDD-4B87-CAA6-74EC-15CCB224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56DC6A0-2E14-2330-8762-7D7EADD33F5C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數位影像表達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3AE56E0-FF89-A018-713A-4CEB593BB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8" r="13983" b="56809"/>
          <a:stretch>
            <a:fillRect/>
          </a:stretch>
        </p:blipFill>
        <p:spPr bwMode="auto">
          <a:xfrm>
            <a:off x="198095" y="4751555"/>
            <a:ext cx="5306778" cy="144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BD44819-3C2B-87E4-BDCF-706E454BB4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0241"/>
          <a:stretch/>
        </p:blipFill>
        <p:spPr bwMode="auto">
          <a:xfrm>
            <a:off x="538601" y="1314981"/>
            <a:ext cx="5023849" cy="3292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B3D675D-CDAD-06F0-125E-4DF16EBE82C0}"/>
              </a:ext>
            </a:extLst>
          </p:cNvPr>
          <p:cNvSpPr txBox="1"/>
          <p:nvPr/>
        </p:nvSpPr>
        <p:spPr>
          <a:xfrm>
            <a:off x="0" y="6276171"/>
            <a:ext cx="3454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CRT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映像管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陰極射線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原理</a:t>
            </a:r>
            <a:endParaRPr lang="en-US" altLang="zh-TW" sz="1600" dirty="0">
              <a:solidFill>
                <a:srgbClr val="467886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zh-TW" altLang="en-US" sz="1100" dirty="0">
                <a:solidFill>
                  <a:srgbClr val="46788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https://www.youtube.com/watch?v=8ykNPRkmmbQ</a:t>
            </a:r>
            <a:endParaRPr lang="zh-TW" altLang="en-US" sz="1100" dirty="0"/>
          </a:p>
        </p:txBody>
      </p:sp>
      <p:pic>
        <p:nvPicPr>
          <p:cNvPr id="5122" name="Picture 2" descr="2020年了，液晶LCD显示器仍然打不过CRT吗？ - Charlie的学习与生活">
            <a:extLst>
              <a:ext uri="{FF2B5EF4-FFF2-40B4-BE49-F238E27FC236}">
                <a16:creationId xmlns:a16="http://schemas.microsoft.com/office/drawing/2014/main" id="{A3385B53-0BF3-B392-FA3B-7764E3C3B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394" y="147782"/>
            <a:ext cx="1094392" cy="106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BDCA0AC8-9B69-7C7C-F506-F16C1D3AE571}"/>
              </a:ext>
            </a:extLst>
          </p:cNvPr>
          <p:cNvSpPr txBox="1"/>
          <p:nvPr/>
        </p:nvSpPr>
        <p:spPr>
          <a:xfrm>
            <a:off x="3842328" y="2253672"/>
            <a:ext cx="166904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floor: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向下取整數</a:t>
            </a:r>
          </a:p>
        </p:txBody>
      </p:sp>
    </p:spTree>
    <p:extLst>
      <p:ext uri="{BB962C8B-B14F-4D97-AF65-F5344CB8AC3E}">
        <p14:creationId xmlns:p14="http://schemas.microsoft.com/office/powerpoint/2010/main" val="2973850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DD777-6B5B-BEF8-81C7-A75B9E83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2E534A7-BDB1-F27A-4FB7-4E231B9A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EB54821-5EB3-ED40-9F13-EB9D81705E83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影像座標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27F76E1-8F53-A8C1-40F5-588C490D78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0241"/>
          <a:stretch/>
        </p:blipFill>
        <p:spPr bwMode="auto">
          <a:xfrm>
            <a:off x="427764" y="2330982"/>
            <a:ext cx="5194987" cy="34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3947B71-8789-64AB-99F6-5C74D60C3E9C}"/>
              </a:ext>
            </a:extLst>
          </p:cNvPr>
          <p:cNvCxnSpPr>
            <a:cxnSpLocks/>
          </p:cNvCxnSpPr>
          <p:nvPr/>
        </p:nvCxnSpPr>
        <p:spPr>
          <a:xfrm>
            <a:off x="6096000" y="1330036"/>
            <a:ext cx="0" cy="489527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1DDC89E-B9B0-9B7F-203D-B4E7BFEA76AD}"/>
              </a:ext>
            </a:extLst>
          </p:cNvPr>
          <p:cNvSpPr txBox="1"/>
          <p:nvPr/>
        </p:nvSpPr>
        <p:spPr>
          <a:xfrm>
            <a:off x="1662546" y="142009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影像處理課本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2EF9E06-AF42-505D-0376-9CAB27406654}"/>
              </a:ext>
            </a:extLst>
          </p:cNvPr>
          <p:cNvSpPr txBox="1"/>
          <p:nvPr/>
        </p:nvSpPr>
        <p:spPr>
          <a:xfrm>
            <a:off x="7753927" y="1420090"/>
            <a:ext cx="2996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電腦視覺</a:t>
            </a:r>
            <a:r>
              <a:rPr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/OpenCV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1C09628-DFEA-F04F-B358-BFB4EC44640B}"/>
              </a:ext>
            </a:extLst>
          </p:cNvPr>
          <p:cNvCxnSpPr/>
          <p:nvPr/>
        </p:nvCxnSpPr>
        <p:spPr>
          <a:xfrm>
            <a:off x="7599907" y="3322995"/>
            <a:ext cx="29186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4B1B44B-3714-B683-4D6E-570C93BDDA20}"/>
              </a:ext>
            </a:extLst>
          </p:cNvPr>
          <p:cNvCxnSpPr>
            <a:cxnSpLocks/>
          </p:cNvCxnSpPr>
          <p:nvPr/>
        </p:nvCxnSpPr>
        <p:spPr>
          <a:xfrm>
            <a:off x="7580865" y="3332042"/>
            <a:ext cx="0" cy="2126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AAB5B3F-24C4-63F1-FDB2-6DE0E28EC41D}"/>
              </a:ext>
            </a:extLst>
          </p:cNvPr>
          <p:cNvSpPr txBox="1"/>
          <p:nvPr/>
        </p:nvSpPr>
        <p:spPr>
          <a:xfrm>
            <a:off x="10651335" y="2935450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8BCCBA5-BBE2-9FE2-EFBC-F86CE3FE7B2D}"/>
              </a:ext>
            </a:extLst>
          </p:cNvPr>
          <p:cNvSpPr txBox="1"/>
          <p:nvPr/>
        </p:nvSpPr>
        <p:spPr>
          <a:xfrm>
            <a:off x="7373235" y="5319145"/>
            <a:ext cx="31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D7CF761-4764-2C15-2D73-8D19CE619674}"/>
              </a:ext>
            </a:extLst>
          </p:cNvPr>
          <p:cNvCxnSpPr>
            <a:cxnSpLocks/>
          </p:cNvCxnSpPr>
          <p:nvPr/>
        </p:nvCxnSpPr>
        <p:spPr>
          <a:xfrm flipV="1">
            <a:off x="7590767" y="2844800"/>
            <a:ext cx="173621" cy="492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7C936EE-82CC-BE47-414C-DB177B53925F}"/>
              </a:ext>
            </a:extLst>
          </p:cNvPr>
          <p:cNvSpPr txBox="1"/>
          <p:nvPr/>
        </p:nvSpPr>
        <p:spPr>
          <a:xfrm>
            <a:off x="7682035" y="2243342"/>
            <a:ext cx="364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9EB75C1-FE93-EC16-9D26-5AB1E81EE345}"/>
              </a:ext>
            </a:extLst>
          </p:cNvPr>
          <p:cNvSpPr txBox="1"/>
          <p:nvPr/>
        </p:nvSpPr>
        <p:spPr>
          <a:xfrm>
            <a:off x="3629891" y="2549237"/>
            <a:ext cx="36740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2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08B481A-288C-9B43-84FC-3A7A4BBC6052}"/>
              </a:ext>
            </a:extLst>
          </p:cNvPr>
          <p:cNvSpPr txBox="1"/>
          <p:nvPr/>
        </p:nvSpPr>
        <p:spPr>
          <a:xfrm>
            <a:off x="817419" y="5555674"/>
            <a:ext cx="47567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B440CFB-ABC5-0E93-704A-7FE052629440}"/>
              </a:ext>
            </a:extLst>
          </p:cNvPr>
          <p:cNvSpPr txBox="1"/>
          <p:nvPr/>
        </p:nvSpPr>
        <p:spPr>
          <a:xfrm>
            <a:off x="3870036" y="6234545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如果考試的時候有標示不清楚 直接問沒關係</a:t>
            </a:r>
          </a:p>
        </p:txBody>
      </p:sp>
    </p:spTree>
    <p:extLst>
      <p:ext uri="{BB962C8B-B14F-4D97-AF65-F5344CB8AC3E}">
        <p14:creationId xmlns:p14="http://schemas.microsoft.com/office/powerpoint/2010/main" val="3960017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B424B9-ACDA-21CB-660A-2C15E2FB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20D6C8-DC86-BCD3-1ACE-6CE58B197B7A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影像索引</a:t>
            </a:r>
            <a:r>
              <a:rPr lang="en-US" altLang="zh-TW" dirty="0"/>
              <a:t>2D</a:t>
            </a:r>
            <a:endParaRPr lang="zh-TW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F25CC48-D6AE-CBBD-BF1C-6E3D53B64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178878"/>
              </p:ext>
            </p:extLst>
          </p:nvPr>
        </p:nvGraphicFramePr>
        <p:xfrm>
          <a:off x="1385453" y="1994282"/>
          <a:ext cx="2362200" cy="22935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7452467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197845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305398293"/>
                    </a:ext>
                  </a:extLst>
                </a:gridCol>
              </a:tblGrid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805343"/>
                  </a:ext>
                </a:extLst>
              </a:tr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09207"/>
                  </a:ext>
                </a:extLst>
              </a:tr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29260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B9C53D8-8501-226C-606E-FE900D542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812621"/>
              </p:ext>
            </p:extLst>
          </p:nvPr>
        </p:nvGraphicFramePr>
        <p:xfrm>
          <a:off x="4719784" y="2668537"/>
          <a:ext cx="7176654" cy="7858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7406">
                  <a:extLst>
                    <a:ext uri="{9D8B030D-6E8A-4147-A177-3AD203B41FA5}">
                      <a16:colId xmlns:a16="http://schemas.microsoft.com/office/drawing/2014/main" val="3768077425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3242101753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1534046857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423951680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3859008033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2780917634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2049983950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656800387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700928336"/>
                    </a:ext>
                  </a:extLst>
                </a:gridCol>
              </a:tblGrid>
              <a:tr h="7858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92954"/>
                  </a:ext>
                </a:extLst>
              </a:tr>
            </a:tbl>
          </a:graphicData>
        </a:graphic>
      </p:graphicFrame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2B35C39-81BE-BD19-35B2-DCCFCFE0A7B3}"/>
              </a:ext>
            </a:extLst>
          </p:cNvPr>
          <p:cNvCxnSpPr/>
          <p:nvPr/>
        </p:nvCxnSpPr>
        <p:spPr>
          <a:xfrm>
            <a:off x="1385454" y="1976582"/>
            <a:ext cx="29186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A54EE3A-1881-BE3F-FA56-BD1C18D894C5}"/>
              </a:ext>
            </a:extLst>
          </p:cNvPr>
          <p:cNvCxnSpPr>
            <a:cxnSpLocks/>
          </p:cNvCxnSpPr>
          <p:nvPr/>
        </p:nvCxnSpPr>
        <p:spPr>
          <a:xfrm>
            <a:off x="1394691" y="1995055"/>
            <a:ext cx="0" cy="2789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99A6899-8179-9DF8-59E5-87BDB104D4A3}"/>
              </a:ext>
            </a:extLst>
          </p:cNvPr>
          <p:cNvSpPr txBox="1"/>
          <p:nvPr/>
        </p:nvSpPr>
        <p:spPr>
          <a:xfrm>
            <a:off x="4267199" y="1570182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03FA5D7-05E2-C348-6B80-0DDF445FF9CF}"/>
              </a:ext>
            </a:extLst>
          </p:cNvPr>
          <p:cNvSpPr txBox="1"/>
          <p:nvPr/>
        </p:nvSpPr>
        <p:spPr>
          <a:xfrm>
            <a:off x="1177635" y="4604327"/>
            <a:ext cx="31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FD807B4-C2AF-C20A-0F60-9DD39708D0A4}"/>
              </a:ext>
            </a:extLst>
          </p:cNvPr>
          <p:cNvSpPr txBox="1"/>
          <p:nvPr/>
        </p:nvSpPr>
        <p:spPr>
          <a:xfrm>
            <a:off x="461819" y="307571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N=3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B5F1FAD-A279-D82F-F5AC-CD9BC6AE0400}"/>
              </a:ext>
            </a:extLst>
          </p:cNvPr>
          <p:cNvSpPr txBox="1"/>
          <p:nvPr/>
        </p:nvSpPr>
        <p:spPr>
          <a:xfrm>
            <a:off x="2295235" y="123767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M=3</a:t>
            </a:r>
            <a:endParaRPr lang="zh-TW" altLang="en-US" dirty="0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0F4D6821-11CD-F59E-0548-63CA0351F8B8}"/>
              </a:ext>
            </a:extLst>
          </p:cNvPr>
          <p:cNvCxnSpPr/>
          <p:nvPr/>
        </p:nvCxnSpPr>
        <p:spPr>
          <a:xfrm>
            <a:off x="2595418" y="4128655"/>
            <a:ext cx="193964" cy="9051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2752900-B843-E575-ABD3-EE16B18F0CFF}"/>
                  </a:ext>
                </a:extLst>
              </p:cNvPr>
              <p:cNvSpPr txBox="1"/>
              <p:nvPr/>
            </p:nvSpPr>
            <p:spPr>
              <a:xfrm>
                <a:off x="2775528" y="4978401"/>
                <a:ext cx="621105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索引值</a:t>
                </a:r>
                <a14:m>
                  <m:oMath xmlns:m="http://schemas.openxmlformats.org/officeDocument/2006/math">
                    <m:r>
                      <a:rPr lang="zh-TW" alt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TW" altLang="en-US" sz="32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zh-TW" altLang="en-US" sz="3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TW" altLang="en-US" sz="32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TW" altLang="en-US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TW" altLang="en-US" sz="32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32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TW" alt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7</a:t>
                </a:r>
                <a:endParaRPr lang="zh-TW" altLang="en-US" sz="3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2752900-B843-E575-ABD3-EE16B18F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528" y="4978401"/>
                <a:ext cx="6211059" cy="492443"/>
              </a:xfrm>
              <a:prstGeom prst="rect">
                <a:avLst/>
              </a:prstGeom>
              <a:blipFill>
                <a:blip r:embed="rId2"/>
                <a:stretch>
                  <a:fillRect l="-3925" t="-27500" r="-1865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F87EC6D6-B02F-18DF-0096-DA33818B56CB}"/>
              </a:ext>
            </a:extLst>
          </p:cNvPr>
          <p:cNvSpPr txBox="1"/>
          <p:nvPr/>
        </p:nvSpPr>
        <p:spPr>
          <a:xfrm>
            <a:off x="2817092" y="4470399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(1,2)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221E74EC-5CB0-2FAD-CC44-0F4C7DC14D02}"/>
              </a:ext>
            </a:extLst>
          </p:cNvPr>
          <p:cNvSpPr txBox="1"/>
          <p:nvPr/>
        </p:nvSpPr>
        <p:spPr>
          <a:xfrm>
            <a:off x="4959927" y="229061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6B90BA5-A100-47A1-FD1B-17FE30BEDA93}"/>
              </a:ext>
            </a:extLst>
          </p:cNvPr>
          <p:cNvSpPr txBox="1"/>
          <p:nvPr/>
        </p:nvSpPr>
        <p:spPr>
          <a:xfrm>
            <a:off x="10543309" y="22860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00F0854-B3D8-B220-1475-98D47E78F7B1}"/>
              </a:ext>
            </a:extLst>
          </p:cNvPr>
          <p:cNvSpPr/>
          <p:nvPr/>
        </p:nvSpPr>
        <p:spPr>
          <a:xfrm>
            <a:off x="4713402" y="2667785"/>
            <a:ext cx="2347274" cy="79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587166-4816-418D-8BBB-64893BECCF03}"/>
              </a:ext>
            </a:extLst>
          </p:cNvPr>
          <p:cNvSpPr/>
          <p:nvPr/>
        </p:nvSpPr>
        <p:spPr>
          <a:xfrm>
            <a:off x="7147089" y="2678783"/>
            <a:ext cx="2347274" cy="79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0C1E48FF-26F8-D2A1-C151-F77120E7D5DC}"/>
              </a:ext>
            </a:extLst>
          </p:cNvPr>
          <p:cNvSpPr/>
          <p:nvPr/>
        </p:nvSpPr>
        <p:spPr>
          <a:xfrm>
            <a:off x="230908" y="240144"/>
            <a:ext cx="461820" cy="461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483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B424B9-ACDA-21CB-660A-2C15E2FB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20D6C8-DC86-BCD3-1ACE-6CE58B197B7A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影像索引</a:t>
            </a:r>
            <a:r>
              <a:rPr lang="en-US" altLang="zh-TW" dirty="0"/>
              <a:t>2D</a:t>
            </a:r>
            <a:endParaRPr lang="zh-TW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F25CC48-D6AE-CBBD-BF1C-6E3D53B64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783808"/>
              </p:ext>
            </p:extLst>
          </p:nvPr>
        </p:nvGraphicFramePr>
        <p:xfrm>
          <a:off x="1080653" y="1837263"/>
          <a:ext cx="2362200" cy="22935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7452467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197845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305398293"/>
                    </a:ext>
                  </a:extLst>
                </a:gridCol>
              </a:tblGrid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805343"/>
                  </a:ext>
                </a:extLst>
              </a:tr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09207"/>
                  </a:ext>
                </a:extLst>
              </a:tr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292606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B9C53D8-8501-226C-606E-FE900D542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590925"/>
              </p:ext>
            </p:extLst>
          </p:nvPr>
        </p:nvGraphicFramePr>
        <p:xfrm>
          <a:off x="4692075" y="3195009"/>
          <a:ext cx="7176654" cy="7858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7406">
                  <a:extLst>
                    <a:ext uri="{9D8B030D-6E8A-4147-A177-3AD203B41FA5}">
                      <a16:colId xmlns:a16="http://schemas.microsoft.com/office/drawing/2014/main" val="3768077425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3242101753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1534046857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423951680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3859008033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2780917634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2049983950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656800387"/>
                    </a:ext>
                  </a:extLst>
                </a:gridCol>
                <a:gridCol w="797406">
                  <a:extLst>
                    <a:ext uri="{9D8B030D-6E8A-4147-A177-3AD203B41FA5}">
                      <a16:colId xmlns:a16="http://schemas.microsoft.com/office/drawing/2014/main" val="700928336"/>
                    </a:ext>
                  </a:extLst>
                </a:gridCol>
              </a:tblGrid>
              <a:tr h="7858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92954"/>
                  </a:ext>
                </a:extLst>
              </a:tr>
            </a:tbl>
          </a:graphicData>
        </a:graphic>
      </p:graphicFrame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2B35C39-81BE-BD19-35B2-DCCFCFE0A7B3}"/>
              </a:ext>
            </a:extLst>
          </p:cNvPr>
          <p:cNvCxnSpPr/>
          <p:nvPr/>
        </p:nvCxnSpPr>
        <p:spPr>
          <a:xfrm>
            <a:off x="1080654" y="1819563"/>
            <a:ext cx="29186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A54EE3A-1881-BE3F-FA56-BD1C18D894C5}"/>
              </a:ext>
            </a:extLst>
          </p:cNvPr>
          <p:cNvCxnSpPr>
            <a:cxnSpLocks/>
          </p:cNvCxnSpPr>
          <p:nvPr/>
        </p:nvCxnSpPr>
        <p:spPr>
          <a:xfrm>
            <a:off x="1089891" y="1838036"/>
            <a:ext cx="0" cy="2789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99A6899-8179-9DF8-59E5-87BDB104D4A3}"/>
              </a:ext>
            </a:extLst>
          </p:cNvPr>
          <p:cNvSpPr txBox="1"/>
          <p:nvPr/>
        </p:nvSpPr>
        <p:spPr>
          <a:xfrm>
            <a:off x="3962399" y="1413163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03FA5D7-05E2-C348-6B80-0DDF445FF9CF}"/>
              </a:ext>
            </a:extLst>
          </p:cNvPr>
          <p:cNvSpPr txBox="1"/>
          <p:nvPr/>
        </p:nvSpPr>
        <p:spPr>
          <a:xfrm>
            <a:off x="872835" y="4447308"/>
            <a:ext cx="31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FD807B4-C2AF-C20A-0F60-9DD39708D0A4}"/>
              </a:ext>
            </a:extLst>
          </p:cNvPr>
          <p:cNvSpPr txBox="1"/>
          <p:nvPr/>
        </p:nvSpPr>
        <p:spPr>
          <a:xfrm>
            <a:off x="157019" y="291869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N=3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B5F1FAD-A279-D82F-F5AC-CD9BC6AE0400}"/>
              </a:ext>
            </a:extLst>
          </p:cNvPr>
          <p:cNvSpPr txBox="1"/>
          <p:nvPr/>
        </p:nvSpPr>
        <p:spPr>
          <a:xfrm>
            <a:off x="1971962" y="1339272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M=3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2752900-B843-E575-ABD3-EE16B18F0CFF}"/>
                  </a:ext>
                </a:extLst>
              </p:cNvPr>
              <p:cNvSpPr txBox="1"/>
              <p:nvPr/>
            </p:nvSpPr>
            <p:spPr>
              <a:xfrm>
                <a:off x="5435600" y="1468583"/>
                <a:ext cx="5608587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已知索引值</a:t>
                </a:r>
                <a14:m>
                  <m:oMath xmlns:m="http://schemas.openxmlformats.org/officeDocument/2006/math">
                    <m:r>
                      <a:rPr lang="zh-TW" alt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TW" altLang="en-US" sz="2800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求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de-D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the index value </a:t>
                </a:r>
                <a14:m>
                  <m:oMath xmlns:m="http://schemas.openxmlformats.org/officeDocument/2006/math">
                    <m:r>
                      <a:rPr lang="zh-TW" altLang="de-DE" sz="28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de-D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find 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8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ar-AE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2752900-B843-E575-ABD3-EE16B18F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600" y="1468583"/>
                <a:ext cx="5608587" cy="861774"/>
              </a:xfrm>
              <a:prstGeom prst="rect">
                <a:avLst/>
              </a:prstGeom>
              <a:blipFill>
                <a:blip r:embed="rId2"/>
                <a:stretch>
                  <a:fillRect l="-3587" t="-12766" r="-2826" b="-241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221E74EC-5CB0-2FAD-CC44-0F4C7DC14D02}"/>
              </a:ext>
            </a:extLst>
          </p:cNvPr>
          <p:cNvSpPr txBox="1"/>
          <p:nvPr/>
        </p:nvSpPr>
        <p:spPr>
          <a:xfrm>
            <a:off x="4932218" y="281709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56B90BA5-A100-47A1-FD1B-17FE30BEDA93}"/>
                  </a:ext>
                </a:extLst>
              </p:cNvPr>
              <p:cNvSpPr txBox="1"/>
              <p:nvPr/>
            </p:nvSpPr>
            <p:spPr>
              <a:xfrm>
                <a:off x="8686800" y="2784763"/>
                <a:ext cx="7414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zh-TW" dirty="0">
                    <a:solidFill>
                      <a:srgbClr val="0000FF"/>
                    </a:solidFill>
                  </a:rPr>
                  <a:t>5</a:t>
                </a:r>
                <a:endParaRPr lang="zh-TW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56B90BA5-A100-47A1-FD1B-17FE30BED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0" y="2784763"/>
                <a:ext cx="741485" cy="369332"/>
              </a:xfrm>
              <a:prstGeom prst="rect">
                <a:avLst/>
              </a:prstGeom>
              <a:blipFill>
                <a:blip r:embed="rId3"/>
                <a:stretch>
                  <a:fillRect t="-8333" r="-4918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849C0E9-5C96-D367-8F4B-CFFC1B7BD727}"/>
                  </a:ext>
                </a:extLst>
              </p:cNvPr>
              <p:cNvSpPr txBox="1"/>
              <p:nvPr/>
            </p:nvSpPr>
            <p:spPr>
              <a:xfrm>
                <a:off x="2983345" y="5075444"/>
                <a:ext cx="354676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8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zh-TW" alt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TW" sz="2800" b="0" dirty="0"/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8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TW" altLang="en-US" sz="2800" dirty="0"/>
                  <a:t> </a:t>
                </a:r>
                <a:r>
                  <a:rPr lang="en-US" altLang="zh-TW" sz="2800" dirty="0"/>
                  <a:t>(</a:t>
                </a:r>
                <a:r>
                  <a:rPr lang="zh-TW" altLang="en-US" sz="28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取商數</a:t>
                </a:r>
                <a:r>
                  <a:rPr lang="en-US" altLang="zh-TW" sz="2800" dirty="0"/>
                  <a:t>)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849C0E9-5C96-D367-8F4B-CFFC1B7BD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345" y="5075444"/>
                <a:ext cx="3546764" cy="954107"/>
              </a:xfrm>
              <a:prstGeom prst="rect">
                <a:avLst/>
              </a:prstGeom>
              <a:blipFill>
                <a:blip r:embed="rId4"/>
                <a:stretch>
                  <a:fillRect r="-3265" b="-17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91B641-F7C5-6750-343D-04CB2B80C19E}"/>
                  </a:ext>
                </a:extLst>
              </p:cNvPr>
              <p:cNvSpPr txBox="1"/>
              <p:nvPr/>
            </p:nvSpPr>
            <p:spPr>
              <a:xfrm>
                <a:off x="7051963" y="5033881"/>
                <a:ext cx="354676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3=</m:t>
                      </m:r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sz="2800" b="0" dirty="0"/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=5//3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TW" alt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91B641-F7C5-6750-343D-04CB2B80C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963" y="5033881"/>
                <a:ext cx="3546764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49317F4A-978A-DF79-7D9E-992B29DFF5E5}"/>
              </a:ext>
            </a:extLst>
          </p:cNvPr>
          <p:cNvSpPr txBox="1"/>
          <p:nvPr/>
        </p:nvSpPr>
        <p:spPr>
          <a:xfrm>
            <a:off x="2733964" y="3034207"/>
            <a:ext cx="665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254B1307-B53C-D948-7EC4-06597D325241}"/>
              </a:ext>
            </a:extLst>
          </p:cNvPr>
          <p:cNvSpPr/>
          <p:nvPr/>
        </p:nvSpPr>
        <p:spPr>
          <a:xfrm>
            <a:off x="230908" y="240144"/>
            <a:ext cx="461820" cy="461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F06F8E-30C9-9181-4E07-9741E3C942C7}"/>
              </a:ext>
            </a:extLst>
          </p:cNvPr>
          <p:cNvSpPr txBox="1"/>
          <p:nvPr/>
        </p:nvSpPr>
        <p:spPr>
          <a:xfrm>
            <a:off x="4719782" y="142240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047A0CF-07F1-1EC9-7374-B17458453B2D}"/>
              </a:ext>
            </a:extLst>
          </p:cNvPr>
          <p:cNvSpPr txBox="1"/>
          <p:nvPr/>
        </p:nvSpPr>
        <p:spPr>
          <a:xfrm>
            <a:off x="2101273" y="5047673"/>
            <a:ext cx="763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Sol: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761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3498E1E-1971-748E-8736-DFD2F6CED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471982"/>
              </p:ext>
            </p:extLst>
          </p:nvPr>
        </p:nvGraphicFramePr>
        <p:xfrm>
          <a:off x="1292756" y="2059649"/>
          <a:ext cx="2362200" cy="15290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7452467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197845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305398293"/>
                    </a:ext>
                  </a:extLst>
                </a:gridCol>
              </a:tblGrid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805343"/>
                  </a:ext>
                </a:extLst>
              </a:tr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09207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B424B9-ACDA-21CB-660A-2C15E2FB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22</a:t>
            </a:fld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20D6C8-DC86-BCD3-1ACE-6CE58B197B7A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影像索引</a:t>
            </a:r>
            <a:r>
              <a:rPr lang="en-US" altLang="zh-TW" dirty="0"/>
              <a:t>3D</a:t>
            </a:r>
            <a:endParaRPr lang="zh-TW" altLang="en-US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F25CC48-D6AE-CBBD-BF1C-6E3D53B64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408233"/>
              </p:ext>
            </p:extLst>
          </p:nvPr>
        </p:nvGraphicFramePr>
        <p:xfrm>
          <a:off x="848125" y="3349551"/>
          <a:ext cx="2362200" cy="15290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17452467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1978451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305398293"/>
                    </a:ext>
                  </a:extLst>
                </a:gridCol>
              </a:tblGrid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805343"/>
                  </a:ext>
                </a:extLst>
              </a:tr>
              <a:tr h="7645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60</a:t>
                      </a:r>
                      <a:endParaRPr lang="zh-TW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09207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B9C53D8-8501-226C-606E-FE900D542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587418"/>
              </p:ext>
            </p:extLst>
          </p:nvPr>
        </p:nvGraphicFramePr>
        <p:xfrm>
          <a:off x="4427553" y="1959337"/>
          <a:ext cx="7186272" cy="6236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8856">
                  <a:extLst>
                    <a:ext uri="{9D8B030D-6E8A-4147-A177-3AD203B41FA5}">
                      <a16:colId xmlns:a16="http://schemas.microsoft.com/office/drawing/2014/main" val="3768077425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3242101753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1534046857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423951680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3859008033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2780917634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2049983950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656800387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700928336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662987759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2976531586"/>
                    </a:ext>
                  </a:extLst>
                </a:gridCol>
                <a:gridCol w="598856">
                  <a:extLst>
                    <a:ext uri="{9D8B030D-6E8A-4147-A177-3AD203B41FA5}">
                      <a16:colId xmlns:a16="http://schemas.microsoft.com/office/drawing/2014/main" val="2838675661"/>
                    </a:ext>
                  </a:extLst>
                </a:gridCol>
              </a:tblGrid>
              <a:tr h="62360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  <a:endParaRPr lang="zh-TW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92954"/>
                  </a:ext>
                </a:extLst>
              </a:tr>
            </a:tbl>
          </a:graphicData>
        </a:graphic>
      </p:graphicFrame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2B35C39-81BE-BD19-35B2-DCCFCFE0A7B3}"/>
              </a:ext>
            </a:extLst>
          </p:cNvPr>
          <p:cNvCxnSpPr/>
          <p:nvPr/>
        </p:nvCxnSpPr>
        <p:spPr>
          <a:xfrm>
            <a:off x="848126" y="3350704"/>
            <a:ext cx="29186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5A54EE3A-1881-BE3F-FA56-BD1C18D894C5}"/>
              </a:ext>
            </a:extLst>
          </p:cNvPr>
          <p:cNvCxnSpPr>
            <a:cxnSpLocks/>
          </p:cNvCxnSpPr>
          <p:nvPr/>
        </p:nvCxnSpPr>
        <p:spPr>
          <a:xfrm>
            <a:off x="829084" y="3359751"/>
            <a:ext cx="0" cy="2126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99A6899-8179-9DF8-59E5-87BDB104D4A3}"/>
              </a:ext>
            </a:extLst>
          </p:cNvPr>
          <p:cNvSpPr txBox="1"/>
          <p:nvPr/>
        </p:nvSpPr>
        <p:spPr>
          <a:xfrm>
            <a:off x="3899554" y="2963159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03FA5D7-05E2-C348-6B80-0DDF445FF9CF}"/>
              </a:ext>
            </a:extLst>
          </p:cNvPr>
          <p:cNvSpPr txBox="1"/>
          <p:nvPr/>
        </p:nvSpPr>
        <p:spPr>
          <a:xfrm>
            <a:off x="621454" y="5346854"/>
            <a:ext cx="318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FD807B4-C2AF-C20A-0F60-9DD39708D0A4}"/>
              </a:ext>
            </a:extLst>
          </p:cNvPr>
          <p:cNvSpPr txBox="1"/>
          <p:nvPr/>
        </p:nvSpPr>
        <p:spPr>
          <a:xfrm>
            <a:off x="142545" y="411827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N=2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B5F1FAD-A279-D82F-F5AC-CD9BC6AE0400}"/>
              </a:ext>
            </a:extLst>
          </p:cNvPr>
          <p:cNvSpPr txBox="1"/>
          <p:nvPr/>
        </p:nvSpPr>
        <p:spPr>
          <a:xfrm>
            <a:off x="2246292" y="165311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M=3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2752900-B843-E575-ABD3-EE16B18F0CFF}"/>
                  </a:ext>
                </a:extLst>
              </p:cNvPr>
              <p:cNvSpPr txBox="1"/>
              <p:nvPr/>
            </p:nvSpPr>
            <p:spPr>
              <a:xfrm>
                <a:off x="4746295" y="3403077"/>
                <a:ext cx="70721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索引值</a:t>
                </a:r>
                <a14:m>
                  <m:oMath xmlns:m="http://schemas.openxmlformats.org/officeDocument/2006/math">
                    <m:r>
                      <a:rPr lang="zh-TW" altLang="en-US" sz="2800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zh-TW" alt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𝑀𝑦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</a:rPr>
                      <m:t>𝑀𝑁𝑧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𝑁𝑧</m:t>
                    </m:r>
                    <m:r>
                      <a:rPr lang="en-US" altLang="zh-TW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800" i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2752900-B843-E575-ABD3-EE16B18F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95" y="3403077"/>
                <a:ext cx="7072192" cy="430887"/>
              </a:xfrm>
              <a:prstGeom prst="rect">
                <a:avLst/>
              </a:prstGeom>
              <a:blipFill>
                <a:blip r:embed="rId2"/>
                <a:stretch>
                  <a:fillRect l="-3103" t="-25352" b="-49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221E74EC-5CB0-2FAD-CC44-0F4C7DC14D02}"/>
              </a:ext>
            </a:extLst>
          </p:cNvPr>
          <p:cNvSpPr txBox="1"/>
          <p:nvPr/>
        </p:nvSpPr>
        <p:spPr>
          <a:xfrm>
            <a:off x="4582855" y="15908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56B90BA5-A100-47A1-FD1B-17FE30BEDA93}"/>
              </a:ext>
            </a:extLst>
          </p:cNvPr>
          <p:cNvSpPr txBox="1"/>
          <p:nvPr/>
        </p:nvSpPr>
        <p:spPr>
          <a:xfrm>
            <a:off x="10548165" y="158698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849C0E9-5C96-D367-8F4B-CFFC1B7BD727}"/>
                  </a:ext>
                </a:extLst>
              </p:cNvPr>
              <p:cNvSpPr txBox="1"/>
              <p:nvPr/>
            </p:nvSpPr>
            <p:spPr>
              <a:xfrm>
                <a:off x="4839854" y="4290351"/>
                <a:ext cx="59944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MN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3200" b="0" i="1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altLang="zh-TW" sz="32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𝑀𝑁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取商數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endParaRPr lang="en-US" altLang="zh-TW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//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𝑀𝑁</m:t>
                    </m:r>
                  </m:oMath>
                </a14:m>
                <a:r>
                  <a:rPr lang="zh-TW" altLang="en-US" sz="3200" i="1" dirty="0"/>
                  <a:t> 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取商數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endParaRPr lang="zh-TW" altLang="en-US" sz="3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1849C0E9-5C96-D367-8F4B-CFFC1B7BD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854" y="4290351"/>
                <a:ext cx="5994400" cy="1569660"/>
              </a:xfrm>
              <a:prstGeom prst="rect">
                <a:avLst/>
              </a:prstGeom>
              <a:blipFill>
                <a:blip r:embed="rId3"/>
                <a:stretch>
                  <a:fillRect b="-112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2367B74E-7758-9A11-81A9-C0D798711B62}"/>
              </a:ext>
            </a:extLst>
          </p:cNvPr>
          <p:cNvCxnSpPr>
            <a:cxnSpLocks/>
          </p:cNvCxnSpPr>
          <p:nvPr/>
        </p:nvCxnSpPr>
        <p:spPr>
          <a:xfrm flipV="1">
            <a:off x="838986" y="1706251"/>
            <a:ext cx="584462" cy="1659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2B37E5F-D38B-08FA-33B2-FEF0B18D1F92}"/>
              </a:ext>
            </a:extLst>
          </p:cNvPr>
          <p:cNvSpPr txBox="1"/>
          <p:nvPr/>
        </p:nvSpPr>
        <p:spPr>
          <a:xfrm>
            <a:off x="1318181" y="1088796"/>
            <a:ext cx="364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724F3BA-0CEC-44B1-DB34-0EC5BDE53489}"/>
              </a:ext>
            </a:extLst>
          </p:cNvPr>
          <p:cNvSpPr txBox="1"/>
          <p:nvPr/>
        </p:nvSpPr>
        <p:spPr>
          <a:xfrm>
            <a:off x="444631" y="22643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P=2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8615E29-D920-E1B7-6618-C4ABF1804163}"/>
              </a:ext>
            </a:extLst>
          </p:cNvPr>
          <p:cNvSpPr txBox="1"/>
          <p:nvPr/>
        </p:nvSpPr>
        <p:spPr>
          <a:xfrm>
            <a:off x="2073897" y="2771481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(1,1,1)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C7A1E1B5-70E7-1003-DF68-2E9106142EE2}"/>
              </a:ext>
            </a:extLst>
          </p:cNvPr>
          <p:cNvSpPr/>
          <p:nvPr/>
        </p:nvSpPr>
        <p:spPr>
          <a:xfrm>
            <a:off x="230908" y="240144"/>
            <a:ext cx="461820" cy="46182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324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4"/>
          <a:stretch/>
        </p:blipFill>
        <p:spPr bwMode="auto">
          <a:xfrm>
            <a:off x="838200" y="959666"/>
            <a:ext cx="4733080" cy="5610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B424B9-ACDA-21CB-660A-2C15E2FB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834855-6622-7841-50E3-C0C532C993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32" b="3202"/>
          <a:stretch/>
        </p:blipFill>
        <p:spPr bwMode="auto">
          <a:xfrm>
            <a:off x="5806358" y="963551"/>
            <a:ext cx="5103016" cy="5694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620D6C8-DC86-BCD3-1ACE-6CE58B197B7A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強度解析度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A0BE82E-B657-EE51-16AB-792F21D3F566}"/>
              </a:ext>
            </a:extLst>
          </p:cNvPr>
          <p:cNvSpPr txBox="1"/>
          <p:nvPr/>
        </p:nvSpPr>
        <p:spPr>
          <a:xfrm>
            <a:off x="1023042" y="949370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256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35E65F-5AF4-EA96-50D7-907EB0023C4F}"/>
              </a:ext>
            </a:extLst>
          </p:cNvPr>
          <p:cNvSpPr txBox="1"/>
          <p:nvPr/>
        </p:nvSpPr>
        <p:spPr>
          <a:xfrm>
            <a:off x="3297161" y="913628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40E0470-39A6-9947-67CF-AE3DFB2013B1}"/>
              </a:ext>
            </a:extLst>
          </p:cNvPr>
          <p:cNvSpPr txBox="1"/>
          <p:nvPr/>
        </p:nvSpPr>
        <p:spPr>
          <a:xfrm>
            <a:off x="985108" y="375962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5E8299B-06BD-9281-51FA-03748E83C898}"/>
              </a:ext>
            </a:extLst>
          </p:cNvPr>
          <p:cNvSpPr txBox="1"/>
          <p:nvPr/>
        </p:nvSpPr>
        <p:spPr>
          <a:xfrm>
            <a:off x="3303194" y="381082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72BDA-9383-ADD8-3CF0-80AACC8DF9C7}"/>
              </a:ext>
            </a:extLst>
          </p:cNvPr>
          <p:cNvSpPr txBox="1"/>
          <p:nvPr/>
        </p:nvSpPr>
        <p:spPr>
          <a:xfrm>
            <a:off x="6198794" y="95966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B70DDC6-FCB6-1B80-BF9E-8876C7871892}"/>
              </a:ext>
            </a:extLst>
          </p:cNvPr>
          <p:cNvSpPr txBox="1"/>
          <p:nvPr/>
        </p:nvSpPr>
        <p:spPr>
          <a:xfrm>
            <a:off x="8610600" y="95966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7C3145D-FA6E-2E4B-0EEE-EC4871737EB1}"/>
              </a:ext>
            </a:extLst>
          </p:cNvPr>
          <p:cNvSpPr txBox="1"/>
          <p:nvPr/>
        </p:nvSpPr>
        <p:spPr>
          <a:xfrm>
            <a:off x="6237880" y="381082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CDBF47A-0948-F212-8B87-4E593D0B2D7F}"/>
              </a:ext>
            </a:extLst>
          </p:cNvPr>
          <p:cNvSpPr txBox="1"/>
          <p:nvPr/>
        </p:nvSpPr>
        <p:spPr>
          <a:xfrm>
            <a:off x="8573627" y="388792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47C9084-1AE6-EFC7-F916-80CFBE50CEC7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698033" y="1937808"/>
            <a:ext cx="1259509" cy="8347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994B9E3-02E0-9032-77FD-EDD7DA2C58B6}"/>
              </a:ext>
            </a:extLst>
          </p:cNvPr>
          <p:cNvSpPr txBox="1"/>
          <p:nvPr/>
        </p:nvSpPr>
        <p:spPr>
          <a:xfrm>
            <a:off x="4917210" y="2772602"/>
            <a:ext cx="156164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假輪廓</a:t>
            </a:r>
            <a:endParaRPr lang="en-US" altLang="zh-TW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False contouring</a:t>
            </a: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5F5057D-0B76-47AF-BA6B-6FFE79613B10}"/>
              </a:ext>
            </a:extLst>
          </p:cNvPr>
          <p:cNvSpPr/>
          <p:nvPr/>
        </p:nvSpPr>
        <p:spPr>
          <a:xfrm>
            <a:off x="6850929" y="1443832"/>
            <a:ext cx="979054" cy="979054"/>
          </a:xfrm>
          <a:prstGeom prst="ellipse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264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20C8D90-6E74-1C74-8A40-07A7CF09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24</a:t>
            </a:fld>
            <a:endParaRPr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E8DBCA3-8715-B433-1D97-7E3629AACB95}"/>
              </a:ext>
            </a:extLst>
          </p:cNvPr>
          <p:cNvGrpSpPr/>
          <p:nvPr/>
        </p:nvGrpSpPr>
        <p:grpSpPr>
          <a:xfrm>
            <a:off x="307818" y="1197723"/>
            <a:ext cx="5448400" cy="5158627"/>
            <a:chOff x="257189" y="884056"/>
            <a:chExt cx="5779686" cy="5472294"/>
          </a:xfrm>
        </p:grpSpPr>
        <p:pic>
          <p:nvPicPr>
            <p:cNvPr id="28675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8719" b="3803"/>
            <a:stretch/>
          </p:blipFill>
          <p:spPr bwMode="auto">
            <a:xfrm>
              <a:off x="257189" y="884056"/>
              <a:ext cx="5779686" cy="5472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316B804-1BF3-5FA6-F099-9546A43E502F}"/>
                </a:ext>
              </a:extLst>
            </p:cNvPr>
            <p:cNvSpPr txBox="1"/>
            <p:nvPr/>
          </p:nvSpPr>
          <p:spPr>
            <a:xfrm>
              <a:off x="468993" y="919798"/>
              <a:ext cx="801263" cy="35914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930dpi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CBA42653-93C1-2C15-4005-1F45E1EC0DF6}"/>
                </a:ext>
              </a:extLst>
            </p:cNvPr>
            <p:cNvSpPr txBox="1"/>
            <p:nvPr/>
          </p:nvSpPr>
          <p:spPr>
            <a:xfrm>
              <a:off x="3150381" y="919797"/>
              <a:ext cx="801263" cy="35914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300dpi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B57FFA2F-21CE-BD63-B7A2-4E6967BBF5DA}"/>
                </a:ext>
              </a:extLst>
            </p:cNvPr>
            <p:cNvSpPr txBox="1"/>
            <p:nvPr/>
          </p:nvSpPr>
          <p:spPr>
            <a:xfrm>
              <a:off x="468993" y="3582006"/>
              <a:ext cx="801263" cy="35914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150dpi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90702882-1FE2-1C44-1860-B5EA5D3C16D0}"/>
                </a:ext>
              </a:extLst>
            </p:cNvPr>
            <p:cNvSpPr txBox="1"/>
            <p:nvPr/>
          </p:nvSpPr>
          <p:spPr>
            <a:xfrm>
              <a:off x="3123378" y="3582007"/>
              <a:ext cx="692433" cy="35914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72dpi</a:t>
              </a:r>
              <a:endPara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DE4A0959-D0C8-7ACF-D473-2477539755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94"/>
          <a:stretch/>
        </p:blipFill>
        <p:spPr bwMode="auto">
          <a:xfrm>
            <a:off x="5665684" y="2301407"/>
            <a:ext cx="6358691" cy="2879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2D116A3-35C8-532D-7136-6E73BDE689CE}"/>
              </a:ext>
            </a:extLst>
          </p:cNvPr>
          <p:cNvSpPr txBox="1"/>
          <p:nvPr/>
        </p:nvSpPr>
        <p:spPr>
          <a:xfrm>
            <a:off x="6174464" y="1932075"/>
            <a:ext cx="112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鄰近差補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6F509B4-D92C-99E9-4A9B-5FBA9622F4D9}"/>
              </a:ext>
            </a:extLst>
          </p:cNvPr>
          <p:cNvSpPr txBox="1"/>
          <p:nvPr/>
        </p:nvSpPr>
        <p:spPr>
          <a:xfrm>
            <a:off x="8165812" y="1932075"/>
            <a:ext cx="135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雙線性差補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80BEAD9-A8BD-1F82-5EC9-1961746332A6}"/>
              </a:ext>
            </a:extLst>
          </p:cNvPr>
          <p:cNvSpPr txBox="1"/>
          <p:nvPr/>
        </p:nvSpPr>
        <p:spPr>
          <a:xfrm>
            <a:off x="10095093" y="1932075"/>
            <a:ext cx="135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雙立方差補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7F718B0-2E89-95F0-2862-AC28BA19C9E0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影像內插</a:t>
            </a:r>
            <a:r>
              <a:rPr lang="en-US" altLang="zh-TW" dirty="0"/>
              <a:t>(Interpolation)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E7B6B21-185C-4065-831D-EA7A6A2E277D}"/>
              </a:ext>
            </a:extLst>
          </p:cNvPr>
          <p:cNvSpPr txBox="1"/>
          <p:nvPr/>
        </p:nvSpPr>
        <p:spPr>
          <a:xfrm>
            <a:off x="517237" y="706643"/>
            <a:ext cx="2096655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de-DE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DPI </a:t>
            </a:r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(Dots Per Inch)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291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CEABF6E-2558-D653-EB18-B2B6ACB0D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76A50B-E9E2-BAE3-CEEB-DC52235E1A9D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影像內插</a:t>
            </a:r>
            <a:r>
              <a:rPr lang="en-US" altLang="zh-TW" dirty="0"/>
              <a:t>(Interpolation)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B0B054A-163D-3B3D-89FD-5E0D3E7AB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2" y="1232796"/>
            <a:ext cx="11460104" cy="311406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0051A0D-E198-DEBD-8EFF-59C96909B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363" y="3928786"/>
            <a:ext cx="5103880" cy="279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85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85A9D56-C9E8-4F0C-6B21-E34FB80B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0300540-7559-BF4E-BC19-131003539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0" y="2162942"/>
            <a:ext cx="4725059" cy="390579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7B38FF1-9DFB-B367-DA9F-0B3D24D8997C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1D-</a:t>
            </a:r>
            <a:r>
              <a:rPr lang="zh-TW" altLang="en-US" dirty="0"/>
              <a:t>影像內插</a:t>
            </a:r>
            <a:r>
              <a:rPr lang="en-US" altLang="zh-TW" dirty="0"/>
              <a:t>(Interpolation)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5C5CAA0-9325-F66C-A7A6-9D40ABB0119E}"/>
              </a:ext>
            </a:extLst>
          </p:cNvPr>
          <p:cNvSpPr txBox="1"/>
          <p:nvPr/>
        </p:nvSpPr>
        <p:spPr>
          <a:xfrm>
            <a:off x="2118460" y="1371490"/>
            <a:ext cx="19287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1-D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最近鄰內插法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012BBE2-C955-D195-815C-A4F7394B6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152" y="2860059"/>
            <a:ext cx="6044925" cy="29991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165096B-1AA0-531D-37EF-CAB28EED3D49}"/>
                  </a:ext>
                </a:extLst>
              </p:cNvPr>
              <p:cNvSpPr txBox="1"/>
              <p:nvPr/>
            </p:nvSpPr>
            <p:spPr>
              <a:xfrm>
                <a:off x="6436811" y="2149721"/>
                <a:ext cx="469160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165096B-1AA0-531D-37EF-CAB28EED3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811" y="2149721"/>
                <a:ext cx="4691605" cy="307777"/>
              </a:xfrm>
              <a:prstGeom prst="rect">
                <a:avLst/>
              </a:prstGeom>
              <a:blipFill>
                <a:blip r:embed="rId4"/>
                <a:stretch>
                  <a:fillRect l="-1558" b="-3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3DE658BE-304C-3B65-80D8-68CC80486B0C}"/>
              </a:ext>
            </a:extLst>
          </p:cNvPr>
          <p:cNvSpPr txBox="1"/>
          <p:nvPr/>
        </p:nvSpPr>
        <p:spPr>
          <a:xfrm>
            <a:off x="7940074" y="1350716"/>
            <a:ext cx="16850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1-D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線性內插法</a:t>
            </a:r>
          </a:p>
        </p:txBody>
      </p:sp>
    </p:spTree>
    <p:extLst>
      <p:ext uri="{BB962C8B-B14F-4D97-AF65-F5344CB8AC3E}">
        <p14:creationId xmlns:p14="http://schemas.microsoft.com/office/powerpoint/2010/main" val="4121787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85A9D56-C9E8-4F0C-6B21-E34FB80B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7B38FF1-9DFB-B367-DA9F-0B3D24D8997C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最鄰近內插法 </a:t>
            </a:r>
            <a:r>
              <a:rPr lang="en-US" altLang="zh-TW" dirty="0"/>
              <a:t>(Nearest Neighbor Interpolation)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268E9D-EFC1-A016-01AB-8507E23BB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724" y="2232874"/>
            <a:ext cx="4450406" cy="354090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4D18B3A-2EBE-D005-1A2E-9D8FC1F02460}"/>
              </a:ext>
            </a:extLst>
          </p:cNvPr>
          <p:cNvSpPr txBox="1"/>
          <p:nvPr/>
        </p:nvSpPr>
        <p:spPr>
          <a:xfrm>
            <a:off x="5280244" y="1366321"/>
            <a:ext cx="19287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最鄰近內插法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16C96E0-6AA9-37FD-DCF1-7C34DECFFD8E}"/>
              </a:ext>
            </a:extLst>
          </p:cNvPr>
          <p:cNvCxnSpPr>
            <a:cxnSpLocks/>
          </p:cNvCxnSpPr>
          <p:nvPr/>
        </p:nvCxnSpPr>
        <p:spPr>
          <a:xfrm>
            <a:off x="5060887" y="3227317"/>
            <a:ext cx="438715" cy="385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964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E22019D-E871-BDA6-FF87-F66515F2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C0A7FAB-4578-7AD0-C4F8-BAC1DB100A6C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/>
              <a:t>Bilinear Interpolation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C8830B2-3FBB-D111-35DA-5E015E091737}"/>
                  </a:ext>
                </a:extLst>
              </p:cNvPr>
              <p:cNvSpPr txBox="1"/>
              <p:nvPr/>
            </p:nvSpPr>
            <p:spPr>
              <a:xfrm>
                <a:off x="552059" y="2267416"/>
                <a:ext cx="469160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TW" altLang="en-US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C8830B2-3FBB-D111-35DA-5E015E091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59" y="2267416"/>
                <a:ext cx="4691605" cy="307777"/>
              </a:xfrm>
              <a:prstGeom prst="rect">
                <a:avLst/>
              </a:prstGeom>
              <a:blipFill>
                <a:blip r:embed="rId2"/>
                <a:stretch>
                  <a:fillRect l="-1560" b="-3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DFE996EF-E77C-94A3-470E-317A68B93BE7}"/>
              </a:ext>
            </a:extLst>
          </p:cNvPr>
          <p:cNvSpPr txBox="1"/>
          <p:nvPr/>
        </p:nvSpPr>
        <p:spPr>
          <a:xfrm>
            <a:off x="480018" y="1767176"/>
            <a:ext cx="16850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1-D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線性內插法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388B1A9-CF44-8CA5-4FCD-74A10AF197EC}"/>
              </a:ext>
            </a:extLst>
          </p:cNvPr>
          <p:cNvSpPr txBox="1"/>
          <p:nvPr/>
        </p:nvSpPr>
        <p:spPr>
          <a:xfrm>
            <a:off x="480018" y="2928760"/>
            <a:ext cx="169790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線性內插法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0A507B46-2383-D8A7-B9F0-E58EF4FBEAC6}"/>
              </a:ext>
            </a:extLst>
          </p:cNvPr>
          <p:cNvGrpSpPr/>
          <p:nvPr/>
        </p:nvGrpSpPr>
        <p:grpSpPr>
          <a:xfrm>
            <a:off x="6096000" y="1330847"/>
            <a:ext cx="4799614" cy="4811858"/>
            <a:chOff x="5588217" y="1357511"/>
            <a:chExt cx="3978980" cy="398912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76DA2D4-667E-0AE9-B4B4-09938EA7A299}"/>
                </a:ext>
              </a:extLst>
            </p:cNvPr>
            <p:cNvSpPr/>
            <p:nvPr/>
          </p:nvSpPr>
          <p:spPr>
            <a:xfrm>
              <a:off x="5589355" y="2742465"/>
              <a:ext cx="3977842" cy="2604175"/>
            </a:xfrm>
            <a:prstGeom prst="rect">
              <a:avLst/>
            </a:prstGeom>
            <a:solidFill>
              <a:srgbClr val="114D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B24B157B-1D35-A656-74FB-004817F10437}"/>
                </a:ext>
              </a:extLst>
            </p:cNvPr>
            <p:cNvGrpSpPr/>
            <p:nvPr/>
          </p:nvGrpSpPr>
          <p:grpSpPr>
            <a:xfrm>
              <a:off x="5588217" y="1357511"/>
              <a:ext cx="3978980" cy="3369678"/>
              <a:chOff x="534066" y="1765425"/>
              <a:chExt cx="5070029" cy="4293653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FF5887C-08F1-DE13-CE0F-8A7B8C3AA312}"/>
                  </a:ext>
                </a:extLst>
              </p:cNvPr>
              <p:cNvSpPr/>
              <p:nvPr/>
            </p:nvSpPr>
            <p:spPr>
              <a:xfrm>
                <a:off x="4568244" y="1765426"/>
                <a:ext cx="1035851" cy="4293652"/>
              </a:xfrm>
              <a:prstGeom prst="rect">
                <a:avLst/>
              </a:prstGeom>
              <a:solidFill>
                <a:srgbClr val="114D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14" name="圖片 13">
                <a:extLst>
                  <a:ext uri="{FF2B5EF4-FFF2-40B4-BE49-F238E27FC236}">
                    <a16:creationId xmlns:a16="http://schemas.microsoft.com/office/drawing/2014/main" id="{309DFCD2-295E-FAE9-736F-45374221BA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066" y="1765425"/>
                <a:ext cx="4331785" cy="4293653"/>
              </a:xfrm>
              <a:prstGeom prst="rect">
                <a:avLst/>
              </a:prstGeom>
            </p:spPr>
          </p:pic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64E2557-4BF1-F64B-BCAD-E2AA187B6A21}"/>
                  </a:ext>
                </a:extLst>
              </p:cNvPr>
              <p:cNvSpPr/>
              <p:nvPr/>
            </p:nvSpPr>
            <p:spPr>
              <a:xfrm>
                <a:off x="4568244" y="2435382"/>
                <a:ext cx="297608" cy="3431263"/>
              </a:xfrm>
              <a:prstGeom prst="rect">
                <a:avLst/>
              </a:prstGeom>
              <a:solidFill>
                <a:srgbClr val="114D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1FA38032-5DE6-860C-F288-44129D329E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94114" y="4666591"/>
                <a:ext cx="919402" cy="408623"/>
              </a:xfrm>
              <a:prstGeom prst="rect">
                <a:avLst/>
              </a:prstGeom>
            </p:spPr>
          </p:pic>
          <p:pic>
            <p:nvPicPr>
              <p:cNvPr id="17" name="圖片 16">
                <a:extLst>
                  <a:ext uri="{FF2B5EF4-FFF2-40B4-BE49-F238E27FC236}">
                    <a16:creationId xmlns:a16="http://schemas.microsoft.com/office/drawing/2014/main" id="{F8B1EC4E-5C2C-838D-A3D2-6983710B6A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17295"/>
              <a:stretch/>
            </p:blipFill>
            <p:spPr>
              <a:xfrm>
                <a:off x="4701565" y="3224688"/>
                <a:ext cx="434509" cy="408623"/>
              </a:xfrm>
              <a:prstGeom prst="rect">
                <a:avLst/>
              </a:prstGeom>
            </p:spPr>
          </p:pic>
        </p:grp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9D306BDA-B632-52B6-5C10-06D311213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3551" y="4427304"/>
              <a:ext cx="2374848" cy="77456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70FB20B-89B7-FDD6-8444-9BFE0CCCE729}"/>
                  </a:ext>
                </a:extLst>
              </p:cNvPr>
              <p:cNvSpPr txBox="1"/>
              <p:nvPr/>
            </p:nvSpPr>
            <p:spPr>
              <a:xfrm>
                <a:off x="662986" y="3589200"/>
                <a:ext cx="4469750" cy="970762"/>
              </a:xfrm>
              <a:prstGeom prst="roundRect">
                <a:avLst/>
              </a:prstGeom>
              <a:solidFill>
                <a:srgbClr val="FDF1E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TW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zh-TW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i="1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zh-TW" alt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TW" alt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zh-TW" alt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70FB20B-89B7-FDD6-8444-9BFE0CCCE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86" y="3589200"/>
                <a:ext cx="4469750" cy="97076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星形: 五角 20">
            <a:extLst>
              <a:ext uri="{FF2B5EF4-FFF2-40B4-BE49-F238E27FC236}">
                <a16:creationId xmlns:a16="http://schemas.microsoft.com/office/drawing/2014/main" id="{5554D42F-3B1E-8A75-A46F-839C25567017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751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E22019D-E871-BDA6-FF87-F66515F2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C0A7FAB-4578-7AD0-C4F8-BAC1DB100A6C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 dirty="0"/>
              <a:t>推導</a:t>
            </a:r>
            <a:r>
              <a:rPr lang="en-US" altLang="zh-TW" dirty="0"/>
              <a:t>(1/3):</a:t>
            </a:r>
            <a:r>
              <a:rPr lang="zh-TW" altLang="en-US" dirty="0"/>
              <a:t>水平方向內插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AF50A54-9858-1EE2-5571-3B1CA8C3586C}"/>
                  </a:ext>
                </a:extLst>
              </p:cNvPr>
              <p:cNvSpPr txBox="1"/>
              <p:nvPr/>
            </p:nvSpPr>
            <p:spPr>
              <a:xfrm>
                <a:off x="5954672" y="2977340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AF50A54-9858-1EE2-5571-3B1CA8C35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672" y="2977340"/>
                <a:ext cx="3465591" cy="307777"/>
              </a:xfrm>
              <a:prstGeom prst="rect">
                <a:avLst/>
              </a:prstGeom>
              <a:blipFill>
                <a:blip r:embed="rId2"/>
                <a:stretch>
                  <a:fillRect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E98D533D-BFAD-CBFD-2CFF-32010D2F1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11" y="1729001"/>
            <a:ext cx="3465591" cy="42628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AAE7043-3BE1-1422-2F45-A8FD280CFDD9}"/>
                  </a:ext>
                </a:extLst>
              </p:cNvPr>
              <p:cNvSpPr txBox="1"/>
              <p:nvPr/>
            </p:nvSpPr>
            <p:spPr>
              <a:xfrm>
                <a:off x="5954672" y="4932842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AAE7043-3BE1-1422-2F45-A8FD280CF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672" y="4932842"/>
                <a:ext cx="3465591" cy="307777"/>
              </a:xfrm>
              <a:prstGeom prst="rect">
                <a:avLst/>
              </a:prstGeom>
              <a:blipFill>
                <a:blip r:embed="rId4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92791043-3041-3339-4516-6D6BBFFCDA20}"/>
              </a:ext>
            </a:extLst>
          </p:cNvPr>
          <p:cNvSpPr txBox="1"/>
          <p:nvPr/>
        </p:nvSpPr>
        <p:spPr>
          <a:xfrm>
            <a:off x="5604095" y="2390115"/>
            <a:ext cx="2607737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用像素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a2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估測出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b1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BF752E-24C9-5B0F-5F37-75507DDF5D96}"/>
              </a:ext>
            </a:extLst>
          </p:cNvPr>
          <p:cNvSpPr txBox="1"/>
          <p:nvPr/>
        </p:nvSpPr>
        <p:spPr>
          <a:xfrm>
            <a:off x="5604095" y="4407172"/>
            <a:ext cx="2607737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用像素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a3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估測出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b5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62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F537915-88CF-2465-C926-BBDF926262AD}"/>
              </a:ext>
            </a:extLst>
          </p:cNvPr>
          <p:cNvSpPr/>
          <p:nvPr/>
        </p:nvSpPr>
        <p:spPr>
          <a:xfrm>
            <a:off x="4568244" y="1765426"/>
            <a:ext cx="1035851" cy="4293652"/>
          </a:xfrm>
          <a:prstGeom prst="rect">
            <a:avLst/>
          </a:prstGeom>
          <a:solidFill>
            <a:srgbClr val="114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E22019D-E871-BDA6-FF87-F66515F2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C0A7FAB-4578-7AD0-C4F8-BAC1DB100A6C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 dirty="0"/>
              <a:t>推導</a:t>
            </a:r>
            <a:r>
              <a:rPr lang="en-US" altLang="zh-TW" dirty="0"/>
              <a:t>(2/3):</a:t>
            </a:r>
            <a:r>
              <a:rPr lang="zh-TW" altLang="en-US" dirty="0"/>
              <a:t>垂直方向內插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AF50A54-9858-1EE2-5571-3B1CA8C3586C}"/>
                  </a:ext>
                </a:extLst>
              </p:cNvPr>
              <p:cNvSpPr txBox="1"/>
              <p:nvPr/>
            </p:nvSpPr>
            <p:spPr>
              <a:xfrm>
                <a:off x="6392256" y="3070799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AF50A54-9858-1EE2-5571-3B1CA8C35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256" y="3070799"/>
                <a:ext cx="3465591" cy="307777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92791043-3041-3339-4516-6D6BBFFCDA20}"/>
              </a:ext>
            </a:extLst>
          </p:cNvPr>
          <p:cNvSpPr txBox="1"/>
          <p:nvPr/>
        </p:nvSpPr>
        <p:spPr>
          <a:xfrm>
            <a:off x="6096000" y="2329686"/>
            <a:ext cx="2633633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用像素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b5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估測出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b3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17285F-7163-6970-4D03-2E33BA119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66" y="1765425"/>
            <a:ext cx="4331785" cy="429365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F9963A6-9E45-C272-89BC-824CB1780E69}"/>
              </a:ext>
            </a:extLst>
          </p:cNvPr>
          <p:cNvSpPr/>
          <p:nvPr/>
        </p:nvSpPr>
        <p:spPr>
          <a:xfrm>
            <a:off x="4568244" y="2435382"/>
            <a:ext cx="297608" cy="3431263"/>
          </a:xfrm>
          <a:prstGeom prst="rect">
            <a:avLst/>
          </a:prstGeom>
          <a:solidFill>
            <a:srgbClr val="114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3EDF04A-CB1A-00B3-8595-DB4E95A98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114" y="4666591"/>
            <a:ext cx="919402" cy="40862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D53DA4CF-DF29-EB08-5158-B3F52042C6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295"/>
          <a:stretch/>
        </p:blipFill>
        <p:spPr>
          <a:xfrm>
            <a:off x="4701565" y="3224688"/>
            <a:ext cx="434509" cy="40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8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AA2B964-0A7A-2DB3-B674-A00224237913}"/>
              </a:ext>
            </a:extLst>
          </p:cNvPr>
          <p:cNvSpPr/>
          <p:nvPr/>
        </p:nvSpPr>
        <p:spPr>
          <a:xfrm>
            <a:off x="736698" y="3144745"/>
            <a:ext cx="3977842" cy="2604175"/>
          </a:xfrm>
          <a:prstGeom prst="rect">
            <a:avLst/>
          </a:prstGeom>
          <a:solidFill>
            <a:srgbClr val="114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E22019D-E871-BDA6-FF87-F66515F2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C0A7FAB-4578-7AD0-C4F8-BAC1DB100A6C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 dirty="0"/>
              <a:t>推導</a:t>
            </a:r>
            <a:r>
              <a:rPr lang="en-US" altLang="zh-TW" dirty="0"/>
              <a:t>(3/3):</a:t>
            </a:r>
            <a:r>
              <a:rPr lang="zh-TW" altLang="en-US" dirty="0"/>
              <a:t>合併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AF50A54-9858-1EE2-5571-3B1CA8C3586C}"/>
                  </a:ext>
                </a:extLst>
              </p:cNvPr>
              <p:cNvSpPr txBox="1"/>
              <p:nvPr/>
            </p:nvSpPr>
            <p:spPr>
              <a:xfrm>
                <a:off x="5732549" y="4320861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AF50A54-9858-1EE2-5571-3B1CA8C35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549" y="4320861"/>
                <a:ext cx="3465591" cy="307777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92791043-3041-3339-4516-6D6BBFFCDA20}"/>
              </a:ext>
            </a:extLst>
          </p:cNvPr>
          <p:cNvSpPr txBox="1"/>
          <p:nvPr/>
        </p:nvSpPr>
        <p:spPr>
          <a:xfrm>
            <a:off x="5436293" y="3788360"/>
            <a:ext cx="2633633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用像素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b1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b5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估測出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b3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809CBB6-E579-9E5A-4B3C-D530F4A29ACB}"/>
              </a:ext>
            </a:extLst>
          </p:cNvPr>
          <p:cNvGrpSpPr/>
          <p:nvPr/>
        </p:nvGrpSpPr>
        <p:grpSpPr>
          <a:xfrm>
            <a:off x="735560" y="1759791"/>
            <a:ext cx="3978980" cy="3369678"/>
            <a:chOff x="534066" y="1765425"/>
            <a:chExt cx="5070029" cy="4293653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F537915-88CF-2465-C926-BBDF926262AD}"/>
                </a:ext>
              </a:extLst>
            </p:cNvPr>
            <p:cNvSpPr/>
            <p:nvPr/>
          </p:nvSpPr>
          <p:spPr>
            <a:xfrm>
              <a:off x="4568244" y="1765426"/>
              <a:ext cx="1035851" cy="4293652"/>
            </a:xfrm>
            <a:prstGeom prst="rect">
              <a:avLst/>
            </a:prstGeom>
            <a:solidFill>
              <a:srgbClr val="114D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DD17285F-7163-6970-4D03-2E33BA119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066" y="1765425"/>
              <a:ext cx="4331785" cy="4293653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F9963A6-9E45-C272-89BC-824CB1780E69}"/>
                </a:ext>
              </a:extLst>
            </p:cNvPr>
            <p:cNvSpPr/>
            <p:nvPr/>
          </p:nvSpPr>
          <p:spPr>
            <a:xfrm>
              <a:off x="4568244" y="2435382"/>
              <a:ext cx="297608" cy="3431263"/>
            </a:xfrm>
            <a:prstGeom prst="rect">
              <a:avLst/>
            </a:prstGeom>
            <a:solidFill>
              <a:srgbClr val="114D5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83EDF04A-CB1A-00B3-8595-DB4E95A98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94114" y="4666591"/>
              <a:ext cx="919402" cy="408623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D53DA4CF-DF29-EB08-5158-B3F52042C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7295"/>
            <a:stretch/>
          </p:blipFill>
          <p:spPr>
            <a:xfrm>
              <a:off x="4701565" y="3224688"/>
              <a:ext cx="434509" cy="408623"/>
            </a:xfrm>
            <a:prstGeom prst="rect">
              <a:avLst/>
            </a:prstGeom>
          </p:spPr>
        </p:pic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C573FE10-733E-6866-6F0C-6FD1BC21C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0894" y="4829584"/>
            <a:ext cx="2374848" cy="774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F3B3E3D-ADF0-5BF8-9B78-6654BE31FFAB}"/>
                  </a:ext>
                </a:extLst>
              </p:cNvPr>
              <p:cNvSpPr txBox="1"/>
              <p:nvPr/>
            </p:nvSpPr>
            <p:spPr>
              <a:xfrm>
                <a:off x="5744666" y="2131687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F3B3E3D-ADF0-5BF8-9B78-6654BE31F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666" y="2131687"/>
                <a:ext cx="3465591" cy="307777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F07AE29-2A50-BACE-0F63-940A96BBB6CE}"/>
                  </a:ext>
                </a:extLst>
              </p:cNvPr>
              <p:cNvSpPr txBox="1"/>
              <p:nvPr/>
            </p:nvSpPr>
            <p:spPr>
              <a:xfrm>
                <a:off x="5756737" y="3116419"/>
                <a:ext cx="34655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F07AE29-2A50-BACE-0F63-940A96BBB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737" y="3116419"/>
                <a:ext cx="3465591" cy="307777"/>
              </a:xfrm>
              <a:prstGeom prst="rect">
                <a:avLst/>
              </a:prstGeom>
              <a:blipFill>
                <a:blip r:embed="rId8"/>
                <a:stretch>
                  <a:fillRect b="-156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9E5D1F-ED27-7FAD-812B-CA3C42D28D33}"/>
              </a:ext>
            </a:extLst>
          </p:cNvPr>
          <p:cNvSpPr txBox="1"/>
          <p:nvPr/>
        </p:nvSpPr>
        <p:spPr>
          <a:xfrm>
            <a:off x="5394089" y="1544462"/>
            <a:ext cx="2607737" cy="4086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用像素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a2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估測出 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b1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CEE80EA-5AAB-1491-A0CE-9A7BFCDE9A57}"/>
              </a:ext>
            </a:extLst>
          </p:cNvPr>
          <p:cNvSpPr txBox="1"/>
          <p:nvPr/>
        </p:nvSpPr>
        <p:spPr>
          <a:xfrm>
            <a:off x="5406160" y="2590749"/>
            <a:ext cx="2607737" cy="4086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用像素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a3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估測出 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b5</a:t>
            </a:r>
            <a:endParaRPr lang="zh-TW" altLang="en-US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A521CC3-A6CA-4941-9249-21F0D65ED619}"/>
                  </a:ext>
                </a:extLst>
              </p:cNvPr>
              <p:cNvSpPr txBox="1"/>
              <p:nvPr/>
            </p:nvSpPr>
            <p:spPr>
              <a:xfrm>
                <a:off x="6375725" y="5054325"/>
                <a:ext cx="4469750" cy="970762"/>
              </a:xfrm>
              <a:prstGeom prst="roundRect">
                <a:avLst/>
              </a:prstGeom>
              <a:solidFill>
                <a:srgbClr val="FDF1E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TW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zh-TW" alt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zh-TW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i="1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zh-TW" alt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TW" alt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zh-TW" altLang="en-US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zh-TW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zh-TW" altLang="en-US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9A521CC3-A6CA-4941-9249-21F0D65ED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725" y="5054325"/>
                <a:ext cx="4469750" cy="970762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6F6CC491-B7CD-99EE-3F8E-705FBE3CD9E5}"/>
              </a:ext>
            </a:extLst>
          </p:cNvPr>
          <p:cNvSpPr txBox="1"/>
          <p:nvPr/>
        </p:nvSpPr>
        <p:spPr>
          <a:xfrm>
            <a:off x="5474358" y="5335395"/>
            <a:ext cx="683835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通式</a:t>
            </a:r>
          </a:p>
        </p:txBody>
      </p:sp>
    </p:spTree>
    <p:extLst>
      <p:ext uri="{BB962C8B-B14F-4D97-AF65-F5344CB8AC3E}">
        <p14:creationId xmlns:p14="http://schemas.microsoft.com/office/powerpoint/2010/main" val="1343003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CADF92B-D44D-3B28-DBF6-01A87DF3C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BACD94A-99F7-C757-F669-3507542D31BE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 dirty="0"/>
              <a:t>範例</a:t>
            </a:r>
            <a:r>
              <a:rPr lang="en-US" altLang="zh-TW" dirty="0"/>
              <a:t>Example 1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28" name="Picture 4" descr="Bilinear interpolation">
            <a:extLst>
              <a:ext uri="{FF2B5EF4-FFF2-40B4-BE49-F238E27FC236}">
                <a16:creationId xmlns:a16="http://schemas.microsoft.com/office/drawing/2014/main" id="{4BFE11AC-7AD6-A555-9A9E-7DE417392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58" y="2613385"/>
            <a:ext cx="3838362" cy="385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22F7599-56D5-0475-B4A2-1A24FAFD2827}"/>
                  </a:ext>
                </a:extLst>
              </p:cNvPr>
              <p:cNvSpPr txBox="1"/>
              <p:nvPr/>
            </p:nvSpPr>
            <p:spPr>
              <a:xfrm>
                <a:off x="4819220" y="2639364"/>
                <a:ext cx="6031402" cy="676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91</m:t>
                      </m:r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210</m:t>
                      </m:r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150</m:t>
                      </m:r>
                      <m:r>
                        <m:rPr>
                          <m:nor/>
                        </m:rPr>
                        <a:rPr lang="en-US" altLang="zh-TW" sz="2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.5</m:t>
                      </m:r>
                    </m:oMath>
                  </m:oMathPara>
                </a14:m>
                <a:endParaRPr lang="zh-TW" altLang="en-US" sz="20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B22F7599-56D5-0475-B4A2-1A24FAFD2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220" y="2639364"/>
                <a:ext cx="6031402" cy="676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33F0411-FA66-F84B-C322-83DC2267A0A1}"/>
                  </a:ext>
                </a:extLst>
              </p:cNvPr>
              <p:cNvSpPr txBox="1"/>
              <p:nvPr/>
            </p:nvSpPr>
            <p:spPr>
              <a:xfrm>
                <a:off x="4819220" y="3891536"/>
                <a:ext cx="6364761" cy="676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162</m:t>
                      </m:r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15</m:t>
                          </m:r>
                          <m:r>
                            <a:rPr lang="zh-TW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i="1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zh-TW" altLang="en-US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000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m:t>5</m:t>
                      </m:r>
                    </m:oMath>
                  </m:oMathPara>
                </a14:m>
                <a:endParaRPr lang="zh-TW" altLang="en-US" sz="20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833F0411-FA66-F84B-C322-83DC2267A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220" y="3891536"/>
                <a:ext cx="6364761" cy="6767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2E11041-7228-0F58-AB93-495B67267F6D}"/>
                  </a:ext>
                </a:extLst>
              </p:cNvPr>
              <p:cNvSpPr txBox="1"/>
              <p:nvPr/>
            </p:nvSpPr>
            <p:spPr>
              <a:xfrm>
                <a:off x="4819220" y="5243154"/>
                <a:ext cx="6364761" cy="670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zh-TW" altLang="en-US" sz="2000" b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TW" altLang="en-US" sz="2000" b="0" i="1">
                          <a:latin typeface="Cambria Math" panose="02040503050406030204" pitchFamily="18" charset="0"/>
                        </a:rPr>
                        <m:t>150</m:t>
                      </m:r>
                      <m:r>
                        <a:rPr lang="zh-TW" altLang="en-US" sz="2000" b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TW" altLang="en-US" sz="2000" b="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TW" altLang="en-US" sz="2000" b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21</m:t>
                          </m:r>
                          <m:r>
                            <a:rPr lang="zh-TW" altLang="en-US" sz="2000" b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000" b="0" i="1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zh-TW" altLang="en-US" sz="2000" b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TW" altLang="en-US" sz="2000" b="0" i="1">
                          <a:latin typeface="Cambria Math" panose="02040503050406030204" pitchFamily="18" charset="0"/>
                        </a:rPr>
                        <m:t>128</m:t>
                      </m:r>
                      <m:r>
                        <a:rPr lang="zh-TW" altLang="en-US" sz="2000" b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TW" altLang="en-US" sz="2000" b="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TW" altLang="en-US" sz="2000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146</m:t>
                      </m:r>
                      <m:r>
                        <a:rPr lang="zh-TW" altLang="en-US" sz="2000" b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TW" altLang="en-US" sz="2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2E11041-7228-0F58-AB93-495B67267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220" y="5243154"/>
                <a:ext cx="6364761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41ABCBEE-30C4-AFCD-3F1A-98E5D0DAEC25}"/>
              </a:ext>
            </a:extLst>
          </p:cNvPr>
          <p:cNvSpPr txBox="1"/>
          <p:nvPr/>
        </p:nvSpPr>
        <p:spPr>
          <a:xfrm>
            <a:off x="3610069" y="1261339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6"/>
              </a:rPr>
              <a:t>https://en.wikipedia.org/wiki/Bilinear_interpolation</a:t>
            </a:r>
            <a:endParaRPr lang="zh-TW" altLang="en-US" dirty="0"/>
          </a:p>
        </p:txBody>
      </p:sp>
      <p:sp>
        <p:nvSpPr>
          <p:cNvPr id="4" name="星形: 五角 3">
            <a:extLst>
              <a:ext uri="{FF2B5EF4-FFF2-40B4-BE49-F238E27FC236}">
                <a16:creationId xmlns:a16="http://schemas.microsoft.com/office/drawing/2014/main" id="{C92CB1FD-81B1-37AA-9429-C7FA35D4D598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D229C66-404E-EED7-AA38-3C49D600DEE1}"/>
              </a:ext>
            </a:extLst>
          </p:cNvPr>
          <p:cNvSpPr txBox="1"/>
          <p:nvPr/>
        </p:nvSpPr>
        <p:spPr>
          <a:xfrm>
            <a:off x="1126836" y="1805817"/>
            <a:ext cx="1010458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bilinear interpolation, compute the image intensity at point (20.2, 14.5).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695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 dirty="0"/>
              <a:t>範例</a:t>
            </a:r>
            <a:r>
              <a:rPr lang="en-US" altLang="zh-TW" dirty="0"/>
              <a:t>Example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22B1CF6-A625-4BA6-3C86-62B61DC63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837673"/>
              </p:ext>
            </p:extLst>
          </p:nvPr>
        </p:nvGraphicFramePr>
        <p:xfrm>
          <a:off x="1852123" y="2607727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40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166AB7-D54C-910A-330D-AE68F36F5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17991"/>
              </p:ext>
            </p:extLst>
          </p:nvPr>
        </p:nvGraphicFramePr>
        <p:xfrm>
          <a:off x="6517926" y="2245588"/>
          <a:ext cx="3789372" cy="3627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7343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6" name="箭號: 向右 5">
            <a:extLst>
              <a:ext uri="{FF2B5EF4-FFF2-40B4-BE49-F238E27FC236}">
                <a16:creationId xmlns:a16="http://schemas.microsoft.com/office/drawing/2014/main" id="{93807A60-BA49-FE60-36B0-4029A423E50D}"/>
              </a:ext>
            </a:extLst>
          </p:cNvPr>
          <p:cNvSpPr/>
          <p:nvPr/>
        </p:nvSpPr>
        <p:spPr>
          <a:xfrm>
            <a:off x="5169839" y="3614108"/>
            <a:ext cx="878186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5745A237-7550-D695-380B-C065DE92C665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A46EA0F-CCF6-F285-87F4-EF947C14F744}"/>
              </a:ext>
            </a:extLst>
          </p:cNvPr>
          <p:cNvSpPr txBox="1"/>
          <p:nvPr/>
        </p:nvSpPr>
        <p:spPr>
          <a:xfrm>
            <a:off x="6640943" y="1459345"/>
            <a:ext cx="35942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會在哪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內插時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點與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跟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的距離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65745D2-202C-13AB-71A5-4E74BEB14138}"/>
                  </a:ext>
                </a:extLst>
              </p:cNvPr>
              <p:cNvSpPr txBox="1"/>
              <p:nvPr/>
            </p:nvSpPr>
            <p:spPr>
              <a:xfrm>
                <a:off x="10483272" y="1662544"/>
                <a:ext cx="727507" cy="5549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TW" altLang="en-US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f>
                        <m:fPr>
                          <m:ctrlP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65745D2-202C-13AB-71A5-4E74BEB14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272" y="1662544"/>
                <a:ext cx="727507" cy="554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298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 dirty="0"/>
              <a:t>範例</a:t>
            </a:r>
            <a:r>
              <a:rPr lang="en-US" altLang="zh-TW" dirty="0"/>
              <a:t>Example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22B1CF6-A625-4BA6-3C86-62B61DC63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843409"/>
              </p:ext>
            </p:extLst>
          </p:nvPr>
        </p:nvGraphicFramePr>
        <p:xfrm>
          <a:off x="2249287" y="2358345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40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60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70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80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bg1"/>
                          </a:solidFill>
                        </a:rPr>
                        <a:t>90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166AB7-D54C-910A-330D-AE68F36F5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636769"/>
              </p:ext>
            </p:extLst>
          </p:nvPr>
        </p:nvGraphicFramePr>
        <p:xfrm>
          <a:off x="6915090" y="1996206"/>
          <a:ext cx="3789372" cy="3627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7343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zh-TW" altLang="en-US" sz="2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6" name="箭號: 向右 5">
            <a:extLst>
              <a:ext uri="{FF2B5EF4-FFF2-40B4-BE49-F238E27FC236}">
                <a16:creationId xmlns:a16="http://schemas.microsoft.com/office/drawing/2014/main" id="{93807A60-BA49-FE60-36B0-4029A423E50D}"/>
              </a:ext>
            </a:extLst>
          </p:cNvPr>
          <p:cNvSpPr/>
          <p:nvPr/>
        </p:nvSpPr>
        <p:spPr>
          <a:xfrm>
            <a:off x="5567003" y="3364726"/>
            <a:ext cx="878186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3066EF1-5655-731D-8B6C-4B961D557549}"/>
              </a:ext>
            </a:extLst>
          </p:cNvPr>
          <p:cNvGrpSpPr/>
          <p:nvPr/>
        </p:nvGrpSpPr>
        <p:grpSpPr>
          <a:xfrm>
            <a:off x="7195126" y="2309091"/>
            <a:ext cx="3195783" cy="3048000"/>
            <a:chOff x="1150700" y="2469261"/>
            <a:chExt cx="2085691" cy="2028853"/>
          </a:xfrm>
          <a:noFill/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B1B16938-36E5-70E2-9316-8742584A8456}"/>
                </a:ext>
              </a:extLst>
            </p:cNvPr>
            <p:cNvGrpSpPr/>
            <p:nvPr/>
          </p:nvGrpSpPr>
          <p:grpSpPr>
            <a:xfrm>
              <a:off x="1152809" y="3683853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9424F566-033B-4A72-D79B-13A58CD0D6C7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3CDE902B-9311-4914-22C6-DB239E6FAE0D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5FD559F0-28B9-39B8-322B-07F3DC991A3F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6A47013B-6AD5-AB4C-1D14-D5F92EFBC468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40E11BCA-2430-AD48-1BE1-B941423126F5}"/>
                </a:ext>
              </a:extLst>
            </p:cNvPr>
            <p:cNvGrpSpPr/>
            <p:nvPr/>
          </p:nvGrpSpPr>
          <p:grpSpPr>
            <a:xfrm>
              <a:off x="1152809" y="2469261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A9F70861-573B-C610-18C3-B9FA2BE8DCC5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>
                <a:extLst>
                  <a:ext uri="{FF2B5EF4-FFF2-40B4-BE49-F238E27FC236}">
                    <a16:creationId xmlns:a16="http://schemas.microsoft.com/office/drawing/2014/main" id="{E0EFBB4D-58B6-0BCD-47DF-7213C4B154C9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9A363FF9-045B-4DE4-812C-845CD8783554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3" name="橢圓 22">
                <a:extLst>
                  <a:ext uri="{FF2B5EF4-FFF2-40B4-BE49-F238E27FC236}">
                    <a16:creationId xmlns:a16="http://schemas.microsoft.com/office/drawing/2014/main" id="{59853D92-278E-8147-CD51-71AC7590A445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B861A71B-1E7F-B0BC-20AD-A7528464E1A0}"/>
                </a:ext>
              </a:extLst>
            </p:cNvPr>
            <p:cNvGrpSpPr/>
            <p:nvPr/>
          </p:nvGrpSpPr>
          <p:grpSpPr>
            <a:xfrm>
              <a:off x="1150700" y="3076557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16" name="橢圓 15">
                <a:extLst>
                  <a:ext uri="{FF2B5EF4-FFF2-40B4-BE49-F238E27FC236}">
                    <a16:creationId xmlns:a16="http://schemas.microsoft.com/office/drawing/2014/main" id="{0C824024-1A23-7A0B-D70D-C4FB78B29B68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橢圓 16">
                <a:extLst>
                  <a:ext uri="{FF2B5EF4-FFF2-40B4-BE49-F238E27FC236}">
                    <a16:creationId xmlns:a16="http://schemas.microsoft.com/office/drawing/2014/main" id="{A5E4E85D-8083-4259-A245-3683866BBD05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>
                <a:extLst>
                  <a:ext uri="{FF2B5EF4-FFF2-40B4-BE49-F238E27FC236}">
                    <a16:creationId xmlns:a16="http://schemas.microsoft.com/office/drawing/2014/main" id="{B33251DA-B90E-2C20-236C-03E8ED0FC7A2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D755FC83-F1DC-C1EB-BEC0-502DA68A7DA8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2A061D5-5DDA-1714-4A70-EFF78391B75F}"/>
                </a:ext>
              </a:extLst>
            </p:cNvPr>
            <p:cNvGrpSpPr/>
            <p:nvPr/>
          </p:nvGrpSpPr>
          <p:grpSpPr>
            <a:xfrm>
              <a:off x="1150700" y="4291150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C6CD0B46-5812-7CB9-E044-2D28B676B35F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FD85BAA9-05DF-38AE-0675-09B8683B8349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橢圓 13">
                <a:extLst>
                  <a:ext uri="{FF2B5EF4-FFF2-40B4-BE49-F238E27FC236}">
                    <a16:creationId xmlns:a16="http://schemas.microsoft.com/office/drawing/2014/main" id="{0150B763-9E81-BD0F-42A5-B33633C2465F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29D881B1-B800-19DA-F91B-147F390E2F1C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ADC6C7E9-BEB8-B523-C0D1-0E0244EA81A4}"/>
              </a:ext>
            </a:extLst>
          </p:cNvPr>
          <p:cNvGrpSpPr/>
          <p:nvPr/>
        </p:nvGrpSpPr>
        <p:grpSpPr>
          <a:xfrm>
            <a:off x="2549235" y="2687782"/>
            <a:ext cx="2207491" cy="2087418"/>
            <a:chOff x="4319679" y="2495304"/>
            <a:chExt cx="2109506" cy="1988140"/>
          </a:xfrm>
        </p:grpSpPr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ED21DAEB-E132-3A4B-26A1-EA01E87E1C46}"/>
                </a:ext>
              </a:extLst>
            </p:cNvPr>
            <p:cNvSpPr/>
            <p:nvPr/>
          </p:nvSpPr>
          <p:spPr>
            <a:xfrm>
              <a:off x="4345603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1D5271BE-55C5-5001-A8CF-128A5CDB2C6B}"/>
                </a:ext>
              </a:extLst>
            </p:cNvPr>
            <p:cNvSpPr/>
            <p:nvPr/>
          </p:nvSpPr>
          <p:spPr>
            <a:xfrm>
              <a:off x="5265891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695D9349-646F-EEE5-C0DF-8FF0EFD10984}"/>
                </a:ext>
              </a:extLst>
            </p:cNvPr>
            <p:cNvSpPr/>
            <p:nvPr/>
          </p:nvSpPr>
          <p:spPr>
            <a:xfrm>
              <a:off x="6214643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B304166B-5B63-3AF8-E2F9-36E2C039A4CB}"/>
                </a:ext>
              </a:extLst>
            </p:cNvPr>
            <p:cNvSpPr/>
            <p:nvPr/>
          </p:nvSpPr>
          <p:spPr>
            <a:xfrm>
              <a:off x="4345603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F3AA93B7-B684-CA23-BB6A-F1CFF371AE30}"/>
                </a:ext>
              </a:extLst>
            </p:cNvPr>
            <p:cNvSpPr/>
            <p:nvPr/>
          </p:nvSpPr>
          <p:spPr>
            <a:xfrm>
              <a:off x="5265891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79983557-3B93-C479-8D14-9E381304468C}"/>
                </a:ext>
              </a:extLst>
            </p:cNvPr>
            <p:cNvSpPr/>
            <p:nvPr/>
          </p:nvSpPr>
          <p:spPr>
            <a:xfrm>
              <a:off x="6214643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2D65BAEA-E028-566B-D3AB-3865A47A4714}"/>
                </a:ext>
              </a:extLst>
            </p:cNvPr>
            <p:cNvSpPr/>
            <p:nvPr/>
          </p:nvSpPr>
          <p:spPr>
            <a:xfrm>
              <a:off x="4319679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AA664FE9-74E8-53C9-FDDA-66C0062EA8F7}"/>
                </a:ext>
              </a:extLst>
            </p:cNvPr>
            <p:cNvSpPr/>
            <p:nvPr/>
          </p:nvSpPr>
          <p:spPr>
            <a:xfrm>
              <a:off x="5239967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9CD058D-C257-F710-FD91-2E96E4E0ACE0}"/>
                </a:ext>
              </a:extLst>
            </p:cNvPr>
            <p:cNvSpPr/>
            <p:nvPr/>
          </p:nvSpPr>
          <p:spPr>
            <a:xfrm>
              <a:off x="6188719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5AD10603-86DF-F7A6-0605-3831DE199EA8}"/>
              </a:ext>
            </a:extLst>
          </p:cNvPr>
          <p:cNvSpPr txBox="1"/>
          <p:nvPr/>
        </p:nvSpPr>
        <p:spPr>
          <a:xfrm>
            <a:off x="4987636" y="129309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抓像素中心點</a:t>
            </a:r>
          </a:p>
        </p:txBody>
      </p:sp>
    </p:spTree>
    <p:extLst>
      <p:ext uri="{BB962C8B-B14F-4D97-AF65-F5344CB8AC3E}">
        <p14:creationId xmlns:p14="http://schemas.microsoft.com/office/powerpoint/2010/main" val="37689272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081D41-62C6-8192-F61F-9CA3EF3F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35</a:t>
            </a:fld>
            <a:endParaRPr lang="zh-TW" altLang="en-US"/>
          </a:p>
        </p:txBody>
      </p: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9080F962-91FC-20BB-55ED-A06557A37004}"/>
              </a:ext>
            </a:extLst>
          </p:cNvPr>
          <p:cNvGrpSpPr/>
          <p:nvPr/>
        </p:nvGrpSpPr>
        <p:grpSpPr>
          <a:xfrm>
            <a:off x="9546555" y="2506207"/>
            <a:ext cx="2085691" cy="2028853"/>
            <a:chOff x="1150700" y="2469261"/>
            <a:chExt cx="2085691" cy="2028853"/>
          </a:xfrm>
          <a:noFill/>
        </p:grpSpPr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18C592EB-A6EA-B50C-E704-A48F61FE2F4B}"/>
                </a:ext>
              </a:extLst>
            </p:cNvPr>
            <p:cNvGrpSpPr/>
            <p:nvPr/>
          </p:nvGrpSpPr>
          <p:grpSpPr>
            <a:xfrm>
              <a:off x="1152809" y="3683853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30" name="橢圓 29">
                <a:extLst>
                  <a:ext uri="{FF2B5EF4-FFF2-40B4-BE49-F238E27FC236}">
                    <a16:creationId xmlns:a16="http://schemas.microsoft.com/office/drawing/2014/main" id="{BEBF55FF-28B0-9101-2FF8-F88762E75CD4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橢圓 30">
                <a:extLst>
                  <a:ext uri="{FF2B5EF4-FFF2-40B4-BE49-F238E27FC236}">
                    <a16:creationId xmlns:a16="http://schemas.microsoft.com/office/drawing/2014/main" id="{4ED8DEDC-5CA4-D44E-AF62-096EAD17918A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橢圓 31">
                <a:extLst>
                  <a:ext uri="{FF2B5EF4-FFF2-40B4-BE49-F238E27FC236}">
                    <a16:creationId xmlns:a16="http://schemas.microsoft.com/office/drawing/2014/main" id="{504A19D0-E2AA-CDB2-2950-72D790566C64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橢圓 32">
                <a:extLst>
                  <a:ext uri="{FF2B5EF4-FFF2-40B4-BE49-F238E27FC236}">
                    <a16:creationId xmlns:a16="http://schemas.microsoft.com/office/drawing/2014/main" id="{E7ED503B-4E3A-9E13-3CF3-3CBC2043F6D2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718D15C5-3B55-DDA7-1D51-D73B75B3D4B3}"/>
                </a:ext>
              </a:extLst>
            </p:cNvPr>
            <p:cNvGrpSpPr/>
            <p:nvPr/>
          </p:nvGrpSpPr>
          <p:grpSpPr>
            <a:xfrm>
              <a:off x="1152809" y="2469261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1BDD6E76-298A-C107-C4EE-6D935BF7DFB0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5DB93BCF-E5BD-8923-CC27-E3E217BDA3C7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7" name="橢圓 56">
                <a:extLst>
                  <a:ext uri="{FF2B5EF4-FFF2-40B4-BE49-F238E27FC236}">
                    <a16:creationId xmlns:a16="http://schemas.microsoft.com/office/drawing/2014/main" id="{71FEF3EB-3DB0-20BC-B98D-501453A0CD5B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58" name="橢圓 57">
                <a:extLst>
                  <a:ext uri="{FF2B5EF4-FFF2-40B4-BE49-F238E27FC236}">
                    <a16:creationId xmlns:a16="http://schemas.microsoft.com/office/drawing/2014/main" id="{30815E11-2C17-2156-07C7-3FAF914F4D96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903A1766-0047-BC19-3AF1-327E3E01A6FB}"/>
                </a:ext>
              </a:extLst>
            </p:cNvPr>
            <p:cNvGrpSpPr/>
            <p:nvPr/>
          </p:nvGrpSpPr>
          <p:grpSpPr>
            <a:xfrm>
              <a:off x="1150700" y="3076557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61" name="橢圓 60">
                <a:extLst>
                  <a:ext uri="{FF2B5EF4-FFF2-40B4-BE49-F238E27FC236}">
                    <a16:creationId xmlns:a16="http://schemas.microsoft.com/office/drawing/2014/main" id="{2A74575F-57BB-10CA-ED8E-6F2839F23FD2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D7EAB690-40C5-DB26-601B-7DD79E88C187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33B92FED-2E2F-A62A-F0F5-D5BFA92596C8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7E7D3DDF-7A14-1DB1-4F5B-9DC8D6952462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C44BD410-8451-1E8D-EC07-7885C646A85D}"/>
                </a:ext>
              </a:extLst>
            </p:cNvPr>
            <p:cNvGrpSpPr/>
            <p:nvPr/>
          </p:nvGrpSpPr>
          <p:grpSpPr>
            <a:xfrm>
              <a:off x="1150700" y="4291150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3DE65EE9-A8FD-7E37-5CD8-027A43B20685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橢圓 66">
                <a:extLst>
                  <a:ext uri="{FF2B5EF4-FFF2-40B4-BE49-F238E27FC236}">
                    <a16:creationId xmlns:a16="http://schemas.microsoft.com/office/drawing/2014/main" id="{A114D817-F687-11EF-8EAE-39A54482C670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橢圓 67">
                <a:extLst>
                  <a:ext uri="{FF2B5EF4-FFF2-40B4-BE49-F238E27FC236}">
                    <a16:creationId xmlns:a16="http://schemas.microsoft.com/office/drawing/2014/main" id="{87BE4E43-559C-E346-6BBA-1A661D26088A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69" name="橢圓 68">
                <a:extLst>
                  <a:ext uri="{FF2B5EF4-FFF2-40B4-BE49-F238E27FC236}">
                    <a16:creationId xmlns:a16="http://schemas.microsoft.com/office/drawing/2014/main" id="{1ADAB576-DC8F-57A7-EE82-9C3F454EFA4B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73838EC0-9462-380E-EA55-6CD15B7380B8}"/>
              </a:ext>
            </a:extLst>
          </p:cNvPr>
          <p:cNvGrpSpPr/>
          <p:nvPr/>
        </p:nvGrpSpPr>
        <p:grpSpPr>
          <a:xfrm>
            <a:off x="858981" y="1016000"/>
            <a:ext cx="3195783" cy="3048000"/>
            <a:chOff x="1150700" y="2469261"/>
            <a:chExt cx="2085691" cy="2028853"/>
          </a:xfrm>
          <a:noFill/>
        </p:grpSpPr>
        <p:grpSp>
          <p:nvGrpSpPr>
            <p:cNvPr id="76" name="群組 75">
              <a:extLst>
                <a:ext uri="{FF2B5EF4-FFF2-40B4-BE49-F238E27FC236}">
                  <a16:creationId xmlns:a16="http://schemas.microsoft.com/office/drawing/2014/main" id="{038E3264-4E01-6AEC-2005-9A9FC071AAED}"/>
                </a:ext>
              </a:extLst>
            </p:cNvPr>
            <p:cNvGrpSpPr/>
            <p:nvPr/>
          </p:nvGrpSpPr>
          <p:grpSpPr>
            <a:xfrm>
              <a:off x="1152809" y="3683853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92" name="橢圓 91">
                <a:extLst>
                  <a:ext uri="{FF2B5EF4-FFF2-40B4-BE49-F238E27FC236}">
                    <a16:creationId xmlns:a16="http://schemas.microsoft.com/office/drawing/2014/main" id="{BB672911-6374-19C0-052A-96C4B2C3E56F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3" name="橢圓 92">
                <a:extLst>
                  <a:ext uri="{FF2B5EF4-FFF2-40B4-BE49-F238E27FC236}">
                    <a16:creationId xmlns:a16="http://schemas.microsoft.com/office/drawing/2014/main" id="{65325541-3750-BA69-7EE2-939E6D035076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4" name="橢圓 93">
                <a:extLst>
                  <a:ext uri="{FF2B5EF4-FFF2-40B4-BE49-F238E27FC236}">
                    <a16:creationId xmlns:a16="http://schemas.microsoft.com/office/drawing/2014/main" id="{6B9A2253-1881-B7F0-8B47-21B5FCAFD409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5" name="橢圓 94">
                <a:extLst>
                  <a:ext uri="{FF2B5EF4-FFF2-40B4-BE49-F238E27FC236}">
                    <a16:creationId xmlns:a16="http://schemas.microsoft.com/office/drawing/2014/main" id="{1B320B05-BC92-B71D-48E1-DBBABECBFA4A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7" name="群組 76">
              <a:extLst>
                <a:ext uri="{FF2B5EF4-FFF2-40B4-BE49-F238E27FC236}">
                  <a16:creationId xmlns:a16="http://schemas.microsoft.com/office/drawing/2014/main" id="{D1035D4C-BC81-D4C3-04FE-D8CD7916C38F}"/>
                </a:ext>
              </a:extLst>
            </p:cNvPr>
            <p:cNvGrpSpPr/>
            <p:nvPr/>
          </p:nvGrpSpPr>
          <p:grpSpPr>
            <a:xfrm>
              <a:off x="1152809" y="2469261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88" name="橢圓 87">
                <a:extLst>
                  <a:ext uri="{FF2B5EF4-FFF2-40B4-BE49-F238E27FC236}">
                    <a16:creationId xmlns:a16="http://schemas.microsoft.com/office/drawing/2014/main" id="{5F2B8826-9934-13CB-888D-40620190FEE4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9" name="橢圓 88">
                <a:extLst>
                  <a:ext uri="{FF2B5EF4-FFF2-40B4-BE49-F238E27FC236}">
                    <a16:creationId xmlns:a16="http://schemas.microsoft.com/office/drawing/2014/main" id="{79452347-7C32-CF37-BE1F-E5001E4AB534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EE608383-6A8B-8550-09B8-F145A9C4EC23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91" name="橢圓 90">
                <a:extLst>
                  <a:ext uri="{FF2B5EF4-FFF2-40B4-BE49-F238E27FC236}">
                    <a16:creationId xmlns:a16="http://schemas.microsoft.com/office/drawing/2014/main" id="{F8FC7317-936D-B187-6DD9-3D8297EEE8E3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8A060C28-B8B8-B46F-CE96-5DDDF0B85E4C}"/>
                </a:ext>
              </a:extLst>
            </p:cNvPr>
            <p:cNvGrpSpPr/>
            <p:nvPr/>
          </p:nvGrpSpPr>
          <p:grpSpPr>
            <a:xfrm>
              <a:off x="1150700" y="3076557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84" name="橢圓 83">
                <a:extLst>
                  <a:ext uri="{FF2B5EF4-FFF2-40B4-BE49-F238E27FC236}">
                    <a16:creationId xmlns:a16="http://schemas.microsoft.com/office/drawing/2014/main" id="{6F49BAE5-D944-DB7F-C81E-303B8FCE537C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5" name="橢圓 84">
                <a:extLst>
                  <a:ext uri="{FF2B5EF4-FFF2-40B4-BE49-F238E27FC236}">
                    <a16:creationId xmlns:a16="http://schemas.microsoft.com/office/drawing/2014/main" id="{D2E550FC-DC6A-360E-805D-76A9DA0179BC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6" name="橢圓 85">
                <a:extLst>
                  <a:ext uri="{FF2B5EF4-FFF2-40B4-BE49-F238E27FC236}">
                    <a16:creationId xmlns:a16="http://schemas.microsoft.com/office/drawing/2014/main" id="{02786300-0455-AF9F-8B1A-B2D7F54BA600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7" name="橢圓 86">
                <a:extLst>
                  <a:ext uri="{FF2B5EF4-FFF2-40B4-BE49-F238E27FC236}">
                    <a16:creationId xmlns:a16="http://schemas.microsoft.com/office/drawing/2014/main" id="{44144E10-2ED4-9DA7-EEBF-3A0902DEA42F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9" name="群組 78">
              <a:extLst>
                <a:ext uri="{FF2B5EF4-FFF2-40B4-BE49-F238E27FC236}">
                  <a16:creationId xmlns:a16="http://schemas.microsoft.com/office/drawing/2014/main" id="{EABE5B00-C95E-2942-2327-A5C16B6CC116}"/>
                </a:ext>
              </a:extLst>
            </p:cNvPr>
            <p:cNvGrpSpPr/>
            <p:nvPr/>
          </p:nvGrpSpPr>
          <p:grpSpPr>
            <a:xfrm>
              <a:off x="1150700" y="4291150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80" name="橢圓 79">
                <a:extLst>
                  <a:ext uri="{FF2B5EF4-FFF2-40B4-BE49-F238E27FC236}">
                    <a16:creationId xmlns:a16="http://schemas.microsoft.com/office/drawing/2014/main" id="{801A25E8-CF36-6996-8AA1-8668B081295F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1" name="橢圓 80">
                <a:extLst>
                  <a:ext uri="{FF2B5EF4-FFF2-40B4-BE49-F238E27FC236}">
                    <a16:creationId xmlns:a16="http://schemas.microsoft.com/office/drawing/2014/main" id="{5C94C810-F83A-CC29-0895-0734BCEF5484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2" name="橢圓 81">
                <a:extLst>
                  <a:ext uri="{FF2B5EF4-FFF2-40B4-BE49-F238E27FC236}">
                    <a16:creationId xmlns:a16="http://schemas.microsoft.com/office/drawing/2014/main" id="{595259EC-C04F-42FA-B369-9664F83D76CA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3" name="橢圓 82">
                <a:extLst>
                  <a:ext uri="{FF2B5EF4-FFF2-40B4-BE49-F238E27FC236}">
                    <a16:creationId xmlns:a16="http://schemas.microsoft.com/office/drawing/2014/main" id="{CE37B88F-5308-7979-CEFE-4888CC0C63F2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C7FF0F0-808F-56B9-24E0-C48EAADC44E2}"/>
              </a:ext>
            </a:extLst>
          </p:cNvPr>
          <p:cNvGrpSpPr/>
          <p:nvPr/>
        </p:nvGrpSpPr>
        <p:grpSpPr>
          <a:xfrm>
            <a:off x="9538225" y="2513777"/>
            <a:ext cx="2099594" cy="2021278"/>
            <a:chOff x="4319679" y="2495304"/>
            <a:chExt cx="2109506" cy="198814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6F0FD5AF-BFD5-3C19-2C25-69499EB1F1C0}"/>
                </a:ext>
              </a:extLst>
            </p:cNvPr>
            <p:cNvSpPr/>
            <p:nvPr/>
          </p:nvSpPr>
          <p:spPr>
            <a:xfrm>
              <a:off x="4345603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31C1CE4-D2E6-13E7-1CA6-AD3F99A24D5E}"/>
                </a:ext>
              </a:extLst>
            </p:cNvPr>
            <p:cNvSpPr/>
            <p:nvPr/>
          </p:nvSpPr>
          <p:spPr>
            <a:xfrm>
              <a:off x="5265891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48D47E73-8B13-53C1-FC45-25861754843F}"/>
                </a:ext>
              </a:extLst>
            </p:cNvPr>
            <p:cNvSpPr/>
            <p:nvPr/>
          </p:nvSpPr>
          <p:spPr>
            <a:xfrm>
              <a:off x="6214643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6B4B0649-ED85-B268-6802-CD3114A2F7A5}"/>
                </a:ext>
              </a:extLst>
            </p:cNvPr>
            <p:cNvSpPr/>
            <p:nvPr/>
          </p:nvSpPr>
          <p:spPr>
            <a:xfrm>
              <a:off x="4345603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6694A77F-EB93-3369-1984-683A540C753B}"/>
                </a:ext>
              </a:extLst>
            </p:cNvPr>
            <p:cNvSpPr/>
            <p:nvPr/>
          </p:nvSpPr>
          <p:spPr>
            <a:xfrm>
              <a:off x="5265891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2044FCCE-9D84-0FB6-C06D-C65619B2848E}"/>
                </a:ext>
              </a:extLst>
            </p:cNvPr>
            <p:cNvSpPr/>
            <p:nvPr/>
          </p:nvSpPr>
          <p:spPr>
            <a:xfrm>
              <a:off x="6214643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CF8797D-1107-BD86-CA14-9826124D7E17}"/>
                </a:ext>
              </a:extLst>
            </p:cNvPr>
            <p:cNvSpPr/>
            <p:nvPr/>
          </p:nvSpPr>
          <p:spPr>
            <a:xfrm>
              <a:off x="4319679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BE40B73A-7B88-AE99-75EB-2B139432BF3C}"/>
                </a:ext>
              </a:extLst>
            </p:cNvPr>
            <p:cNvSpPr/>
            <p:nvPr/>
          </p:nvSpPr>
          <p:spPr>
            <a:xfrm>
              <a:off x="5239967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060933DD-E269-15A3-84F0-61F737AEC026}"/>
                </a:ext>
              </a:extLst>
            </p:cNvPr>
            <p:cNvSpPr/>
            <p:nvPr/>
          </p:nvSpPr>
          <p:spPr>
            <a:xfrm>
              <a:off x="6188719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2AAAECA6-C69E-9E47-A66D-EC8B6E0632CE}"/>
              </a:ext>
            </a:extLst>
          </p:cNvPr>
          <p:cNvGrpSpPr/>
          <p:nvPr/>
        </p:nvGrpSpPr>
        <p:grpSpPr>
          <a:xfrm>
            <a:off x="5645098" y="4042394"/>
            <a:ext cx="2099594" cy="2021278"/>
            <a:chOff x="4319679" y="2495304"/>
            <a:chExt cx="2109506" cy="1988140"/>
          </a:xfrm>
        </p:grpSpPr>
        <p:sp>
          <p:nvSpPr>
            <p:cNvPr id="97" name="橢圓 96">
              <a:extLst>
                <a:ext uri="{FF2B5EF4-FFF2-40B4-BE49-F238E27FC236}">
                  <a16:creationId xmlns:a16="http://schemas.microsoft.com/office/drawing/2014/main" id="{5827BD07-C0F5-88E1-1188-F6EBF7C52EB1}"/>
                </a:ext>
              </a:extLst>
            </p:cNvPr>
            <p:cNvSpPr/>
            <p:nvPr/>
          </p:nvSpPr>
          <p:spPr>
            <a:xfrm>
              <a:off x="4345603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>
              <a:extLst>
                <a:ext uri="{FF2B5EF4-FFF2-40B4-BE49-F238E27FC236}">
                  <a16:creationId xmlns:a16="http://schemas.microsoft.com/office/drawing/2014/main" id="{327BB2C3-C116-AAB3-EFE5-09C89A913F93}"/>
                </a:ext>
              </a:extLst>
            </p:cNvPr>
            <p:cNvSpPr/>
            <p:nvPr/>
          </p:nvSpPr>
          <p:spPr>
            <a:xfrm>
              <a:off x="5265891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A540A061-FC96-ACD2-9022-DFA06D2AA91C}"/>
                </a:ext>
              </a:extLst>
            </p:cNvPr>
            <p:cNvSpPr/>
            <p:nvPr/>
          </p:nvSpPr>
          <p:spPr>
            <a:xfrm>
              <a:off x="6214643" y="24953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橢圓 99">
              <a:extLst>
                <a:ext uri="{FF2B5EF4-FFF2-40B4-BE49-F238E27FC236}">
                  <a16:creationId xmlns:a16="http://schemas.microsoft.com/office/drawing/2014/main" id="{5507010E-F5E7-4AEF-ED7D-D441D22B3C65}"/>
                </a:ext>
              </a:extLst>
            </p:cNvPr>
            <p:cNvSpPr/>
            <p:nvPr/>
          </p:nvSpPr>
          <p:spPr>
            <a:xfrm>
              <a:off x="4345603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1" name="橢圓 100">
              <a:extLst>
                <a:ext uri="{FF2B5EF4-FFF2-40B4-BE49-F238E27FC236}">
                  <a16:creationId xmlns:a16="http://schemas.microsoft.com/office/drawing/2014/main" id="{E2E99EA9-E24C-0935-9EF5-795C50A884B2}"/>
                </a:ext>
              </a:extLst>
            </p:cNvPr>
            <p:cNvSpPr/>
            <p:nvPr/>
          </p:nvSpPr>
          <p:spPr>
            <a:xfrm>
              <a:off x="5265891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8D879D1C-3005-8AE6-F2E8-EAD79255530C}"/>
                </a:ext>
              </a:extLst>
            </p:cNvPr>
            <p:cNvSpPr/>
            <p:nvPr/>
          </p:nvSpPr>
          <p:spPr>
            <a:xfrm>
              <a:off x="6214643" y="33858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橢圓 102">
              <a:extLst>
                <a:ext uri="{FF2B5EF4-FFF2-40B4-BE49-F238E27FC236}">
                  <a16:creationId xmlns:a16="http://schemas.microsoft.com/office/drawing/2014/main" id="{2EC1E684-AD35-97F8-383F-52DFA7A46D68}"/>
                </a:ext>
              </a:extLst>
            </p:cNvPr>
            <p:cNvSpPr/>
            <p:nvPr/>
          </p:nvSpPr>
          <p:spPr>
            <a:xfrm>
              <a:off x="4319679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4" name="橢圓 103">
              <a:extLst>
                <a:ext uri="{FF2B5EF4-FFF2-40B4-BE49-F238E27FC236}">
                  <a16:creationId xmlns:a16="http://schemas.microsoft.com/office/drawing/2014/main" id="{DEF10063-9BE5-8958-DDF0-5A80C9295D44}"/>
                </a:ext>
              </a:extLst>
            </p:cNvPr>
            <p:cNvSpPr/>
            <p:nvPr/>
          </p:nvSpPr>
          <p:spPr>
            <a:xfrm>
              <a:off x="5239967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BA65DD0E-32D2-7400-F77B-2C886838C18B}"/>
                </a:ext>
              </a:extLst>
            </p:cNvPr>
            <p:cNvSpPr/>
            <p:nvPr/>
          </p:nvSpPr>
          <p:spPr>
            <a:xfrm>
              <a:off x="6188719" y="42764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AAE2D21F-1335-4180-A08F-E1353AF84FDD}"/>
              </a:ext>
            </a:extLst>
          </p:cNvPr>
          <p:cNvGrpSpPr/>
          <p:nvPr/>
        </p:nvGrpSpPr>
        <p:grpSpPr>
          <a:xfrm>
            <a:off x="5671901" y="1062180"/>
            <a:ext cx="2085691" cy="2028853"/>
            <a:chOff x="1150700" y="2469261"/>
            <a:chExt cx="2085691" cy="2028853"/>
          </a:xfrm>
          <a:noFill/>
        </p:grpSpPr>
        <p:grpSp>
          <p:nvGrpSpPr>
            <p:cNvPr id="107" name="群組 106">
              <a:extLst>
                <a:ext uri="{FF2B5EF4-FFF2-40B4-BE49-F238E27FC236}">
                  <a16:creationId xmlns:a16="http://schemas.microsoft.com/office/drawing/2014/main" id="{E5077DE5-70F1-E82A-5D62-51E792289522}"/>
                </a:ext>
              </a:extLst>
            </p:cNvPr>
            <p:cNvGrpSpPr/>
            <p:nvPr/>
          </p:nvGrpSpPr>
          <p:grpSpPr>
            <a:xfrm>
              <a:off x="1152809" y="3683853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123" name="橢圓 122">
                <a:extLst>
                  <a:ext uri="{FF2B5EF4-FFF2-40B4-BE49-F238E27FC236}">
                    <a16:creationId xmlns:a16="http://schemas.microsoft.com/office/drawing/2014/main" id="{21DA4B9E-97C7-18CA-67DD-77A2DCFCEB8A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4" name="橢圓 123">
                <a:extLst>
                  <a:ext uri="{FF2B5EF4-FFF2-40B4-BE49-F238E27FC236}">
                    <a16:creationId xmlns:a16="http://schemas.microsoft.com/office/drawing/2014/main" id="{789CC8D7-8F68-BF1C-605D-B9167A1F591B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5" name="橢圓 124">
                <a:extLst>
                  <a:ext uri="{FF2B5EF4-FFF2-40B4-BE49-F238E27FC236}">
                    <a16:creationId xmlns:a16="http://schemas.microsoft.com/office/drawing/2014/main" id="{8D0DE222-7386-F2F3-68C8-C56FE950F93A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6" name="橢圓 125">
                <a:extLst>
                  <a:ext uri="{FF2B5EF4-FFF2-40B4-BE49-F238E27FC236}">
                    <a16:creationId xmlns:a16="http://schemas.microsoft.com/office/drawing/2014/main" id="{D5E33B73-E559-9A85-563F-EF3C50DC4B88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8" name="群組 107">
              <a:extLst>
                <a:ext uri="{FF2B5EF4-FFF2-40B4-BE49-F238E27FC236}">
                  <a16:creationId xmlns:a16="http://schemas.microsoft.com/office/drawing/2014/main" id="{D3D97FB6-08F8-E9E0-9D22-ECF82DAD45C8}"/>
                </a:ext>
              </a:extLst>
            </p:cNvPr>
            <p:cNvGrpSpPr/>
            <p:nvPr/>
          </p:nvGrpSpPr>
          <p:grpSpPr>
            <a:xfrm>
              <a:off x="1152809" y="2469261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119" name="橢圓 118">
                <a:extLst>
                  <a:ext uri="{FF2B5EF4-FFF2-40B4-BE49-F238E27FC236}">
                    <a16:creationId xmlns:a16="http://schemas.microsoft.com/office/drawing/2014/main" id="{4E6BE85E-8BD3-C48C-6A4D-551655BBB246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0" name="橢圓 119">
                <a:extLst>
                  <a:ext uri="{FF2B5EF4-FFF2-40B4-BE49-F238E27FC236}">
                    <a16:creationId xmlns:a16="http://schemas.microsoft.com/office/drawing/2014/main" id="{B263947E-6559-EAD1-B8E5-4150847A6D6D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1" name="橢圓 120">
                <a:extLst>
                  <a:ext uri="{FF2B5EF4-FFF2-40B4-BE49-F238E27FC236}">
                    <a16:creationId xmlns:a16="http://schemas.microsoft.com/office/drawing/2014/main" id="{1AC344B0-0807-8D06-1332-00592DBBC569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22" name="橢圓 121">
                <a:extLst>
                  <a:ext uri="{FF2B5EF4-FFF2-40B4-BE49-F238E27FC236}">
                    <a16:creationId xmlns:a16="http://schemas.microsoft.com/office/drawing/2014/main" id="{36205F96-4B67-649A-2E8F-6E84D16A279E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9" name="群組 108">
              <a:extLst>
                <a:ext uri="{FF2B5EF4-FFF2-40B4-BE49-F238E27FC236}">
                  <a16:creationId xmlns:a16="http://schemas.microsoft.com/office/drawing/2014/main" id="{03A97503-3E1F-64A5-F3E6-4CABF6B7BA64}"/>
                </a:ext>
              </a:extLst>
            </p:cNvPr>
            <p:cNvGrpSpPr/>
            <p:nvPr/>
          </p:nvGrpSpPr>
          <p:grpSpPr>
            <a:xfrm>
              <a:off x="1150700" y="3076557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115" name="橢圓 114">
                <a:extLst>
                  <a:ext uri="{FF2B5EF4-FFF2-40B4-BE49-F238E27FC236}">
                    <a16:creationId xmlns:a16="http://schemas.microsoft.com/office/drawing/2014/main" id="{9F7E190C-B093-853B-EE18-E72D7F3FE98C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6" name="橢圓 115">
                <a:extLst>
                  <a:ext uri="{FF2B5EF4-FFF2-40B4-BE49-F238E27FC236}">
                    <a16:creationId xmlns:a16="http://schemas.microsoft.com/office/drawing/2014/main" id="{D088BCAC-43D3-4FD1-B1D1-BA1A8D213552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7" name="橢圓 116">
                <a:extLst>
                  <a:ext uri="{FF2B5EF4-FFF2-40B4-BE49-F238E27FC236}">
                    <a16:creationId xmlns:a16="http://schemas.microsoft.com/office/drawing/2014/main" id="{FE6C04B6-76C9-92BF-81D8-F785EB8618AC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18" name="橢圓 117">
                <a:extLst>
                  <a:ext uri="{FF2B5EF4-FFF2-40B4-BE49-F238E27FC236}">
                    <a16:creationId xmlns:a16="http://schemas.microsoft.com/office/drawing/2014/main" id="{CD1DEB70-CDFC-5896-2D0D-217A64A8C0A0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0" name="群組 109">
              <a:extLst>
                <a:ext uri="{FF2B5EF4-FFF2-40B4-BE49-F238E27FC236}">
                  <a16:creationId xmlns:a16="http://schemas.microsoft.com/office/drawing/2014/main" id="{0631DDBE-D2F0-5968-F799-EF0EF1F4B9EC}"/>
                </a:ext>
              </a:extLst>
            </p:cNvPr>
            <p:cNvGrpSpPr/>
            <p:nvPr/>
          </p:nvGrpSpPr>
          <p:grpSpPr>
            <a:xfrm>
              <a:off x="1150700" y="4291150"/>
              <a:ext cx="2083582" cy="206964"/>
              <a:chOff x="721834" y="3107765"/>
              <a:chExt cx="2104085" cy="206964"/>
            </a:xfrm>
            <a:grpFill/>
          </p:grpSpPr>
          <p:sp>
            <p:nvSpPr>
              <p:cNvPr id="111" name="橢圓 110">
                <a:extLst>
                  <a:ext uri="{FF2B5EF4-FFF2-40B4-BE49-F238E27FC236}">
                    <a16:creationId xmlns:a16="http://schemas.microsoft.com/office/drawing/2014/main" id="{BECFAE83-3038-DC8E-D95C-645902B15413}"/>
                  </a:ext>
                </a:extLst>
              </p:cNvPr>
              <p:cNvSpPr/>
              <p:nvPr/>
            </p:nvSpPr>
            <p:spPr>
              <a:xfrm>
                <a:off x="721834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" name="橢圓 111">
                <a:extLst>
                  <a:ext uri="{FF2B5EF4-FFF2-40B4-BE49-F238E27FC236}">
                    <a16:creationId xmlns:a16="http://schemas.microsoft.com/office/drawing/2014/main" id="{06FD5371-B149-62EB-AB0E-668D2CADC0D7}"/>
                  </a:ext>
                </a:extLst>
              </p:cNvPr>
              <p:cNvSpPr/>
              <p:nvPr/>
            </p:nvSpPr>
            <p:spPr>
              <a:xfrm>
                <a:off x="2611377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" name="橢圓 112">
                <a:extLst>
                  <a:ext uri="{FF2B5EF4-FFF2-40B4-BE49-F238E27FC236}">
                    <a16:creationId xmlns:a16="http://schemas.microsoft.com/office/drawing/2014/main" id="{ADCE105E-901A-8ABB-3123-2FD7C976D59E}"/>
                  </a:ext>
                </a:extLst>
              </p:cNvPr>
              <p:cNvSpPr/>
              <p:nvPr/>
            </p:nvSpPr>
            <p:spPr>
              <a:xfrm>
                <a:off x="1351682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14" name="橢圓 113">
                <a:extLst>
                  <a:ext uri="{FF2B5EF4-FFF2-40B4-BE49-F238E27FC236}">
                    <a16:creationId xmlns:a16="http://schemas.microsoft.com/office/drawing/2014/main" id="{CE0B8FF6-E3C4-DBA5-351D-C20626F06233}"/>
                  </a:ext>
                </a:extLst>
              </p:cNvPr>
              <p:cNvSpPr/>
              <p:nvPr/>
            </p:nvSpPr>
            <p:spPr>
              <a:xfrm>
                <a:off x="1981530" y="3107765"/>
                <a:ext cx="214542" cy="206964"/>
              </a:xfrm>
              <a:prstGeom prst="ellipse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27" name="箭號: 向右 126">
            <a:extLst>
              <a:ext uri="{FF2B5EF4-FFF2-40B4-BE49-F238E27FC236}">
                <a16:creationId xmlns:a16="http://schemas.microsoft.com/office/drawing/2014/main" id="{F7B6AA93-D3C6-FF94-6A21-7C060FB3A7C3}"/>
              </a:ext>
            </a:extLst>
          </p:cNvPr>
          <p:cNvSpPr/>
          <p:nvPr/>
        </p:nvSpPr>
        <p:spPr>
          <a:xfrm>
            <a:off x="4440166" y="1831489"/>
            <a:ext cx="878186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箭號: 向右 127">
            <a:extLst>
              <a:ext uri="{FF2B5EF4-FFF2-40B4-BE49-F238E27FC236}">
                <a16:creationId xmlns:a16="http://schemas.microsoft.com/office/drawing/2014/main" id="{3D42A706-901E-0ABD-5CC0-7566702A7CBF}"/>
              </a:ext>
            </a:extLst>
          </p:cNvPr>
          <p:cNvSpPr/>
          <p:nvPr/>
        </p:nvSpPr>
        <p:spPr>
          <a:xfrm rot="2110550">
            <a:off x="8213221" y="2279453"/>
            <a:ext cx="878186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箭號: 向右 128">
            <a:extLst>
              <a:ext uri="{FF2B5EF4-FFF2-40B4-BE49-F238E27FC236}">
                <a16:creationId xmlns:a16="http://schemas.microsoft.com/office/drawing/2014/main" id="{58CCAA2F-63E3-6A0A-9DF7-9AA06888B93A}"/>
              </a:ext>
            </a:extLst>
          </p:cNvPr>
          <p:cNvSpPr/>
          <p:nvPr/>
        </p:nvSpPr>
        <p:spPr>
          <a:xfrm rot="19775209">
            <a:off x="8190131" y="4316071"/>
            <a:ext cx="878186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48140D-3986-6C98-B6B0-69746CA95104}"/>
              </a:ext>
            </a:extLst>
          </p:cNvPr>
          <p:cNvSpPr txBox="1"/>
          <p:nvPr/>
        </p:nvSpPr>
        <p:spPr>
          <a:xfrm>
            <a:off x="-64656" y="240145"/>
            <a:ext cx="1225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四個角落中心點對齊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928D1E9-63FB-F4B2-8D48-7CB132F23E20}"/>
              </a:ext>
            </a:extLst>
          </p:cNvPr>
          <p:cNvSpPr txBox="1"/>
          <p:nvPr/>
        </p:nvSpPr>
        <p:spPr>
          <a:xfrm>
            <a:off x="9395820" y="2393709"/>
            <a:ext cx="514884" cy="461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10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27ED000-EDB5-6FBF-9BAB-694964BCCBBF}"/>
              </a:ext>
            </a:extLst>
          </p:cNvPr>
          <p:cNvSpPr txBox="1"/>
          <p:nvPr/>
        </p:nvSpPr>
        <p:spPr>
          <a:xfrm>
            <a:off x="9412974" y="3288847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40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D2A075C-CC8A-83F5-BDB2-F7AEF97E5466}"/>
              </a:ext>
            </a:extLst>
          </p:cNvPr>
          <p:cNvSpPr txBox="1"/>
          <p:nvPr/>
        </p:nvSpPr>
        <p:spPr>
          <a:xfrm>
            <a:off x="9359016" y="4212602"/>
            <a:ext cx="586230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70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12F8DBD-F4C4-37CD-80B5-80FAD5F0BDC7}"/>
              </a:ext>
            </a:extLst>
          </p:cNvPr>
          <p:cNvSpPr txBox="1"/>
          <p:nvPr/>
        </p:nvSpPr>
        <p:spPr>
          <a:xfrm>
            <a:off x="9492673" y="3024970"/>
            <a:ext cx="344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en-US" altLang="zh-TW" sz="18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</a:t>
            </a:r>
            <a:endParaRPr lang="zh-TW" altLang="en-US" sz="1800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363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9ACBA89-DB4A-5A86-1EB7-5F6C2A5B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36</a:t>
            </a:fld>
            <a:endParaRPr lang="zh-TW" altLang="en-US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C6C9906E-EE1E-AF2C-1752-1DDD6DFB3991}"/>
              </a:ext>
            </a:extLst>
          </p:cNvPr>
          <p:cNvGrpSpPr/>
          <p:nvPr/>
        </p:nvGrpSpPr>
        <p:grpSpPr>
          <a:xfrm>
            <a:off x="2140066" y="3735909"/>
            <a:ext cx="2839197" cy="282435"/>
            <a:chOff x="4068464" y="3678674"/>
            <a:chExt cx="2080518" cy="206964"/>
          </a:xfrm>
          <a:noFill/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457F3050-8648-9517-8002-B9AF1A1E52A0}"/>
                </a:ext>
              </a:extLst>
            </p:cNvPr>
            <p:cNvSpPr/>
            <p:nvPr/>
          </p:nvSpPr>
          <p:spPr>
            <a:xfrm>
              <a:off x="4068464" y="3678674"/>
              <a:ext cx="214542" cy="206964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FDA09311-3077-2F54-CCAC-78A0177AD5E2}"/>
                </a:ext>
              </a:extLst>
            </p:cNvPr>
            <p:cNvSpPr/>
            <p:nvPr/>
          </p:nvSpPr>
          <p:spPr>
            <a:xfrm>
              <a:off x="5934440" y="3678674"/>
              <a:ext cx="214542" cy="206964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0DCC79E8-24D5-58E3-4AEB-6FD39612C180}"/>
                </a:ext>
              </a:extLst>
            </p:cNvPr>
            <p:cNvSpPr/>
            <p:nvPr/>
          </p:nvSpPr>
          <p:spPr>
            <a:xfrm>
              <a:off x="4690456" y="3678674"/>
              <a:ext cx="214542" cy="206964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A48E39C4-3D44-FDAE-53DC-A431C9DCE395}"/>
                </a:ext>
              </a:extLst>
            </p:cNvPr>
            <p:cNvSpPr/>
            <p:nvPr/>
          </p:nvSpPr>
          <p:spPr>
            <a:xfrm>
              <a:off x="5312448" y="3678674"/>
              <a:ext cx="214542" cy="206964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400"/>
            </a:p>
          </p:txBody>
        </p:sp>
      </p:grpSp>
      <p:sp>
        <p:nvSpPr>
          <p:cNvPr id="9" name="橢圓 8">
            <a:extLst>
              <a:ext uri="{FF2B5EF4-FFF2-40B4-BE49-F238E27FC236}">
                <a16:creationId xmlns:a16="http://schemas.microsoft.com/office/drawing/2014/main" id="{62A2F571-54AA-0C3C-C839-8CDAB0F256AA}"/>
              </a:ext>
            </a:extLst>
          </p:cNvPr>
          <p:cNvSpPr/>
          <p:nvPr/>
        </p:nvSpPr>
        <p:spPr>
          <a:xfrm>
            <a:off x="2140066" y="2965645"/>
            <a:ext cx="292777" cy="282435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1A29C87C-F5A4-BEFE-4CF4-8D3942719CE0}"/>
              </a:ext>
            </a:extLst>
          </p:cNvPr>
          <p:cNvSpPr/>
          <p:nvPr/>
        </p:nvSpPr>
        <p:spPr>
          <a:xfrm>
            <a:off x="3395945" y="2965645"/>
            <a:ext cx="292777" cy="282435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2BACE2FE-1833-966E-7327-7BBA2D2CD941}"/>
              </a:ext>
            </a:extLst>
          </p:cNvPr>
          <p:cNvSpPr/>
          <p:nvPr/>
        </p:nvSpPr>
        <p:spPr>
          <a:xfrm>
            <a:off x="4690668" y="2965645"/>
            <a:ext cx="292777" cy="282435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 dirty="0">
              <a:solidFill>
                <a:schemeClr val="tx1"/>
              </a:solidFill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36920AA2-DB78-977D-FA96-059ABB295DDF}"/>
              </a:ext>
            </a:extLst>
          </p:cNvPr>
          <p:cNvGrpSpPr/>
          <p:nvPr/>
        </p:nvGrpSpPr>
        <p:grpSpPr>
          <a:xfrm>
            <a:off x="2273466" y="2501468"/>
            <a:ext cx="1285416" cy="432986"/>
            <a:chOff x="5866646" y="1457608"/>
            <a:chExt cx="977775" cy="380245"/>
          </a:xfrm>
        </p:grpSpPr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F9AEA3C0-7835-780D-30DC-B93140A9A7B0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5A714249-CA4F-1373-B145-0576CE9C3125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8CE5FA17-1CE3-14CD-0384-D2EB92B88B5A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047F0FA2-2EF3-4893-2A0D-8D688239F61F}"/>
              </a:ext>
            </a:extLst>
          </p:cNvPr>
          <p:cNvGrpSpPr/>
          <p:nvPr/>
        </p:nvGrpSpPr>
        <p:grpSpPr>
          <a:xfrm>
            <a:off x="3558881" y="2498387"/>
            <a:ext cx="1280034" cy="432986"/>
            <a:chOff x="5866646" y="1457608"/>
            <a:chExt cx="977775" cy="380245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CFC6BAC8-0B8B-22E4-C087-C03A5B00D332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01EDF37B-F445-8894-DB4F-8347896EAC3F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8A8BDABE-91AF-A09E-A753-AAB93D8ABD1E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6515803D-93DE-DBA5-7524-B9C45FBD3378}"/>
              </a:ext>
            </a:extLst>
          </p:cNvPr>
          <p:cNvGrpSpPr/>
          <p:nvPr/>
        </p:nvGrpSpPr>
        <p:grpSpPr>
          <a:xfrm>
            <a:off x="2273464" y="4025881"/>
            <a:ext cx="2557285" cy="432986"/>
            <a:chOff x="4166216" y="3849176"/>
            <a:chExt cx="1873937" cy="317285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4F76F28C-107F-2D86-BB8A-D7EB2014F6C4}"/>
                </a:ext>
              </a:extLst>
            </p:cNvPr>
            <p:cNvGrpSpPr/>
            <p:nvPr/>
          </p:nvGrpSpPr>
          <p:grpSpPr>
            <a:xfrm>
              <a:off x="5410200" y="3849176"/>
              <a:ext cx="629953" cy="317285"/>
              <a:chOff x="5866646" y="1457608"/>
              <a:chExt cx="977775" cy="380245"/>
            </a:xfrm>
          </p:grpSpPr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0097B5E9-E4F7-1A22-F712-B7AFD68A1F13}"/>
                  </a:ext>
                </a:extLst>
              </p:cNvPr>
              <p:cNvCxnSpPr/>
              <p:nvPr/>
            </p:nvCxnSpPr>
            <p:spPr>
              <a:xfrm>
                <a:off x="5866646" y="1457608"/>
                <a:ext cx="0" cy="3802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EB30AD43-8841-C3EF-111A-920A6918A7AF}"/>
                  </a:ext>
                </a:extLst>
              </p:cNvPr>
              <p:cNvCxnSpPr/>
              <p:nvPr/>
            </p:nvCxnSpPr>
            <p:spPr>
              <a:xfrm>
                <a:off x="6844421" y="1457608"/>
                <a:ext cx="0" cy="3802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69930357-DFF7-6278-E0DD-F1F702D0CA5A}"/>
                  </a:ext>
                </a:extLst>
              </p:cNvPr>
              <p:cNvCxnSpPr/>
              <p:nvPr/>
            </p:nvCxnSpPr>
            <p:spPr>
              <a:xfrm>
                <a:off x="5866646" y="1629624"/>
                <a:ext cx="97777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84F3C8DC-404C-655B-AF4E-E0D4E23E3E6F}"/>
                </a:ext>
              </a:extLst>
            </p:cNvPr>
            <p:cNvGrpSpPr/>
            <p:nvPr/>
          </p:nvGrpSpPr>
          <p:grpSpPr>
            <a:xfrm>
              <a:off x="4166216" y="3849176"/>
              <a:ext cx="621991" cy="317285"/>
              <a:chOff x="5866646" y="1457608"/>
              <a:chExt cx="977775" cy="380245"/>
            </a:xfrm>
          </p:grpSpPr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533ABFBC-049D-00E2-0EBB-2A2206F84099}"/>
                  </a:ext>
                </a:extLst>
              </p:cNvPr>
              <p:cNvCxnSpPr/>
              <p:nvPr/>
            </p:nvCxnSpPr>
            <p:spPr>
              <a:xfrm>
                <a:off x="5866646" y="1457608"/>
                <a:ext cx="0" cy="3802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接點 50">
                <a:extLst>
                  <a:ext uri="{FF2B5EF4-FFF2-40B4-BE49-F238E27FC236}">
                    <a16:creationId xmlns:a16="http://schemas.microsoft.com/office/drawing/2014/main" id="{473ADF9F-17DC-1C17-86DA-0A0457C1BA92}"/>
                  </a:ext>
                </a:extLst>
              </p:cNvPr>
              <p:cNvCxnSpPr/>
              <p:nvPr/>
            </p:nvCxnSpPr>
            <p:spPr>
              <a:xfrm>
                <a:off x="6844421" y="1457608"/>
                <a:ext cx="0" cy="3802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5AF89D52-C03F-2420-9E80-7CDCF370E2AE}"/>
                  </a:ext>
                </a:extLst>
              </p:cNvPr>
              <p:cNvCxnSpPr/>
              <p:nvPr/>
            </p:nvCxnSpPr>
            <p:spPr>
              <a:xfrm>
                <a:off x="5866646" y="1629624"/>
                <a:ext cx="97777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191175C3-D87B-6628-345C-C96D539C827A}"/>
                </a:ext>
              </a:extLst>
            </p:cNvPr>
            <p:cNvGrpSpPr/>
            <p:nvPr/>
          </p:nvGrpSpPr>
          <p:grpSpPr>
            <a:xfrm>
              <a:off x="4788208" y="3849176"/>
              <a:ext cx="621989" cy="317285"/>
              <a:chOff x="5866646" y="1457608"/>
              <a:chExt cx="977775" cy="380245"/>
            </a:xfrm>
          </p:grpSpPr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11064F3F-C36F-BB5C-24D5-76F9C5CE97F4}"/>
                  </a:ext>
                </a:extLst>
              </p:cNvPr>
              <p:cNvCxnSpPr/>
              <p:nvPr/>
            </p:nvCxnSpPr>
            <p:spPr>
              <a:xfrm>
                <a:off x="5866646" y="1457608"/>
                <a:ext cx="0" cy="3802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A4AB80AD-F5BD-4C85-928A-7D5F9497FEA5}"/>
                  </a:ext>
                </a:extLst>
              </p:cNvPr>
              <p:cNvCxnSpPr/>
              <p:nvPr/>
            </p:nvCxnSpPr>
            <p:spPr>
              <a:xfrm>
                <a:off x="6844421" y="1457608"/>
                <a:ext cx="0" cy="38024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C0795F02-940B-89E7-8378-6DD0C97FFCCB}"/>
                  </a:ext>
                </a:extLst>
              </p:cNvPr>
              <p:cNvCxnSpPr/>
              <p:nvPr/>
            </p:nvCxnSpPr>
            <p:spPr>
              <a:xfrm>
                <a:off x="5866646" y="1629624"/>
                <a:ext cx="977775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F9CEE369-278C-640F-ED89-8A2E8B4DB860}"/>
              </a:ext>
            </a:extLst>
          </p:cNvPr>
          <p:cNvSpPr txBox="1"/>
          <p:nvPr/>
        </p:nvSpPr>
        <p:spPr>
          <a:xfrm>
            <a:off x="2292793" y="4520486"/>
            <a:ext cx="619080" cy="461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2/3</a:t>
            </a:r>
            <a:endParaRPr lang="zh-TW" altLang="en-US" sz="24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B3E96482-8CDD-81C5-4160-5C4969E97081}"/>
              </a:ext>
            </a:extLst>
          </p:cNvPr>
          <p:cNvSpPr txBox="1"/>
          <p:nvPr/>
        </p:nvSpPr>
        <p:spPr>
          <a:xfrm>
            <a:off x="3194294" y="4532033"/>
            <a:ext cx="619080" cy="461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2/3</a:t>
            </a:r>
            <a:endParaRPr lang="zh-TW" altLang="en-US" sz="2400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DA7B9EC-62EC-DBD6-EE14-AADCED418FC4}"/>
              </a:ext>
            </a:extLst>
          </p:cNvPr>
          <p:cNvSpPr txBox="1"/>
          <p:nvPr/>
        </p:nvSpPr>
        <p:spPr>
          <a:xfrm>
            <a:off x="4095794" y="4532033"/>
            <a:ext cx="619080" cy="461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2/3</a:t>
            </a:r>
            <a:endParaRPr lang="zh-TW" altLang="en-US" sz="24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4C93954-FD9A-D309-9593-CDAF111EA397}"/>
              </a:ext>
            </a:extLst>
          </p:cNvPr>
          <p:cNvSpPr txBox="1"/>
          <p:nvPr/>
        </p:nvSpPr>
        <p:spPr>
          <a:xfrm>
            <a:off x="1979020" y="2874000"/>
            <a:ext cx="514884" cy="461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10</a:t>
            </a:r>
            <a:endParaRPr lang="zh-TW" altLang="en-US" sz="240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DE6F6798-C255-D153-AFED-65E3B143A19A}"/>
              </a:ext>
            </a:extLst>
          </p:cNvPr>
          <p:cNvSpPr txBox="1"/>
          <p:nvPr/>
        </p:nvSpPr>
        <p:spPr>
          <a:xfrm>
            <a:off x="3275410" y="2887065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40</a:t>
            </a:r>
            <a:endParaRPr lang="zh-TW" altLang="en-US" sz="2400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3C54E245-E184-AC2B-E7A5-DDE7DFE3AD99}"/>
              </a:ext>
            </a:extLst>
          </p:cNvPr>
          <p:cNvSpPr txBox="1"/>
          <p:nvPr/>
        </p:nvSpPr>
        <p:spPr>
          <a:xfrm>
            <a:off x="2958215" y="3648865"/>
            <a:ext cx="338554" cy="461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?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95C3667A-EB9D-9FA9-5741-DB77929C4C19}"/>
              </a:ext>
            </a:extLst>
          </p:cNvPr>
          <p:cNvSpPr txBox="1"/>
          <p:nvPr/>
        </p:nvSpPr>
        <p:spPr>
          <a:xfrm>
            <a:off x="4537634" y="2854856"/>
            <a:ext cx="586230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70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951B826E-8AE1-DAEA-FBC8-FCB213EAE88D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計算縮放比例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C480F51B-FEF4-4BE4-85E6-CD0FF3CE605F}"/>
                  </a:ext>
                </a:extLst>
              </p:cNvPr>
              <p:cNvSpPr txBox="1"/>
              <p:nvPr/>
            </p:nvSpPr>
            <p:spPr>
              <a:xfrm>
                <a:off x="6609644" y="2380433"/>
                <a:ext cx="4288353" cy="24432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個像素總長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=2</a:t>
                </a:r>
              </a:p>
              <a:p>
                <a:pPr algn="ctr"/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個像素總長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=3</a:t>
                </a:r>
              </a:p>
              <a:p>
                <a:pPr algn="ctr"/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總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長度2要平分3個間距</a:t>
                </a:r>
              </a:p>
              <a:p>
                <a:pPr algn="ctr"/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個間距長度</a:t>
                </a:r>
                <a:r>
                  <a:rPr lang="en-US" altLang="zh-TW" sz="32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TW" sz="4000" b="0" i="0" dirty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sz="4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4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TW" sz="40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TW" altLang="en-US" sz="32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C480F51B-FEF4-4BE4-85E6-CD0FF3CE6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644" y="2380433"/>
                <a:ext cx="4288353" cy="2443233"/>
              </a:xfrm>
              <a:prstGeom prst="rect">
                <a:avLst/>
              </a:prstGeom>
              <a:blipFill>
                <a:blip r:embed="rId2"/>
                <a:stretch>
                  <a:fillRect l="-3409" t="-3491" r="-3267" b="-7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B17A7C65-AD2B-DC61-C726-FB0B39768839}"/>
              </a:ext>
            </a:extLst>
          </p:cNvPr>
          <p:cNvSpPr txBox="1"/>
          <p:nvPr/>
        </p:nvSpPr>
        <p:spPr>
          <a:xfrm>
            <a:off x="2002110" y="3645237"/>
            <a:ext cx="514884" cy="461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10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8F59895-4A77-7602-B56A-60DF097008E3}"/>
              </a:ext>
            </a:extLst>
          </p:cNvPr>
          <p:cNvSpPr txBox="1"/>
          <p:nvPr/>
        </p:nvSpPr>
        <p:spPr>
          <a:xfrm>
            <a:off x="4560724" y="3653802"/>
            <a:ext cx="586230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70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左大括弧 14">
            <a:extLst>
              <a:ext uri="{FF2B5EF4-FFF2-40B4-BE49-F238E27FC236}">
                <a16:creationId xmlns:a16="http://schemas.microsoft.com/office/drawing/2014/main" id="{A92FF553-E836-0F69-ED2F-9957DABAC7F6}"/>
              </a:ext>
            </a:extLst>
          </p:cNvPr>
          <p:cNvSpPr/>
          <p:nvPr/>
        </p:nvSpPr>
        <p:spPr>
          <a:xfrm rot="5400000">
            <a:off x="3410527" y="949039"/>
            <a:ext cx="304800" cy="2572326"/>
          </a:xfrm>
          <a:prstGeom prst="leftBrace">
            <a:avLst>
              <a:gd name="adj1" fmla="val 8333"/>
              <a:gd name="adj2" fmla="val 5071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64749F3-613D-1EED-BCE7-FE9F00FE8E77}"/>
              </a:ext>
            </a:extLst>
          </p:cNvPr>
          <p:cNvSpPr txBox="1"/>
          <p:nvPr/>
        </p:nvSpPr>
        <p:spPr>
          <a:xfrm>
            <a:off x="3408218" y="1662546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2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53621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9ACBA89-DB4A-5A86-1EB7-5F6C2A5B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37</a:t>
            </a:fld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951B826E-8AE1-DAEA-FBC8-FCB213EAE88D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Step1:</a:t>
            </a:r>
            <a:r>
              <a:rPr lang="zh-TW" altLang="en-US" dirty="0"/>
              <a:t>計算縮放比例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798EEA1-B897-88DA-253A-07B30E319C3D}"/>
                  </a:ext>
                </a:extLst>
              </p:cNvPr>
              <p:cNvSpPr txBox="1"/>
              <p:nvPr/>
            </p:nvSpPr>
            <p:spPr>
              <a:xfrm>
                <a:off x="1180906" y="1400605"/>
                <a:ext cx="6340390" cy="13089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原始圖像尺寸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3 , 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3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目標圖像尺寸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4 , 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= 4</a:t>
                </a:r>
                <a:endParaRPr lang="zh-TW" altLang="en-US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6798EEA1-B897-88DA-253A-07B30E319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906" y="1400605"/>
                <a:ext cx="6340390" cy="1308948"/>
              </a:xfrm>
              <a:prstGeom prst="rect">
                <a:avLst/>
              </a:prstGeom>
              <a:blipFill>
                <a:blip r:embed="rId2"/>
                <a:stretch>
                  <a:fillRect l="-1731" r="-865" b="-12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0D877AD4-171F-91C1-CE69-69C4D08075C4}"/>
                  </a:ext>
                </a:extLst>
              </p:cNvPr>
              <p:cNvSpPr txBox="1"/>
              <p:nvPr/>
            </p:nvSpPr>
            <p:spPr>
              <a:xfrm>
                <a:off x="4475604" y="3429000"/>
                <a:ext cx="5308569" cy="879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0D877AD4-171F-91C1-CE69-69C4D0807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604" y="3429000"/>
                <a:ext cx="5308569" cy="8799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886F3CE3-45B7-B6D8-B36E-41E8146A9CE3}"/>
                  </a:ext>
                </a:extLst>
              </p:cNvPr>
              <p:cNvSpPr txBox="1"/>
              <p:nvPr/>
            </p:nvSpPr>
            <p:spPr>
              <a:xfrm>
                <a:off x="4475604" y="4891928"/>
                <a:ext cx="3973331" cy="888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  <m:r>
                        <a:rPr lang="en-US" altLang="zh-TW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886F3CE3-45B7-B6D8-B36E-41E8146A9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604" y="4891928"/>
                <a:ext cx="3973331" cy="8885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星形: 五角 2">
            <a:extLst>
              <a:ext uri="{FF2B5EF4-FFF2-40B4-BE49-F238E27FC236}">
                <a16:creationId xmlns:a16="http://schemas.microsoft.com/office/drawing/2014/main" id="{489F2CB7-5466-B63B-88B0-3392C9A1F2CD}"/>
              </a:ext>
            </a:extLst>
          </p:cNvPr>
          <p:cNvSpPr/>
          <p:nvPr/>
        </p:nvSpPr>
        <p:spPr>
          <a:xfrm>
            <a:off x="899526" y="260335"/>
            <a:ext cx="615820" cy="615820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4EE100E-CA10-91EF-780B-6EAA529A1367}"/>
              </a:ext>
            </a:extLst>
          </p:cNvPr>
          <p:cNvSpPr txBox="1"/>
          <p:nvPr/>
        </p:nvSpPr>
        <p:spPr>
          <a:xfrm>
            <a:off x="8765308" y="5153891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這個就是內差時的</a:t>
            </a:r>
            <a:r>
              <a:rPr lang="zh-TW" altLang="en-US" sz="20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距離</a:t>
            </a:r>
          </a:p>
        </p:txBody>
      </p:sp>
    </p:spTree>
    <p:extLst>
      <p:ext uri="{BB962C8B-B14F-4D97-AF65-F5344CB8AC3E}">
        <p14:creationId xmlns:p14="http://schemas.microsoft.com/office/powerpoint/2010/main" val="3478620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38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166AB7-D54C-910A-330D-AE68F36F5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98517"/>
              </p:ext>
            </p:extLst>
          </p:nvPr>
        </p:nvGraphicFramePr>
        <p:xfrm>
          <a:off x="842554" y="1893628"/>
          <a:ext cx="3789372" cy="3627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7343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6" name="箭號: 向右 5">
            <a:extLst>
              <a:ext uri="{FF2B5EF4-FFF2-40B4-BE49-F238E27FC236}">
                <a16:creationId xmlns:a16="http://schemas.microsoft.com/office/drawing/2014/main" id="{93807A60-BA49-FE60-36B0-4029A423E50D}"/>
              </a:ext>
            </a:extLst>
          </p:cNvPr>
          <p:cNvSpPr/>
          <p:nvPr/>
        </p:nvSpPr>
        <p:spPr>
          <a:xfrm rot="19800000">
            <a:off x="4833792" y="2904996"/>
            <a:ext cx="523715" cy="440621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93EF4E-018A-9D7D-F974-316527611A8C}"/>
              </a:ext>
            </a:extLst>
          </p:cNvPr>
          <p:cNvSpPr/>
          <p:nvPr/>
        </p:nvSpPr>
        <p:spPr>
          <a:xfrm>
            <a:off x="1792663" y="2803584"/>
            <a:ext cx="932506" cy="896293"/>
          </a:xfrm>
          <a:prstGeom prst="rect">
            <a:avLst/>
          </a:prstGeom>
          <a:solidFill>
            <a:srgbClr val="BDB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F(1,1)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D6E9C520-EBEA-A629-71FB-08E3AE7CFA49}"/>
              </a:ext>
            </a:extLst>
          </p:cNvPr>
          <p:cNvGrpSpPr/>
          <p:nvPr/>
        </p:nvGrpSpPr>
        <p:grpSpPr>
          <a:xfrm>
            <a:off x="1294722" y="1579954"/>
            <a:ext cx="977775" cy="155321"/>
            <a:chOff x="5866646" y="1457608"/>
            <a:chExt cx="977775" cy="380245"/>
          </a:xfrm>
        </p:grpSpPr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7F8F3180-E9E5-4B98-17D4-6ADEE082839F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0C335191-A9D9-A1EB-0B9A-723594A72593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E057EA80-DA0B-511C-F6ED-04F74D81A92A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B6C24CA0-76EA-2E8C-ECC6-EF43EDF4F9E5}"/>
              </a:ext>
            </a:extLst>
          </p:cNvPr>
          <p:cNvGrpSpPr/>
          <p:nvPr/>
        </p:nvGrpSpPr>
        <p:grpSpPr>
          <a:xfrm rot="5400000">
            <a:off x="9071" y="2757628"/>
            <a:ext cx="977775" cy="159814"/>
            <a:chOff x="5866646" y="1457608"/>
            <a:chExt cx="977775" cy="380245"/>
          </a:xfrm>
        </p:grpSpPr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F69F2130-31EF-8A20-3962-713221B0E3D5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1E157042-57CE-DCCC-4FCA-E38C6A4E2AA3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AE85925A-9600-0AED-D49D-DD32E4BDDB8A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7C3B97F-1BD6-056D-4A00-51B2DD043923}"/>
              </a:ext>
            </a:extLst>
          </p:cNvPr>
          <p:cNvSpPr txBox="1"/>
          <p:nvPr/>
        </p:nvSpPr>
        <p:spPr>
          <a:xfrm>
            <a:off x="1614471" y="1222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A8725DB-D5B7-9E80-60DE-2CE4B97E4ED9}"/>
              </a:ext>
            </a:extLst>
          </p:cNvPr>
          <p:cNvSpPr txBox="1"/>
          <p:nvPr/>
        </p:nvSpPr>
        <p:spPr>
          <a:xfrm>
            <a:off x="157134" y="26528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2FF3E71C-B8C5-C1E1-0259-FD530B550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539010"/>
              </p:ext>
            </p:extLst>
          </p:nvPr>
        </p:nvGraphicFramePr>
        <p:xfrm>
          <a:off x="5448533" y="1093331"/>
          <a:ext cx="2847816" cy="2720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954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i="1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(0.667,0.667)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BD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913FFCD7-6807-2A53-7D8C-41C90F15D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058196"/>
              </p:ext>
            </p:extLst>
          </p:nvPr>
        </p:nvGraphicFramePr>
        <p:xfrm>
          <a:off x="5464795" y="4137351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52880323-1C29-8EF6-290A-013BD9867B64}"/>
              </a:ext>
            </a:extLst>
          </p:cNvPr>
          <p:cNvSpPr/>
          <p:nvPr/>
        </p:nvSpPr>
        <p:spPr>
          <a:xfrm>
            <a:off x="8410423" y="4760465"/>
            <a:ext cx="523715" cy="440621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27EE7574-10AD-4FFE-6BB7-4C6920C19B48}"/>
              </a:ext>
            </a:extLst>
          </p:cNvPr>
          <p:cNvSpPr/>
          <p:nvPr/>
        </p:nvSpPr>
        <p:spPr>
          <a:xfrm rot="5400000">
            <a:off x="6656246" y="3632106"/>
            <a:ext cx="523715" cy="440621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FF7C12D7-F5AD-AF1F-755D-EF1ED141B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995222"/>
              </p:ext>
            </p:extLst>
          </p:nvPr>
        </p:nvGraphicFramePr>
        <p:xfrm>
          <a:off x="9161551" y="3497214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f(0,0)</a:t>
                      </a:r>
                      <a:endParaRPr lang="en-US" altLang="zh-TW" sz="2000" dirty="0"/>
                    </a:p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f(1,0)</a:t>
                      </a:r>
                    </a:p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f(0,1)</a:t>
                      </a:r>
                    </a:p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f(1,1)</a:t>
                      </a:r>
                    </a:p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sp>
        <p:nvSpPr>
          <p:cNvPr id="39" name="文字方塊 38">
            <a:extLst>
              <a:ext uri="{FF2B5EF4-FFF2-40B4-BE49-F238E27FC236}">
                <a16:creationId xmlns:a16="http://schemas.microsoft.com/office/drawing/2014/main" id="{59676E81-A4CB-C7EE-742D-F551F3083FA2}"/>
              </a:ext>
            </a:extLst>
          </p:cNvPr>
          <p:cNvSpPr txBox="1"/>
          <p:nvPr/>
        </p:nvSpPr>
        <p:spPr>
          <a:xfrm>
            <a:off x="6845081" y="2532046"/>
            <a:ext cx="141577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取整數變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(0,0)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B37B9E50-D724-08E9-C0ED-50644DEC67DE}"/>
              </a:ext>
            </a:extLst>
          </p:cNvPr>
          <p:cNvCxnSpPr/>
          <p:nvPr/>
        </p:nvCxnSpPr>
        <p:spPr>
          <a:xfrm>
            <a:off x="6294251" y="2388085"/>
            <a:ext cx="606582" cy="454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4BB6820-3B9D-D968-1186-92FEDB1A7B19}"/>
              </a:ext>
            </a:extLst>
          </p:cNvPr>
          <p:cNvSpPr txBox="1"/>
          <p:nvPr/>
        </p:nvSpPr>
        <p:spPr>
          <a:xfrm>
            <a:off x="4596337" y="2555067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×0.667</a:t>
            </a:r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26AC6163-8098-26D1-4A65-34D7E2FE2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711" y="1143886"/>
            <a:ext cx="2584858" cy="1566070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793CCA3C-435D-51C8-7CEC-727410241A0B}"/>
              </a:ext>
            </a:extLst>
          </p:cNvPr>
          <p:cNvSpPr/>
          <p:nvPr/>
        </p:nvSpPr>
        <p:spPr>
          <a:xfrm>
            <a:off x="6410872" y="5046732"/>
            <a:ext cx="218528" cy="218528"/>
          </a:xfrm>
          <a:prstGeom prst="ellipse">
            <a:avLst/>
          </a:prstGeom>
          <a:solidFill>
            <a:srgbClr val="7D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AD2D75-7089-A3DB-2AB9-65C7ADCD8B8D}"/>
              </a:ext>
            </a:extLst>
          </p:cNvPr>
          <p:cNvSpPr/>
          <p:nvPr/>
        </p:nvSpPr>
        <p:spPr>
          <a:xfrm>
            <a:off x="5911850" y="4577509"/>
            <a:ext cx="977900" cy="920750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B9F673-9076-CF24-E70C-0CAAE205AB8F}"/>
              </a:ext>
            </a:extLst>
          </p:cNvPr>
          <p:cNvSpPr txBox="1"/>
          <p:nvPr/>
        </p:nvSpPr>
        <p:spPr>
          <a:xfrm>
            <a:off x="5638800" y="413300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(0,0)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47AE761-3B35-1E10-0D64-21256EDD9A42}"/>
              </a:ext>
            </a:extLst>
          </p:cNvPr>
          <p:cNvSpPr txBox="1"/>
          <p:nvPr/>
        </p:nvSpPr>
        <p:spPr>
          <a:xfrm>
            <a:off x="6559550" y="413935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(1,0)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A61FB31-D082-8FD4-2661-00AAC1B9F6F7}"/>
              </a:ext>
            </a:extLst>
          </p:cNvPr>
          <p:cNvSpPr txBox="1"/>
          <p:nvPr/>
        </p:nvSpPr>
        <p:spPr>
          <a:xfrm>
            <a:off x="6093114" y="4803284"/>
            <a:ext cx="806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1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(0.67,0.67)</a:t>
            </a:r>
            <a:endParaRPr lang="zh-TW" altLang="en-US" sz="1100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F533F29-C57F-33D3-46E6-B2567F7E6340}"/>
              </a:ext>
            </a:extLst>
          </p:cNvPr>
          <p:cNvSpPr txBox="1"/>
          <p:nvPr/>
        </p:nvSpPr>
        <p:spPr>
          <a:xfrm>
            <a:off x="5631296" y="5547905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(0,1)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0EDFAD-C510-B46D-C883-DD1CB7B91018}"/>
              </a:ext>
            </a:extLst>
          </p:cNvPr>
          <p:cNvSpPr txBox="1"/>
          <p:nvPr/>
        </p:nvSpPr>
        <p:spPr>
          <a:xfrm>
            <a:off x="6587260" y="5570996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(1,1)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8A435415-48B8-39CE-5F7D-9F23591B0485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Step2:</a:t>
            </a:r>
            <a:r>
              <a:rPr lang="zh-TW" altLang="en-US" dirty="0">
                <a:latin typeface="標楷體" panose="03000509000000000000" pitchFamily="65" charset="-120"/>
              </a:rPr>
              <a:t>找鄰近四個點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068B38B-4184-0E7B-1850-12C5A1FBC59C}"/>
              </a:ext>
            </a:extLst>
          </p:cNvPr>
          <p:cNvSpPr txBox="1"/>
          <p:nvPr/>
        </p:nvSpPr>
        <p:spPr>
          <a:xfrm>
            <a:off x="9236364" y="3029527"/>
            <a:ext cx="25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座標各減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鄰近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個點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9EC00D8-14A0-CD82-C2CE-C4F5644F1C87}"/>
              </a:ext>
            </a:extLst>
          </p:cNvPr>
          <p:cNvSpPr txBox="1"/>
          <p:nvPr/>
        </p:nvSpPr>
        <p:spPr>
          <a:xfrm>
            <a:off x="554182" y="424872"/>
            <a:ext cx="1127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目標圖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原圖</a:t>
            </a:r>
          </a:p>
        </p:txBody>
      </p:sp>
    </p:spTree>
    <p:extLst>
      <p:ext uri="{BB962C8B-B14F-4D97-AF65-F5344CB8AC3E}">
        <p14:creationId xmlns:p14="http://schemas.microsoft.com/office/powerpoint/2010/main" val="2418612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075C7F35-8A30-0E19-EA4E-046EA2DFEDE4}"/>
              </a:ext>
            </a:extLst>
          </p:cNvPr>
          <p:cNvGrpSpPr/>
          <p:nvPr/>
        </p:nvGrpSpPr>
        <p:grpSpPr>
          <a:xfrm>
            <a:off x="714120" y="3094883"/>
            <a:ext cx="2104085" cy="206964"/>
            <a:chOff x="721834" y="3107765"/>
            <a:chExt cx="2104085" cy="206964"/>
          </a:xfrm>
        </p:grpSpPr>
        <p:sp>
          <p:nvSpPr>
            <p:cNvPr id="169" name="橢圓 168">
              <a:extLst>
                <a:ext uri="{FF2B5EF4-FFF2-40B4-BE49-F238E27FC236}">
                  <a16:creationId xmlns:a16="http://schemas.microsoft.com/office/drawing/2014/main" id="{DDBE7880-78B1-2239-A111-379145F1E306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solidFill>
              <a:srgbClr val="7D7D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0" name="橢圓 169">
              <a:extLst>
                <a:ext uri="{FF2B5EF4-FFF2-40B4-BE49-F238E27FC236}">
                  <a16:creationId xmlns:a16="http://schemas.microsoft.com/office/drawing/2014/main" id="{2EB48C36-EDFE-17B3-2F38-A1A86A9D1E70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solidFill>
              <a:srgbClr val="7D7D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1" name="橢圓 170">
              <a:extLst>
                <a:ext uri="{FF2B5EF4-FFF2-40B4-BE49-F238E27FC236}">
                  <a16:creationId xmlns:a16="http://schemas.microsoft.com/office/drawing/2014/main" id="{72466200-7778-AE91-97A3-418C1D42B2D1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solidFill>
              <a:srgbClr val="7D7D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2" name="橢圓 171">
              <a:extLst>
                <a:ext uri="{FF2B5EF4-FFF2-40B4-BE49-F238E27FC236}">
                  <a16:creationId xmlns:a16="http://schemas.microsoft.com/office/drawing/2014/main" id="{4F4A9745-F1B0-0C4D-2D48-3A4EFD6BACB3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solidFill>
              <a:srgbClr val="7D7D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124" name="表格 123">
            <a:extLst>
              <a:ext uri="{FF2B5EF4-FFF2-40B4-BE49-F238E27FC236}">
                <a16:creationId xmlns:a16="http://schemas.microsoft.com/office/drawing/2014/main" id="{65D7CF1E-A0B3-D294-B69A-10B6F1935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603026"/>
              </p:ext>
            </p:extLst>
          </p:nvPr>
        </p:nvGraphicFramePr>
        <p:xfrm>
          <a:off x="3949254" y="2130355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6178E2D-BE49-D20D-742C-80DDC128C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478995"/>
              </p:ext>
            </p:extLst>
          </p:nvPr>
        </p:nvGraphicFramePr>
        <p:xfrm>
          <a:off x="315589" y="2125629"/>
          <a:ext cx="2847816" cy="2720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954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BD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39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Step3:</a:t>
            </a:r>
            <a:r>
              <a:rPr lang="zh-TW" altLang="en-US" dirty="0"/>
              <a:t>計算內插值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2908663-18FD-4ABF-652C-22BCCB9A2539}"/>
              </a:ext>
            </a:extLst>
          </p:cNvPr>
          <p:cNvCxnSpPr>
            <a:cxnSpLocks/>
          </p:cNvCxnSpPr>
          <p:nvPr/>
        </p:nvCxnSpPr>
        <p:spPr>
          <a:xfrm>
            <a:off x="8482587" y="1711598"/>
            <a:ext cx="0" cy="3649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2490A40-D816-2768-4EF9-95EE87E54E3F}"/>
              </a:ext>
            </a:extLst>
          </p:cNvPr>
          <p:cNvCxnSpPr>
            <a:cxnSpLocks/>
          </p:cNvCxnSpPr>
          <p:nvPr/>
        </p:nvCxnSpPr>
        <p:spPr>
          <a:xfrm>
            <a:off x="11330402" y="1585498"/>
            <a:ext cx="0" cy="3775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2C74D2F-2A24-7DAF-371E-881B1ECFA19B}"/>
              </a:ext>
            </a:extLst>
          </p:cNvPr>
          <p:cNvCxnSpPr>
            <a:cxnSpLocks/>
          </p:cNvCxnSpPr>
          <p:nvPr/>
        </p:nvCxnSpPr>
        <p:spPr>
          <a:xfrm>
            <a:off x="7767363" y="2128706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B7D188D-5880-57FE-C5AA-F174850624EE}"/>
              </a:ext>
            </a:extLst>
          </p:cNvPr>
          <p:cNvCxnSpPr>
            <a:cxnSpLocks/>
          </p:cNvCxnSpPr>
          <p:nvPr/>
        </p:nvCxnSpPr>
        <p:spPr>
          <a:xfrm>
            <a:off x="7767363" y="4827430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EC20389-D114-2F84-00D2-A40905692D87}"/>
              </a:ext>
            </a:extLst>
          </p:cNvPr>
          <p:cNvSpPr/>
          <p:nvPr/>
        </p:nvSpPr>
        <p:spPr>
          <a:xfrm>
            <a:off x="8102345" y="1915952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A0901C-9F14-16A6-5696-BF239C0177E4}"/>
              </a:ext>
            </a:extLst>
          </p:cNvPr>
          <p:cNvSpPr/>
          <p:nvPr/>
        </p:nvSpPr>
        <p:spPr>
          <a:xfrm>
            <a:off x="8102345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CD1353-8D49-4223-2685-D8DAA22BAA52}"/>
              </a:ext>
            </a:extLst>
          </p:cNvPr>
          <p:cNvSpPr/>
          <p:nvPr/>
        </p:nvSpPr>
        <p:spPr>
          <a:xfrm>
            <a:off x="10950160" y="1909831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B9A7EC-CAE7-FC67-E534-9C35129C310B}"/>
              </a:ext>
            </a:extLst>
          </p:cNvPr>
          <p:cNvSpPr/>
          <p:nvPr/>
        </p:nvSpPr>
        <p:spPr>
          <a:xfrm>
            <a:off x="10950160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977B750-CD48-06DB-70DC-20DE3E584DDC}"/>
              </a:ext>
            </a:extLst>
          </p:cNvPr>
          <p:cNvGrpSpPr/>
          <p:nvPr/>
        </p:nvGrpSpPr>
        <p:grpSpPr>
          <a:xfrm>
            <a:off x="8482497" y="1531661"/>
            <a:ext cx="1897192" cy="107673"/>
            <a:chOff x="5866646" y="1457608"/>
            <a:chExt cx="977775" cy="380245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001A6251-C299-BFE0-C507-F961A99F1DFB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FEFC4404-9A4D-2933-3983-07F6FD513D41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14748A1F-19BB-9102-481A-AAF043C7C800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D3C59EA-B68E-52E3-7E9E-DBB0E630F1AB}"/>
              </a:ext>
            </a:extLst>
          </p:cNvPr>
          <p:cNvSpPr txBox="1"/>
          <p:nvPr/>
        </p:nvSpPr>
        <p:spPr>
          <a:xfrm>
            <a:off x="9056920" y="1182951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0.667</a:t>
            </a:r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2A88234-DEE0-FFDE-DBC6-B7E64FF0850B}"/>
              </a:ext>
            </a:extLst>
          </p:cNvPr>
          <p:cNvGrpSpPr/>
          <p:nvPr/>
        </p:nvGrpSpPr>
        <p:grpSpPr>
          <a:xfrm rot="5400000">
            <a:off x="6728689" y="2966658"/>
            <a:ext cx="1806412" cy="118653"/>
            <a:chOff x="5866646" y="1457608"/>
            <a:chExt cx="977775" cy="380245"/>
          </a:xfrm>
        </p:grpSpPr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EB933CCC-2F15-73B2-20EC-780C6C4F3B1C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5EBC7DCD-8F38-51D3-CF84-A31B967FC73E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70D6F3C3-17A0-22DB-9E7B-5D7F8F8DE577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DBDC2D1-49D8-EE42-8BE3-D346303B7403}"/>
              </a:ext>
            </a:extLst>
          </p:cNvPr>
          <p:cNvSpPr txBox="1"/>
          <p:nvPr/>
        </p:nvSpPr>
        <p:spPr>
          <a:xfrm>
            <a:off x="7683652" y="289836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0.667</a:t>
            </a:r>
            <a:endParaRPr lang="zh-TW" altLang="en-US" dirty="0"/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C7DDF609-402A-68DF-E07D-0C25B781E81F}"/>
              </a:ext>
            </a:extLst>
          </p:cNvPr>
          <p:cNvCxnSpPr>
            <a:cxnSpLocks/>
          </p:cNvCxnSpPr>
          <p:nvPr/>
        </p:nvCxnSpPr>
        <p:spPr>
          <a:xfrm>
            <a:off x="8482587" y="3958418"/>
            <a:ext cx="2847806" cy="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79BD6F99-A713-88E6-7214-B11FE3E11175}"/>
              </a:ext>
            </a:extLst>
          </p:cNvPr>
          <p:cNvCxnSpPr>
            <a:cxnSpLocks/>
          </p:cNvCxnSpPr>
          <p:nvPr/>
        </p:nvCxnSpPr>
        <p:spPr>
          <a:xfrm>
            <a:off x="10381797" y="2142833"/>
            <a:ext cx="0" cy="266062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橢圓 69">
            <a:extLst>
              <a:ext uri="{FF2B5EF4-FFF2-40B4-BE49-F238E27FC236}">
                <a16:creationId xmlns:a16="http://schemas.microsoft.com/office/drawing/2014/main" id="{93F2B105-91B7-C3A1-7C23-C65385E265D3}"/>
              </a:ext>
            </a:extLst>
          </p:cNvPr>
          <p:cNvSpPr/>
          <p:nvPr/>
        </p:nvSpPr>
        <p:spPr>
          <a:xfrm>
            <a:off x="10239212" y="3815828"/>
            <a:ext cx="285180" cy="285180"/>
          </a:xfrm>
          <a:prstGeom prst="ellipse">
            <a:avLst/>
          </a:prstGeom>
          <a:solidFill>
            <a:srgbClr val="7D7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12968CC8-465B-FA4F-C3A3-21D8C01DD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469235"/>
              </p:ext>
            </p:extLst>
          </p:nvPr>
        </p:nvGraphicFramePr>
        <p:xfrm>
          <a:off x="328137" y="2136994"/>
          <a:ext cx="283892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038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sp>
        <p:nvSpPr>
          <p:cNvPr id="91" name="箭號: 向右 90">
            <a:extLst>
              <a:ext uri="{FF2B5EF4-FFF2-40B4-BE49-F238E27FC236}">
                <a16:creationId xmlns:a16="http://schemas.microsoft.com/office/drawing/2014/main" id="{64745005-C320-058A-9712-C6A675696B64}"/>
              </a:ext>
            </a:extLst>
          </p:cNvPr>
          <p:cNvSpPr/>
          <p:nvPr/>
        </p:nvSpPr>
        <p:spPr>
          <a:xfrm>
            <a:off x="3476433" y="3211247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B2F8D87D-F577-09C2-BE92-7C737E0D4FCD}"/>
              </a:ext>
            </a:extLst>
          </p:cNvPr>
          <p:cNvSpPr/>
          <p:nvPr/>
        </p:nvSpPr>
        <p:spPr>
          <a:xfrm>
            <a:off x="6880749" y="3253859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3EA7B765-2C0C-26F5-29A2-B548C9AC23DB}"/>
              </a:ext>
            </a:extLst>
          </p:cNvPr>
          <p:cNvSpPr txBox="1"/>
          <p:nvPr/>
        </p:nvSpPr>
        <p:spPr>
          <a:xfrm>
            <a:off x="578227" y="5507773"/>
            <a:ext cx="101606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F(1,1) = (1−0.6667)×[(1−0.6667)×</a:t>
            </a:r>
            <a:r>
              <a:rPr lang="en-US" altLang="zh-TW" sz="2800" dirty="0">
                <a:solidFill>
                  <a:srgbClr val="FF0000"/>
                </a:solidFill>
              </a:rPr>
              <a:t>10</a:t>
            </a:r>
            <a:r>
              <a:rPr lang="en-US" altLang="zh-TW" sz="2800" dirty="0"/>
              <a:t>+0.6667×</a:t>
            </a:r>
            <a:r>
              <a:rPr lang="en-US" altLang="zh-TW" sz="2800" dirty="0">
                <a:solidFill>
                  <a:srgbClr val="FF0000"/>
                </a:solidFill>
              </a:rPr>
              <a:t>40</a:t>
            </a:r>
            <a:r>
              <a:rPr lang="en-US" altLang="zh-TW" sz="2800" dirty="0"/>
              <a:t>]+</a:t>
            </a:r>
          </a:p>
          <a:p>
            <a:r>
              <a:rPr lang="en-US" altLang="zh-TW" sz="2800" dirty="0"/>
              <a:t>                         0.6667×[(1−0.6667)×</a:t>
            </a:r>
            <a:r>
              <a:rPr lang="en-US" altLang="zh-TW" sz="2800" dirty="0">
                <a:solidFill>
                  <a:srgbClr val="FF0000"/>
                </a:solidFill>
              </a:rPr>
              <a:t>20</a:t>
            </a:r>
            <a:r>
              <a:rPr lang="en-US" altLang="zh-TW" sz="2800" dirty="0"/>
              <a:t>+0.6667×</a:t>
            </a:r>
            <a:r>
              <a:rPr lang="en-US" altLang="zh-TW" sz="2800" dirty="0">
                <a:solidFill>
                  <a:srgbClr val="FF0000"/>
                </a:solidFill>
              </a:rPr>
              <a:t>50</a:t>
            </a:r>
            <a:r>
              <a:rPr lang="en-US" altLang="zh-TW" sz="2800" dirty="0"/>
              <a:t>]    =36.6672</a:t>
            </a:r>
            <a:endParaRPr lang="zh-TW" altLang="en-US" sz="2800" dirty="0"/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7AA88566-3674-5463-718B-0941ECED1B0D}"/>
              </a:ext>
            </a:extLst>
          </p:cNvPr>
          <p:cNvSpPr/>
          <p:nvPr/>
        </p:nvSpPr>
        <p:spPr>
          <a:xfrm>
            <a:off x="4951792" y="3069080"/>
            <a:ext cx="214542" cy="206964"/>
          </a:xfrm>
          <a:prstGeom prst="ellipse">
            <a:avLst/>
          </a:prstGeom>
          <a:solidFill>
            <a:srgbClr val="7D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4" name="表格 113">
            <a:extLst>
              <a:ext uri="{FF2B5EF4-FFF2-40B4-BE49-F238E27FC236}">
                <a16:creationId xmlns:a16="http://schemas.microsoft.com/office/drawing/2014/main" id="{A3A7B793-5FE2-C1ED-480D-EBDC3276B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695093"/>
              </p:ext>
            </p:extLst>
          </p:nvPr>
        </p:nvGraphicFramePr>
        <p:xfrm>
          <a:off x="4432564" y="2588658"/>
          <a:ext cx="1889350" cy="1804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675">
                  <a:extLst>
                    <a:ext uri="{9D8B030D-6E8A-4147-A177-3AD203B41FA5}">
                      <a16:colId xmlns:a16="http://schemas.microsoft.com/office/drawing/2014/main" val="2442820666"/>
                    </a:ext>
                  </a:extLst>
                </a:gridCol>
                <a:gridCol w="944675">
                  <a:extLst>
                    <a:ext uri="{9D8B030D-6E8A-4147-A177-3AD203B41FA5}">
                      <a16:colId xmlns:a16="http://schemas.microsoft.com/office/drawing/2014/main" val="574185934"/>
                    </a:ext>
                  </a:extLst>
                </a:gridCol>
              </a:tblGrid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619669"/>
                  </a:ext>
                </a:extLst>
              </a:tr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049794"/>
                  </a:ext>
                </a:extLst>
              </a:tr>
            </a:tbl>
          </a:graphicData>
        </a:graphic>
      </p:graphicFrame>
      <p:sp>
        <p:nvSpPr>
          <p:cNvPr id="115" name="橢圓 114">
            <a:extLst>
              <a:ext uri="{FF2B5EF4-FFF2-40B4-BE49-F238E27FC236}">
                <a16:creationId xmlns:a16="http://schemas.microsoft.com/office/drawing/2014/main" id="{C68CDAEA-5C75-4BF7-0811-A127504628A5}"/>
              </a:ext>
            </a:extLst>
          </p:cNvPr>
          <p:cNvSpPr/>
          <p:nvPr/>
        </p:nvSpPr>
        <p:spPr>
          <a:xfrm>
            <a:off x="434560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723174C1-B78F-067F-419B-65BA40C4DF7D}"/>
              </a:ext>
            </a:extLst>
          </p:cNvPr>
          <p:cNvSpPr/>
          <p:nvPr/>
        </p:nvSpPr>
        <p:spPr>
          <a:xfrm>
            <a:off x="5265891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5BF3D308-5487-CC7D-7B1D-F6C9572A258E}"/>
              </a:ext>
            </a:extLst>
          </p:cNvPr>
          <p:cNvSpPr/>
          <p:nvPr/>
        </p:nvSpPr>
        <p:spPr>
          <a:xfrm>
            <a:off x="621464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0132E194-F316-0955-0E1C-141F7D9EF7C4}"/>
              </a:ext>
            </a:extLst>
          </p:cNvPr>
          <p:cNvSpPr/>
          <p:nvPr/>
        </p:nvSpPr>
        <p:spPr>
          <a:xfrm>
            <a:off x="434560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橢圓 118">
            <a:extLst>
              <a:ext uri="{FF2B5EF4-FFF2-40B4-BE49-F238E27FC236}">
                <a16:creationId xmlns:a16="http://schemas.microsoft.com/office/drawing/2014/main" id="{A92188EE-08B5-B308-109D-5E03138DE9B1}"/>
              </a:ext>
            </a:extLst>
          </p:cNvPr>
          <p:cNvSpPr/>
          <p:nvPr/>
        </p:nvSpPr>
        <p:spPr>
          <a:xfrm>
            <a:off x="5265891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512EE4BD-5DC7-D89E-8D3A-39ED69283BC0}"/>
              </a:ext>
            </a:extLst>
          </p:cNvPr>
          <p:cNvSpPr/>
          <p:nvPr/>
        </p:nvSpPr>
        <p:spPr>
          <a:xfrm>
            <a:off x="621464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橢圓 120">
            <a:extLst>
              <a:ext uri="{FF2B5EF4-FFF2-40B4-BE49-F238E27FC236}">
                <a16:creationId xmlns:a16="http://schemas.microsoft.com/office/drawing/2014/main" id="{1F2404C8-6E58-6F9D-0796-9858AAD65A65}"/>
              </a:ext>
            </a:extLst>
          </p:cNvPr>
          <p:cNvSpPr/>
          <p:nvPr/>
        </p:nvSpPr>
        <p:spPr>
          <a:xfrm>
            <a:off x="431967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橢圓 121">
            <a:extLst>
              <a:ext uri="{FF2B5EF4-FFF2-40B4-BE49-F238E27FC236}">
                <a16:creationId xmlns:a16="http://schemas.microsoft.com/office/drawing/2014/main" id="{D87363C9-505B-D183-3730-8D04A74D3A1F}"/>
              </a:ext>
            </a:extLst>
          </p:cNvPr>
          <p:cNvSpPr/>
          <p:nvPr/>
        </p:nvSpPr>
        <p:spPr>
          <a:xfrm>
            <a:off x="5239967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880B522-FEB8-AB88-24D0-0C5956D51CDC}"/>
              </a:ext>
            </a:extLst>
          </p:cNvPr>
          <p:cNvSpPr/>
          <p:nvPr/>
        </p:nvSpPr>
        <p:spPr>
          <a:xfrm>
            <a:off x="618871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7EE6B607-2175-3993-EE5E-996CF823DF09}"/>
              </a:ext>
            </a:extLst>
          </p:cNvPr>
          <p:cNvCxnSpPr/>
          <p:nvPr/>
        </p:nvCxnSpPr>
        <p:spPr>
          <a:xfrm>
            <a:off x="4420469" y="3179923"/>
            <a:ext cx="954319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AF2E2C05-1EDF-F060-609C-9C600B46949F}"/>
              </a:ext>
            </a:extLst>
          </p:cNvPr>
          <p:cNvCxnSpPr>
            <a:cxnSpLocks/>
          </p:cNvCxnSpPr>
          <p:nvPr/>
        </p:nvCxnSpPr>
        <p:spPr>
          <a:xfrm>
            <a:off x="5059063" y="2592571"/>
            <a:ext cx="0" cy="92729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7" name="群組 186">
            <a:extLst>
              <a:ext uri="{FF2B5EF4-FFF2-40B4-BE49-F238E27FC236}">
                <a16:creationId xmlns:a16="http://schemas.microsoft.com/office/drawing/2014/main" id="{DDE5DCCF-8B82-5951-3426-44CC798DCF09}"/>
              </a:ext>
            </a:extLst>
          </p:cNvPr>
          <p:cNvGrpSpPr/>
          <p:nvPr/>
        </p:nvGrpSpPr>
        <p:grpSpPr>
          <a:xfrm>
            <a:off x="712600" y="2492618"/>
            <a:ext cx="2109506" cy="1988140"/>
            <a:chOff x="4472079" y="2647704"/>
            <a:chExt cx="2109506" cy="1988140"/>
          </a:xfrm>
        </p:grpSpPr>
        <p:sp>
          <p:nvSpPr>
            <p:cNvPr id="178" name="橢圓 177">
              <a:extLst>
                <a:ext uri="{FF2B5EF4-FFF2-40B4-BE49-F238E27FC236}">
                  <a16:creationId xmlns:a16="http://schemas.microsoft.com/office/drawing/2014/main" id="{BDBE5E98-D5FD-84F2-BED2-1B6949514489}"/>
                </a:ext>
              </a:extLst>
            </p:cNvPr>
            <p:cNvSpPr/>
            <p:nvPr/>
          </p:nvSpPr>
          <p:spPr>
            <a:xfrm>
              <a:off x="4498003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9" name="橢圓 178">
              <a:extLst>
                <a:ext uri="{FF2B5EF4-FFF2-40B4-BE49-F238E27FC236}">
                  <a16:creationId xmlns:a16="http://schemas.microsoft.com/office/drawing/2014/main" id="{BD0135CA-C4FD-AFC4-187A-3F03A814998F}"/>
                </a:ext>
              </a:extLst>
            </p:cNvPr>
            <p:cNvSpPr/>
            <p:nvPr/>
          </p:nvSpPr>
          <p:spPr>
            <a:xfrm>
              <a:off x="5418291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0" name="橢圓 179">
              <a:extLst>
                <a:ext uri="{FF2B5EF4-FFF2-40B4-BE49-F238E27FC236}">
                  <a16:creationId xmlns:a16="http://schemas.microsoft.com/office/drawing/2014/main" id="{C4BA33C2-D2B2-5E29-8C6D-C2E2E5E8522A}"/>
                </a:ext>
              </a:extLst>
            </p:cNvPr>
            <p:cNvSpPr/>
            <p:nvPr/>
          </p:nvSpPr>
          <p:spPr>
            <a:xfrm>
              <a:off x="6367043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1" name="橢圓 180">
              <a:extLst>
                <a:ext uri="{FF2B5EF4-FFF2-40B4-BE49-F238E27FC236}">
                  <a16:creationId xmlns:a16="http://schemas.microsoft.com/office/drawing/2014/main" id="{30311E53-54A9-1C4C-9FE0-57BB8E3FD4A6}"/>
                </a:ext>
              </a:extLst>
            </p:cNvPr>
            <p:cNvSpPr/>
            <p:nvPr/>
          </p:nvSpPr>
          <p:spPr>
            <a:xfrm>
              <a:off x="4498003" y="35382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2" name="橢圓 181">
              <a:extLst>
                <a:ext uri="{FF2B5EF4-FFF2-40B4-BE49-F238E27FC236}">
                  <a16:creationId xmlns:a16="http://schemas.microsoft.com/office/drawing/2014/main" id="{429D5471-DADC-5BE1-2524-FF246EE51302}"/>
                </a:ext>
              </a:extLst>
            </p:cNvPr>
            <p:cNvSpPr/>
            <p:nvPr/>
          </p:nvSpPr>
          <p:spPr>
            <a:xfrm>
              <a:off x="5418291" y="35382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3" name="橢圓 182">
              <a:extLst>
                <a:ext uri="{FF2B5EF4-FFF2-40B4-BE49-F238E27FC236}">
                  <a16:creationId xmlns:a16="http://schemas.microsoft.com/office/drawing/2014/main" id="{A3C82960-57EB-4FE6-D8A1-A8EA50E88F00}"/>
                </a:ext>
              </a:extLst>
            </p:cNvPr>
            <p:cNvSpPr/>
            <p:nvPr/>
          </p:nvSpPr>
          <p:spPr>
            <a:xfrm>
              <a:off x="6367043" y="3538292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4" name="橢圓 183">
              <a:extLst>
                <a:ext uri="{FF2B5EF4-FFF2-40B4-BE49-F238E27FC236}">
                  <a16:creationId xmlns:a16="http://schemas.microsoft.com/office/drawing/2014/main" id="{C638C8F3-F068-57E7-353A-273FF23188D9}"/>
                </a:ext>
              </a:extLst>
            </p:cNvPr>
            <p:cNvSpPr/>
            <p:nvPr/>
          </p:nvSpPr>
          <p:spPr>
            <a:xfrm>
              <a:off x="4472079" y="44288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5" name="橢圓 184">
              <a:extLst>
                <a:ext uri="{FF2B5EF4-FFF2-40B4-BE49-F238E27FC236}">
                  <a16:creationId xmlns:a16="http://schemas.microsoft.com/office/drawing/2014/main" id="{3857B950-3E7B-8336-BA89-5CE0D31F5E50}"/>
                </a:ext>
              </a:extLst>
            </p:cNvPr>
            <p:cNvSpPr/>
            <p:nvPr/>
          </p:nvSpPr>
          <p:spPr>
            <a:xfrm>
              <a:off x="5392367" y="44288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6" name="橢圓 185">
              <a:extLst>
                <a:ext uri="{FF2B5EF4-FFF2-40B4-BE49-F238E27FC236}">
                  <a16:creationId xmlns:a16="http://schemas.microsoft.com/office/drawing/2014/main" id="{1115CD90-BF40-607A-A399-C7066AD0752A}"/>
                </a:ext>
              </a:extLst>
            </p:cNvPr>
            <p:cNvSpPr/>
            <p:nvPr/>
          </p:nvSpPr>
          <p:spPr>
            <a:xfrm>
              <a:off x="6341119" y="4428880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8" name="橢圓 187">
            <a:extLst>
              <a:ext uri="{FF2B5EF4-FFF2-40B4-BE49-F238E27FC236}">
                <a16:creationId xmlns:a16="http://schemas.microsoft.com/office/drawing/2014/main" id="{1D7090F2-5193-39A3-5FE2-C82083AA79A1}"/>
              </a:ext>
            </a:extLst>
          </p:cNvPr>
          <p:cNvSpPr/>
          <p:nvPr/>
        </p:nvSpPr>
        <p:spPr>
          <a:xfrm>
            <a:off x="1341389" y="3094882"/>
            <a:ext cx="214542" cy="206964"/>
          </a:xfrm>
          <a:prstGeom prst="ellipse">
            <a:avLst/>
          </a:prstGeom>
          <a:solidFill>
            <a:srgbClr val="7D7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94" name="群組 193">
            <a:extLst>
              <a:ext uri="{FF2B5EF4-FFF2-40B4-BE49-F238E27FC236}">
                <a16:creationId xmlns:a16="http://schemas.microsoft.com/office/drawing/2014/main" id="{85FB3D95-6509-2A0D-25E5-CDC96DFACA86}"/>
              </a:ext>
            </a:extLst>
          </p:cNvPr>
          <p:cNvGrpSpPr/>
          <p:nvPr/>
        </p:nvGrpSpPr>
        <p:grpSpPr>
          <a:xfrm>
            <a:off x="822154" y="1822118"/>
            <a:ext cx="613241" cy="317285"/>
            <a:chOff x="5866646" y="1457608"/>
            <a:chExt cx="977775" cy="380245"/>
          </a:xfrm>
        </p:grpSpPr>
        <p:cxnSp>
          <p:nvCxnSpPr>
            <p:cNvPr id="195" name="直線接點 194">
              <a:extLst>
                <a:ext uri="{FF2B5EF4-FFF2-40B4-BE49-F238E27FC236}">
                  <a16:creationId xmlns:a16="http://schemas.microsoft.com/office/drawing/2014/main" id="{57493713-73CB-1A7E-7837-29024C8E2CE0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線接點 195">
              <a:extLst>
                <a:ext uri="{FF2B5EF4-FFF2-40B4-BE49-F238E27FC236}">
                  <a16:creationId xmlns:a16="http://schemas.microsoft.com/office/drawing/2014/main" id="{6E8CD62F-DB89-5A2A-E936-23FD70879F8B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線接點 196">
              <a:extLst>
                <a:ext uri="{FF2B5EF4-FFF2-40B4-BE49-F238E27FC236}">
                  <a16:creationId xmlns:a16="http://schemas.microsoft.com/office/drawing/2014/main" id="{09AAA74C-D580-E0A3-B762-7D5D1C95231D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75332667-A35D-C266-3952-EBFA63AC3DA0}"/>
              </a:ext>
            </a:extLst>
          </p:cNvPr>
          <p:cNvSpPr txBox="1"/>
          <p:nvPr/>
        </p:nvSpPr>
        <p:spPr>
          <a:xfrm>
            <a:off x="827977" y="1673561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0.667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204" name="文字方塊 203">
            <a:extLst>
              <a:ext uri="{FF2B5EF4-FFF2-40B4-BE49-F238E27FC236}">
                <a16:creationId xmlns:a16="http://schemas.microsoft.com/office/drawing/2014/main" id="{1621646C-9179-229C-5920-4A41FB343AA6}"/>
              </a:ext>
            </a:extLst>
          </p:cNvPr>
          <p:cNvSpPr txBox="1"/>
          <p:nvPr/>
        </p:nvSpPr>
        <p:spPr>
          <a:xfrm>
            <a:off x="3414141" y="1220016"/>
            <a:ext cx="1965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0.6667 * 1 = 0.667</a:t>
            </a:r>
          </a:p>
          <a:p>
            <a:r>
              <a:rPr lang="en-US" altLang="zh-TW" sz="1800" dirty="0"/>
              <a:t>0.6667 * 1 = 0.667</a:t>
            </a:r>
            <a:endParaRPr lang="zh-TW" altLang="en-US" dirty="0"/>
          </a:p>
        </p:txBody>
      </p:sp>
      <p:grpSp>
        <p:nvGrpSpPr>
          <p:cNvPr id="206" name="群組 205">
            <a:extLst>
              <a:ext uri="{FF2B5EF4-FFF2-40B4-BE49-F238E27FC236}">
                <a16:creationId xmlns:a16="http://schemas.microsoft.com/office/drawing/2014/main" id="{C6ADEF96-911C-390D-7115-D4E2BEE90F22}"/>
              </a:ext>
            </a:extLst>
          </p:cNvPr>
          <p:cNvGrpSpPr/>
          <p:nvPr/>
        </p:nvGrpSpPr>
        <p:grpSpPr>
          <a:xfrm>
            <a:off x="822154" y="1385068"/>
            <a:ext cx="911394" cy="317285"/>
            <a:chOff x="5866646" y="1457608"/>
            <a:chExt cx="977775" cy="380245"/>
          </a:xfrm>
        </p:grpSpPr>
        <p:cxnSp>
          <p:nvCxnSpPr>
            <p:cNvPr id="207" name="直線接點 206">
              <a:extLst>
                <a:ext uri="{FF2B5EF4-FFF2-40B4-BE49-F238E27FC236}">
                  <a16:creationId xmlns:a16="http://schemas.microsoft.com/office/drawing/2014/main" id="{14B7C905-33B2-D0E2-655A-C2A7C158649A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接點 207">
              <a:extLst>
                <a:ext uri="{FF2B5EF4-FFF2-40B4-BE49-F238E27FC236}">
                  <a16:creationId xmlns:a16="http://schemas.microsoft.com/office/drawing/2014/main" id="{9928FAD5-21C4-5406-20B0-8937F2A4DB60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線接點 208">
              <a:extLst>
                <a:ext uri="{FF2B5EF4-FFF2-40B4-BE49-F238E27FC236}">
                  <a16:creationId xmlns:a16="http://schemas.microsoft.com/office/drawing/2014/main" id="{DD2F3844-F2E1-72EF-EC30-87AB48D52F49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0" name="文字方塊 209">
            <a:extLst>
              <a:ext uri="{FF2B5EF4-FFF2-40B4-BE49-F238E27FC236}">
                <a16:creationId xmlns:a16="http://schemas.microsoft.com/office/drawing/2014/main" id="{B4562933-7107-53CC-E445-69608515CE72}"/>
              </a:ext>
            </a:extLst>
          </p:cNvPr>
          <p:cNvSpPr txBox="1"/>
          <p:nvPr/>
        </p:nvSpPr>
        <p:spPr>
          <a:xfrm>
            <a:off x="1094170" y="110739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68701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6178E2D-BE49-D20D-742C-80DDC128C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083595"/>
              </p:ext>
            </p:extLst>
          </p:nvPr>
        </p:nvGraphicFramePr>
        <p:xfrm>
          <a:off x="315589" y="2125629"/>
          <a:ext cx="2847816" cy="2720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954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12968CC8-465B-FA4F-C3A3-21D8C01DD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150742"/>
              </p:ext>
            </p:extLst>
          </p:nvPr>
        </p:nvGraphicFramePr>
        <p:xfrm>
          <a:off x="338642" y="2156854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40</a:t>
            </a:fld>
            <a:endParaRPr lang="zh-TW" altLang="en-US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2908663-18FD-4ABF-652C-22BCCB9A2539}"/>
              </a:ext>
            </a:extLst>
          </p:cNvPr>
          <p:cNvCxnSpPr>
            <a:cxnSpLocks/>
          </p:cNvCxnSpPr>
          <p:nvPr/>
        </p:nvCxnSpPr>
        <p:spPr>
          <a:xfrm>
            <a:off x="8482587" y="1711598"/>
            <a:ext cx="0" cy="3649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2490A40-D816-2768-4EF9-95EE87E54E3F}"/>
              </a:ext>
            </a:extLst>
          </p:cNvPr>
          <p:cNvCxnSpPr>
            <a:cxnSpLocks/>
          </p:cNvCxnSpPr>
          <p:nvPr/>
        </p:nvCxnSpPr>
        <p:spPr>
          <a:xfrm>
            <a:off x="11330402" y="1585498"/>
            <a:ext cx="0" cy="3775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2C74D2F-2A24-7DAF-371E-881B1ECFA19B}"/>
              </a:ext>
            </a:extLst>
          </p:cNvPr>
          <p:cNvCxnSpPr>
            <a:cxnSpLocks/>
          </p:cNvCxnSpPr>
          <p:nvPr/>
        </p:nvCxnSpPr>
        <p:spPr>
          <a:xfrm>
            <a:off x="7767363" y="2128706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B7D188D-5880-57FE-C5AA-F174850624EE}"/>
              </a:ext>
            </a:extLst>
          </p:cNvPr>
          <p:cNvCxnSpPr>
            <a:cxnSpLocks/>
          </p:cNvCxnSpPr>
          <p:nvPr/>
        </p:nvCxnSpPr>
        <p:spPr>
          <a:xfrm>
            <a:off x="7767363" y="4827430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EC20389-D114-2F84-00D2-A40905692D87}"/>
              </a:ext>
            </a:extLst>
          </p:cNvPr>
          <p:cNvSpPr/>
          <p:nvPr/>
        </p:nvSpPr>
        <p:spPr>
          <a:xfrm>
            <a:off x="8102345" y="1915952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A0901C-9F14-16A6-5696-BF239C0177E4}"/>
              </a:ext>
            </a:extLst>
          </p:cNvPr>
          <p:cNvSpPr/>
          <p:nvPr/>
        </p:nvSpPr>
        <p:spPr>
          <a:xfrm>
            <a:off x="8102345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CD1353-8D49-4223-2685-D8DAA22BAA52}"/>
              </a:ext>
            </a:extLst>
          </p:cNvPr>
          <p:cNvSpPr/>
          <p:nvPr/>
        </p:nvSpPr>
        <p:spPr>
          <a:xfrm>
            <a:off x="10950160" y="1909831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B9A7EC-CAE7-FC67-E534-9C35129C310B}"/>
              </a:ext>
            </a:extLst>
          </p:cNvPr>
          <p:cNvSpPr/>
          <p:nvPr/>
        </p:nvSpPr>
        <p:spPr>
          <a:xfrm>
            <a:off x="10950160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60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977B750-CD48-06DB-70DC-20DE3E584DDC}"/>
              </a:ext>
            </a:extLst>
          </p:cNvPr>
          <p:cNvGrpSpPr/>
          <p:nvPr/>
        </p:nvGrpSpPr>
        <p:grpSpPr>
          <a:xfrm>
            <a:off x="8482587" y="1475107"/>
            <a:ext cx="948596" cy="265472"/>
            <a:chOff x="5866646" y="1457608"/>
            <a:chExt cx="977775" cy="380245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001A6251-C299-BFE0-C507-F961A99F1DFB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FEFC4404-9A4D-2933-3983-07F6FD513D41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14748A1F-19BB-9102-481A-AAF043C7C800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D3C59EA-B68E-52E3-7E9E-DBB0E630F1AB}"/>
              </a:ext>
            </a:extLst>
          </p:cNvPr>
          <p:cNvSpPr txBox="1"/>
          <p:nvPr/>
        </p:nvSpPr>
        <p:spPr>
          <a:xfrm>
            <a:off x="8490772" y="1021181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0.334</a:t>
            </a:r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2A88234-DEE0-FFDE-DBC6-B7E64FF0850B}"/>
              </a:ext>
            </a:extLst>
          </p:cNvPr>
          <p:cNvGrpSpPr/>
          <p:nvPr/>
        </p:nvGrpSpPr>
        <p:grpSpPr>
          <a:xfrm rot="5400000">
            <a:off x="6728689" y="2966658"/>
            <a:ext cx="1806412" cy="118653"/>
            <a:chOff x="5866646" y="1457608"/>
            <a:chExt cx="977775" cy="380245"/>
          </a:xfrm>
        </p:grpSpPr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EB933CCC-2F15-73B2-20EC-780C6C4F3B1C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5EBC7DCD-8F38-51D3-CF84-A31B967FC73E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70D6F3C3-17A0-22DB-9E7B-5D7F8F8DE577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DBDC2D1-49D8-EE42-8BE3-D346303B7403}"/>
              </a:ext>
            </a:extLst>
          </p:cNvPr>
          <p:cNvSpPr txBox="1"/>
          <p:nvPr/>
        </p:nvSpPr>
        <p:spPr>
          <a:xfrm>
            <a:off x="7683652" y="289836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0.667</a:t>
            </a:r>
            <a:endParaRPr lang="zh-TW" altLang="en-US" dirty="0"/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C7DDF609-402A-68DF-E07D-0C25B781E81F}"/>
              </a:ext>
            </a:extLst>
          </p:cNvPr>
          <p:cNvCxnSpPr>
            <a:cxnSpLocks/>
          </p:cNvCxnSpPr>
          <p:nvPr/>
        </p:nvCxnSpPr>
        <p:spPr>
          <a:xfrm>
            <a:off x="8482587" y="3958418"/>
            <a:ext cx="2847806" cy="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79BD6F99-A713-88E6-7214-B11FE3E11175}"/>
              </a:ext>
            </a:extLst>
          </p:cNvPr>
          <p:cNvCxnSpPr>
            <a:cxnSpLocks/>
          </p:cNvCxnSpPr>
          <p:nvPr/>
        </p:nvCxnSpPr>
        <p:spPr>
          <a:xfrm>
            <a:off x="9449780" y="2142833"/>
            <a:ext cx="0" cy="266062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橢圓 69">
            <a:extLst>
              <a:ext uri="{FF2B5EF4-FFF2-40B4-BE49-F238E27FC236}">
                <a16:creationId xmlns:a16="http://schemas.microsoft.com/office/drawing/2014/main" id="{93F2B105-91B7-C3A1-7C23-C65385E265D3}"/>
              </a:ext>
            </a:extLst>
          </p:cNvPr>
          <p:cNvSpPr/>
          <p:nvPr/>
        </p:nvSpPr>
        <p:spPr>
          <a:xfrm>
            <a:off x="9323063" y="3815828"/>
            <a:ext cx="285180" cy="28518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箭號: 向右 90">
            <a:extLst>
              <a:ext uri="{FF2B5EF4-FFF2-40B4-BE49-F238E27FC236}">
                <a16:creationId xmlns:a16="http://schemas.microsoft.com/office/drawing/2014/main" id="{64745005-C320-058A-9712-C6A675696B64}"/>
              </a:ext>
            </a:extLst>
          </p:cNvPr>
          <p:cNvSpPr/>
          <p:nvPr/>
        </p:nvSpPr>
        <p:spPr>
          <a:xfrm>
            <a:off x="3476433" y="3211247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B2F8D87D-F577-09C2-BE92-7C737E0D4FCD}"/>
              </a:ext>
            </a:extLst>
          </p:cNvPr>
          <p:cNvSpPr/>
          <p:nvPr/>
        </p:nvSpPr>
        <p:spPr>
          <a:xfrm>
            <a:off x="6880749" y="3253859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3EA7B765-2C0C-26F5-29A2-B548C9AC23DB}"/>
              </a:ext>
            </a:extLst>
          </p:cNvPr>
          <p:cNvSpPr txBox="1"/>
          <p:nvPr/>
        </p:nvSpPr>
        <p:spPr>
          <a:xfrm>
            <a:off x="627733" y="5598116"/>
            <a:ext cx="106899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F(2,1)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(1−0.3334)×[(1−0.6667)×20+0.6667×50]+</a:t>
            </a:r>
          </a:p>
          <a:p>
            <a:r>
              <a:rPr lang="zh-TW" altLang="en-US" sz="2800" dirty="0"/>
              <a:t>                         </a:t>
            </a:r>
            <a:r>
              <a:rPr lang="en-US" altLang="zh-TW" sz="2800" dirty="0"/>
              <a:t>0.3334×[(1−0.6667)×30+0.6667×60] </a:t>
            </a:r>
            <a:r>
              <a:rPr lang="zh-TW" altLang="en-US" sz="2800" dirty="0"/>
              <a:t>  </a:t>
            </a:r>
            <a:r>
              <a:rPr lang="en-US" altLang="zh-TW" sz="2800" dirty="0"/>
              <a:t>=</a:t>
            </a:r>
            <a:r>
              <a:rPr lang="zh-TW" altLang="en-US" sz="2800" dirty="0"/>
              <a:t>  </a:t>
            </a:r>
            <a:r>
              <a:rPr lang="en-US" altLang="zh-TW" sz="2800" dirty="0"/>
              <a:t>43.3352</a:t>
            </a:r>
            <a:endParaRPr lang="zh-TW" altLang="en-US" sz="28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24B701-7C9E-001D-5387-0473EF666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04043"/>
              </p:ext>
            </p:extLst>
          </p:nvPr>
        </p:nvGraphicFramePr>
        <p:xfrm>
          <a:off x="3949254" y="2130355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B51CDD0-E8FE-FA55-BF14-2E0D970D8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220975"/>
              </p:ext>
            </p:extLst>
          </p:nvPr>
        </p:nvGraphicFramePr>
        <p:xfrm>
          <a:off x="4432564" y="2588658"/>
          <a:ext cx="1889350" cy="1804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675">
                  <a:extLst>
                    <a:ext uri="{9D8B030D-6E8A-4147-A177-3AD203B41FA5}">
                      <a16:colId xmlns:a16="http://schemas.microsoft.com/office/drawing/2014/main" val="2442820666"/>
                    </a:ext>
                  </a:extLst>
                </a:gridCol>
                <a:gridCol w="944675">
                  <a:extLst>
                    <a:ext uri="{9D8B030D-6E8A-4147-A177-3AD203B41FA5}">
                      <a16:colId xmlns:a16="http://schemas.microsoft.com/office/drawing/2014/main" val="574185934"/>
                    </a:ext>
                  </a:extLst>
                </a:gridCol>
              </a:tblGrid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619669"/>
                  </a:ext>
                </a:extLst>
              </a:tr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049794"/>
                  </a:ext>
                </a:extLst>
              </a:tr>
            </a:tbl>
          </a:graphicData>
        </a:graphic>
      </p:graphicFrame>
      <p:sp>
        <p:nvSpPr>
          <p:cNvPr id="7" name="橢圓 6">
            <a:extLst>
              <a:ext uri="{FF2B5EF4-FFF2-40B4-BE49-F238E27FC236}">
                <a16:creationId xmlns:a16="http://schemas.microsoft.com/office/drawing/2014/main" id="{CB9C8412-6508-FF16-0F63-CAC2CBE4702B}"/>
              </a:ext>
            </a:extLst>
          </p:cNvPr>
          <p:cNvSpPr/>
          <p:nvPr/>
        </p:nvSpPr>
        <p:spPr>
          <a:xfrm>
            <a:off x="434560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54704B2-1C86-19F3-8792-3B0E337AC671}"/>
              </a:ext>
            </a:extLst>
          </p:cNvPr>
          <p:cNvSpPr/>
          <p:nvPr/>
        </p:nvSpPr>
        <p:spPr>
          <a:xfrm>
            <a:off x="5265891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4A32488-B26D-89C4-CC0A-504514CB3960}"/>
              </a:ext>
            </a:extLst>
          </p:cNvPr>
          <p:cNvSpPr/>
          <p:nvPr/>
        </p:nvSpPr>
        <p:spPr>
          <a:xfrm>
            <a:off x="621464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A37E28CC-B594-2FB2-502E-DFD31E5462E5}"/>
              </a:ext>
            </a:extLst>
          </p:cNvPr>
          <p:cNvSpPr/>
          <p:nvPr/>
        </p:nvSpPr>
        <p:spPr>
          <a:xfrm>
            <a:off x="434560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CAEA8CEF-974F-FE02-69E3-150B81AD4A11}"/>
              </a:ext>
            </a:extLst>
          </p:cNvPr>
          <p:cNvSpPr/>
          <p:nvPr/>
        </p:nvSpPr>
        <p:spPr>
          <a:xfrm>
            <a:off x="5265891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FF7E8904-5CD4-658C-54E4-41454A605ED4}"/>
              </a:ext>
            </a:extLst>
          </p:cNvPr>
          <p:cNvSpPr/>
          <p:nvPr/>
        </p:nvSpPr>
        <p:spPr>
          <a:xfrm>
            <a:off x="621464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1A4D7845-4AC4-2D99-6777-D8985B54D490}"/>
              </a:ext>
            </a:extLst>
          </p:cNvPr>
          <p:cNvSpPr/>
          <p:nvPr/>
        </p:nvSpPr>
        <p:spPr>
          <a:xfrm>
            <a:off x="431967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16831DF-1C64-2211-D027-B3F827DC3C02}"/>
              </a:ext>
            </a:extLst>
          </p:cNvPr>
          <p:cNvSpPr/>
          <p:nvPr/>
        </p:nvSpPr>
        <p:spPr>
          <a:xfrm>
            <a:off x="5239967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F58DB7C-AC93-A424-764B-51B7269ADAF2}"/>
              </a:ext>
            </a:extLst>
          </p:cNvPr>
          <p:cNvSpPr/>
          <p:nvPr/>
        </p:nvSpPr>
        <p:spPr>
          <a:xfrm>
            <a:off x="618871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AE2924B1-7C1F-0AAC-861F-F6C31C5B6255}"/>
              </a:ext>
            </a:extLst>
          </p:cNvPr>
          <p:cNvCxnSpPr/>
          <p:nvPr/>
        </p:nvCxnSpPr>
        <p:spPr>
          <a:xfrm>
            <a:off x="5398921" y="3143988"/>
            <a:ext cx="954319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橢圓 28">
            <a:extLst>
              <a:ext uri="{FF2B5EF4-FFF2-40B4-BE49-F238E27FC236}">
                <a16:creationId xmlns:a16="http://schemas.microsoft.com/office/drawing/2014/main" id="{35A7F9F7-D659-4E2F-2F98-C266C26BA9A1}"/>
              </a:ext>
            </a:extLst>
          </p:cNvPr>
          <p:cNvSpPr/>
          <p:nvPr/>
        </p:nvSpPr>
        <p:spPr>
          <a:xfrm>
            <a:off x="5616122" y="3045042"/>
            <a:ext cx="214542" cy="20696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738A8C3-70FE-EF0B-3F80-C523A1DAD86D}"/>
              </a:ext>
            </a:extLst>
          </p:cNvPr>
          <p:cNvCxnSpPr>
            <a:cxnSpLocks/>
          </p:cNvCxnSpPr>
          <p:nvPr/>
        </p:nvCxnSpPr>
        <p:spPr>
          <a:xfrm>
            <a:off x="5723393" y="2576152"/>
            <a:ext cx="0" cy="92729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839E311-55C5-2E84-3207-8BE53E356AEB}"/>
              </a:ext>
            </a:extLst>
          </p:cNvPr>
          <p:cNvSpPr txBox="1"/>
          <p:nvPr/>
        </p:nvSpPr>
        <p:spPr>
          <a:xfrm>
            <a:off x="3374998" y="1211300"/>
            <a:ext cx="4876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0.6667 * 2 = 1.3334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扣除整數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0.3334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0.6667 * 1 = 0.667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67EDB38A-79A4-D715-A987-E3C32E77D7A7}"/>
              </a:ext>
            </a:extLst>
          </p:cNvPr>
          <p:cNvGrpSpPr/>
          <p:nvPr/>
        </p:nvGrpSpPr>
        <p:grpSpPr>
          <a:xfrm>
            <a:off x="687884" y="3070328"/>
            <a:ext cx="2104085" cy="206964"/>
            <a:chOff x="721834" y="3107765"/>
            <a:chExt cx="2104085" cy="206964"/>
          </a:xfrm>
          <a:solidFill>
            <a:schemeClr val="accent6">
              <a:lumMod val="75000"/>
            </a:schemeClr>
          </a:solidFill>
        </p:grpSpPr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18C3E737-ADE5-9B88-0851-050A3C9F98B5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F56B1593-77E9-E785-6961-BD9F14121842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F1A94CA5-8974-16F8-7325-091BA10EB9B0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B8E20FD2-265D-7AD1-B17F-56A7F05C032D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8F0D220-D1F8-2FBC-B944-99A230AD20E9}"/>
              </a:ext>
            </a:extLst>
          </p:cNvPr>
          <p:cNvGrpSpPr/>
          <p:nvPr/>
        </p:nvGrpSpPr>
        <p:grpSpPr>
          <a:xfrm>
            <a:off x="822154" y="1799066"/>
            <a:ext cx="1226481" cy="317285"/>
            <a:chOff x="5866646" y="1457608"/>
            <a:chExt cx="977775" cy="380245"/>
          </a:xfrm>
        </p:grpSpPr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9FA4BE5D-882C-9C80-501B-033C92C6991F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19D06A8E-0DDF-90EB-E058-A68B2B2424B6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6BA00BF2-F94A-5F4F-23B4-3837105113A9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5240209D-CCC3-833F-F75D-43AB802D6AA1}"/>
              </a:ext>
            </a:extLst>
          </p:cNvPr>
          <p:cNvGrpSpPr/>
          <p:nvPr/>
        </p:nvGrpSpPr>
        <p:grpSpPr>
          <a:xfrm>
            <a:off x="822154" y="1385068"/>
            <a:ext cx="911394" cy="317285"/>
            <a:chOff x="5866646" y="1457608"/>
            <a:chExt cx="977775" cy="380245"/>
          </a:xfrm>
        </p:grpSpPr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7ABEDDD4-B434-31D1-C095-B228EBF77AB5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A46199C9-E479-20AA-F709-2363DDE0C88C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FE3EDA6A-E21F-94FE-9A34-1DACAF1EFA8D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9033FD84-B2E9-D2C8-A684-1C15A8944DE3}"/>
              </a:ext>
            </a:extLst>
          </p:cNvPr>
          <p:cNvSpPr txBox="1"/>
          <p:nvPr/>
        </p:nvSpPr>
        <p:spPr>
          <a:xfrm>
            <a:off x="1030670" y="1663684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1.3334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6044FACC-F3C0-1DA7-199D-99F0319F1C59}"/>
              </a:ext>
            </a:extLst>
          </p:cNvPr>
          <p:cNvSpPr txBox="1"/>
          <p:nvPr/>
        </p:nvSpPr>
        <p:spPr>
          <a:xfrm>
            <a:off x="1094170" y="110739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5A0461A5-C784-EA58-6BE3-4C13924BF8E3}"/>
              </a:ext>
            </a:extLst>
          </p:cNvPr>
          <p:cNvGrpSpPr/>
          <p:nvPr/>
        </p:nvGrpSpPr>
        <p:grpSpPr>
          <a:xfrm>
            <a:off x="1724774" y="2911685"/>
            <a:ext cx="323861" cy="317285"/>
            <a:chOff x="5866646" y="1457608"/>
            <a:chExt cx="977775" cy="380245"/>
          </a:xfrm>
        </p:grpSpPr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6955BDFA-8C08-3590-4519-D36BF1857FB8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4B5FC6FB-6F85-3B5E-E382-B50392883F72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C06228C6-0346-1599-64CE-B05B04E55B9E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3C26AC01-FE78-2BE2-2ABF-6BEA22899634}"/>
              </a:ext>
            </a:extLst>
          </p:cNvPr>
          <p:cNvSpPr txBox="1"/>
          <p:nvPr/>
        </p:nvSpPr>
        <p:spPr>
          <a:xfrm>
            <a:off x="1603613" y="2737174"/>
            <a:ext cx="5661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FF0000"/>
                </a:solidFill>
              </a:rPr>
              <a:t>0.3334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FC742F-3E23-0C1A-9C95-FCBA047ECBB0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Step3:</a:t>
            </a:r>
            <a:r>
              <a:rPr lang="zh-TW" altLang="en-US" dirty="0"/>
              <a:t>計算內插值</a:t>
            </a:r>
            <a:r>
              <a:rPr lang="en-US" altLang="zh-TW" dirty="0"/>
              <a:t>(2)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5056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1738A8C3-70FE-EF0B-3F80-C523A1DAD86D}"/>
              </a:ext>
            </a:extLst>
          </p:cNvPr>
          <p:cNvCxnSpPr>
            <a:cxnSpLocks/>
          </p:cNvCxnSpPr>
          <p:nvPr/>
        </p:nvCxnSpPr>
        <p:spPr>
          <a:xfrm>
            <a:off x="5723393" y="3523644"/>
            <a:ext cx="0" cy="92729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6178E2D-BE49-D20D-742C-80DDC128C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536765"/>
              </p:ext>
            </p:extLst>
          </p:nvPr>
        </p:nvGraphicFramePr>
        <p:xfrm>
          <a:off x="753781" y="2125629"/>
          <a:ext cx="2847816" cy="2720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954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B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12968CC8-465B-FA4F-C3A3-21D8C01DD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88745"/>
              </p:ext>
            </p:extLst>
          </p:nvPr>
        </p:nvGraphicFramePr>
        <p:xfrm>
          <a:off x="747260" y="2122585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41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Step3:</a:t>
            </a:r>
            <a:r>
              <a:rPr lang="zh-TW" altLang="en-US" dirty="0"/>
              <a:t>計算內插值</a:t>
            </a:r>
            <a:r>
              <a:rPr lang="en-US" altLang="zh-TW" dirty="0"/>
              <a:t>(3)</a:t>
            </a:r>
            <a:endParaRPr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2908663-18FD-4ABF-652C-22BCCB9A2539}"/>
              </a:ext>
            </a:extLst>
          </p:cNvPr>
          <p:cNvCxnSpPr>
            <a:cxnSpLocks/>
          </p:cNvCxnSpPr>
          <p:nvPr/>
        </p:nvCxnSpPr>
        <p:spPr>
          <a:xfrm>
            <a:off x="8482587" y="1711598"/>
            <a:ext cx="0" cy="3649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2490A40-D816-2768-4EF9-95EE87E54E3F}"/>
              </a:ext>
            </a:extLst>
          </p:cNvPr>
          <p:cNvCxnSpPr>
            <a:cxnSpLocks/>
          </p:cNvCxnSpPr>
          <p:nvPr/>
        </p:nvCxnSpPr>
        <p:spPr>
          <a:xfrm>
            <a:off x="11330402" y="1585498"/>
            <a:ext cx="0" cy="3775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2C74D2F-2A24-7DAF-371E-881B1ECFA19B}"/>
              </a:ext>
            </a:extLst>
          </p:cNvPr>
          <p:cNvCxnSpPr>
            <a:cxnSpLocks/>
          </p:cNvCxnSpPr>
          <p:nvPr/>
        </p:nvCxnSpPr>
        <p:spPr>
          <a:xfrm>
            <a:off x="7767363" y="2128706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B7D188D-5880-57FE-C5AA-F174850624EE}"/>
              </a:ext>
            </a:extLst>
          </p:cNvPr>
          <p:cNvCxnSpPr>
            <a:cxnSpLocks/>
          </p:cNvCxnSpPr>
          <p:nvPr/>
        </p:nvCxnSpPr>
        <p:spPr>
          <a:xfrm>
            <a:off x="7767363" y="4827430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EC20389-D114-2F84-00D2-A40905692D87}"/>
              </a:ext>
            </a:extLst>
          </p:cNvPr>
          <p:cNvSpPr/>
          <p:nvPr/>
        </p:nvSpPr>
        <p:spPr>
          <a:xfrm>
            <a:off x="8102345" y="1915952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A0901C-9F14-16A6-5696-BF239C0177E4}"/>
              </a:ext>
            </a:extLst>
          </p:cNvPr>
          <p:cNvSpPr/>
          <p:nvPr/>
        </p:nvSpPr>
        <p:spPr>
          <a:xfrm>
            <a:off x="8102345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CD1353-8D49-4223-2685-D8DAA22BAA52}"/>
              </a:ext>
            </a:extLst>
          </p:cNvPr>
          <p:cNvSpPr/>
          <p:nvPr/>
        </p:nvSpPr>
        <p:spPr>
          <a:xfrm>
            <a:off x="10950160" y="1909831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60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B9A7EC-CAE7-FC67-E534-9C35129C310B}"/>
              </a:ext>
            </a:extLst>
          </p:cNvPr>
          <p:cNvSpPr/>
          <p:nvPr/>
        </p:nvSpPr>
        <p:spPr>
          <a:xfrm>
            <a:off x="10950160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977B750-CD48-06DB-70DC-20DE3E584DDC}"/>
              </a:ext>
            </a:extLst>
          </p:cNvPr>
          <p:cNvGrpSpPr/>
          <p:nvPr/>
        </p:nvGrpSpPr>
        <p:grpSpPr>
          <a:xfrm>
            <a:off x="8482587" y="1475107"/>
            <a:ext cx="948596" cy="265472"/>
            <a:chOff x="5866646" y="1457608"/>
            <a:chExt cx="977775" cy="380245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001A6251-C299-BFE0-C507-F961A99F1DFB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FEFC4404-9A4D-2933-3983-07F6FD513D41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14748A1F-19BB-9102-481A-AAF043C7C800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D3C59EA-B68E-52E3-7E9E-DBB0E630F1AB}"/>
              </a:ext>
            </a:extLst>
          </p:cNvPr>
          <p:cNvSpPr txBox="1"/>
          <p:nvPr/>
        </p:nvSpPr>
        <p:spPr>
          <a:xfrm>
            <a:off x="8490772" y="1021181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0.334</a:t>
            </a:r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2A88234-DEE0-FFDE-DBC6-B7E64FF0850B}"/>
              </a:ext>
            </a:extLst>
          </p:cNvPr>
          <p:cNvGrpSpPr/>
          <p:nvPr/>
        </p:nvGrpSpPr>
        <p:grpSpPr>
          <a:xfrm rot="5400000">
            <a:off x="7215309" y="2480038"/>
            <a:ext cx="902792" cy="188273"/>
            <a:chOff x="5866646" y="1457608"/>
            <a:chExt cx="977775" cy="380245"/>
          </a:xfrm>
        </p:grpSpPr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EB933CCC-2F15-73B2-20EC-780C6C4F3B1C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5EBC7DCD-8F38-51D3-CF84-A31B967FC73E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70D6F3C3-17A0-22DB-9E7B-5D7F8F8DE577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DBDC2D1-49D8-EE42-8BE3-D346303B7403}"/>
              </a:ext>
            </a:extLst>
          </p:cNvPr>
          <p:cNvSpPr txBox="1"/>
          <p:nvPr/>
        </p:nvSpPr>
        <p:spPr>
          <a:xfrm>
            <a:off x="7717220" y="2830249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0.334</a:t>
            </a:r>
            <a:endParaRPr lang="zh-TW" altLang="en-US" dirty="0"/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79BD6F99-A713-88E6-7214-B11FE3E11175}"/>
              </a:ext>
            </a:extLst>
          </p:cNvPr>
          <p:cNvCxnSpPr>
            <a:cxnSpLocks/>
          </p:cNvCxnSpPr>
          <p:nvPr/>
        </p:nvCxnSpPr>
        <p:spPr>
          <a:xfrm>
            <a:off x="9449780" y="2142833"/>
            <a:ext cx="0" cy="266062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箭號: 向右 90">
            <a:extLst>
              <a:ext uri="{FF2B5EF4-FFF2-40B4-BE49-F238E27FC236}">
                <a16:creationId xmlns:a16="http://schemas.microsoft.com/office/drawing/2014/main" id="{64745005-C320-058A-9712-C6A675696B64}"/>
              </a:ext>
            </a:extLst>
          </p:cNvPr>
          <p:cNvSpPr/>
          <p:nvPr/>
        </p:nvSpPr>
        <p:spPr>
          <a:xfrm>
            <a:off x="3476433" y="3211247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B2F8D87D-F577-09C2-BE92-7C737E0D4FCD}"/>
              </a:ext>
            </a:extLst>
          </p:cNvPr>
          <p:cNvSpPr/>
          <p:nvPr/>
        </p:nvSpPr>
        <p:spPr>
          <a:xfrm>
            <a:off x="6880749" y="3253859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3EA7B765-2C0C-26F5-29A2-B548C9AC23DB}"/>
              </a:ext>
            </a:extLst>
          </p:cNvPr>
          <p:cNvSpPr txBox="1"/>
          <p:nvPr/>
        </p:nvSpPr>
        <p:spPr>
          <a:xfrm>
            <a:off x="627733" y="5598116"/>
            <a:ext cx="106899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F(2,1)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(1−0.334)×[(1−0.334)×50+0.334×80]+</a:t>
            </a:r>
          </a:p>
          <a:p>
            <a:r>
              <a:rPr lang="zh-TW" altLang="en-US" sz="2800" dirty="0"/>
              <a:t>                         </a:t>
            </a:r>
            <a:r>
              <a:rPr lang="en-US" altLang="zh-TW" sz="2800" dirty="0"/>
              <a:t>0.334×[(1−0.334)×60+0.334×90] </a:t>
            </a:r>
            <a:r>
              <a:rPr lang="zh-TW" altLang="en-US" sz="2800" dirty="0"/>
              <a:t>  </a:t>
            </a:r>
            <a:r>
              <a:rPr lang="en-US" altLang="zh-TW" sz="2800" dirty="0"/>
              <a:t>=</a:t>
            </a:r>
            <a:r>
              <a:rPr lang="zh-TW" altLang="en-US" sz="2800" dirty="0"/>
              <a:t>  </a:t>
            </a:r>
            <a:r>
              <a:rPr lang="en-US" altLang="zh-TW" sz="2800" dirty="0"/>
              <a:t>63.36</a:t>
            </a:r>
            <a:endParaRPr lang="zh-TW" altLang="en-US" sz="28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24B701-7C9E-001D-5387-0473EF666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431784"/>
              </p:ext>
            </p:extLst>
          </p:nvPr>
        </p:nvGraphicFramePr>
        <p:xfrm>
          <a:off x="3949254" y="2130355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B51CDD0-E8FE-FA55-BF14-2E0D970D8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530859"/>
              </p:ext>
            </p:extLst>
          </p:nvPr>
        </p:nvGraphicFramePr>
        <p:xfrm>
          <a:off x="4432564" y="2588658"/>
          <a:ext cx="1889350" cy="1804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675">
                  <a:extLst>
                    <a:ext uri="{9D8B030D-6E8A-4147-A177-3AD203B41FA5}">
                      <a16:colId xmlns:a16="http://schemas.microsoft.com/office/drawing/2014/main" val="2442820666"/>
                    </a:ext>
                  </a:extLst>
                </a:gridCol>
                <a:gridCol w="944675">
                  <a:extLst>
                    <a:ext uri="{9D8B030D-6E8A-4147-A177-3AD203B41FA5}">
                      <a16:colId xmlns:a16="http://schemas.microsoft.com/office/drawing/2014/main" val="574185934"/>
                    </a:ext>
                  </a:extLst>
                </a:gridCol>
              </a:tblGrid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619669"/>
                  </a:ext>
                </a:extLst>
              </a:tr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049794"/>
                  </a:ext>
                </a:extLst>
              </a:tr>
            </a:tbl>
          </a:graphicData>
        </a:graphic>
      </p:graphicFrame>
      <p:sp>
        <p:nvSpPr>
          <p:cNvPr id="7" name="橢圓 6">
            <a:extLst>
              <a:ext uri="{FF2B5EF4-FFF2-40B4-BE49-F238E27FC236}">
                <a16:creationId xmlns:a16="http://schemas.microsoft.com/office/drawing/2014/main" id="{CB9C8412-6508-FF16-0F63-CAC2CBE4702B}"/>
              </a:ext>
            </a:extLst>
          </p:cNvPr>
          <p:cNvSpPr/>
          <p:nvPr/>
        </p:nvSpPr>
        <p:spPr>
          <a:xfrm>
            <a:off x="434560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54704B2-1C86-19F3-8792-3B0E337AC671}"/>
              </a:ext>
            </a:extLst>
          </p:cNvPr>
          <p:cNvSpPr/>
          <p:nvPr/>
        </p:nvSpPr>
        <p:spPr>
          <a:xfrm>
            <a:off x="5265891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4A32488-B26D-89C4-CC0A-504514CB3960}"/>
              </a:ext>
            </a:extLst>
          </p:cNvPr>
          <p:cNvSpPr/>
          <p:nvPr/>
        </p:nvSpPr>
        <p:spPr>
          <a:xfrm>
            <a:off x="621464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A37E28CC-B594-2FB2-502E-DFD31E5462E5}"/>
              </a:ext>
            </a:extLst>
          </p:cNvPr>
          <p:cNvSpPr/>
          <p:nvPr/>
        </p:nvSpPr>
        <p:spPr>
          <a:xfrm>
            <a:off x="434560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CAEA8CEF-974F-FE02-69E3-150B81AD4A11}"/>
              </a:ext>
            </a:extLst>
          </p:cNvPr>
          <p:cNvSpPr/>
          <p:nvPr/>
        </p:nvSpPr>
        <p:spPr>
          <a:xfrm>
            <a:off x="5265891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FF7E8904-5CD4-658C-54E4-41454A605ED4}"/>
              </a:ext>
            </a:extLst>
          </p:cNvPr>
          <p:cNvSpPr/>
          <p:nvPr/>
        </p:nvSpPr>
        <p:spPr>
          <a:xfrm>
            <a:off x="621464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1A4D7845-4AC4-2D99-6777-D8985B54D490}"/>
              </a:ext>
            </a:extLst>
          </p:cNvPr>
          <p:cNvSpPr/>
          <p:nvPr/>
        </p:nvSpPr>
        <p:spPr>
          <a:xfrm>
            <a:off x="431967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16831DF-1C64-2211-D027-B3F827DC3C02}"/>
              </a:ext>
            </a:extLst>
          </p:cNvPr>
          <p:cNvSpPr/>
          <p:nvPr/>
        </p:nvSpPr>
        <p:spPr>
          <a:xfrm>
            <a:off x="5239967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F58DB7C-AC93-A424-764B-51B7269ADAF2}"/>
              </a:ext>
            </a:extLst>
          </p:cNvPr>
          <p:cNvSpPr/>
          <p:nvPr/>
        </p:nvSpPr>
        <p:spPr>
          <a:xfrm>
            <a:off x="618871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AE2924B1-7C1F-0AAC-861F-F6C31C5B6255}"/>
              </a:ext>
            </a:extLst>
          </p:cNvPr>
          <p:cNvCxnSpPr/>
          <p:nvPr/>
        </p:nvCxnSpPr>
        <p:spPr>
          <a:xfrm>
            <a:off x="5398921" y="3815828"/>
            <a:ext cx="954319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橢圓 28">
            <a:extLst>
              <a:ext uri="{FF2B5EF4-FFF2-40B4-BE49-F238E27FC236}">
                <a16:creationId xmlns:a16="http://schemas.microsoft.com/office/drawing/2014/main" id="{35A7F9F7-D659-4E2F-2F98-C266C26BA9A1}"/>
              </a:ext>
            </a:extLst>
          </p:cNvPr>
          <p:cNvSpPr/>
          <p:nvPr/>
        </p:nvSpPr>
        <p:spPr>
          <a:xfrm>
            <a:off x="5616122" y="3702705"/>
            <a:ext cx="214542" cy="20696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839E311-55C5-2E84-3207-8BE53E356AEB}"/>
              </a:ext>
            </a:extLst>
          </p:cNvPr>
          <p:cNvSpPr txBox="1"/>
          <p:nvPr/>
        </p:nvSpPr>
        <p:spPr>
          <a:xfrm>
            <a:off x="3374998" y="1211300"/>
            <a:ext cx="4876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0.6667 * 2 = 1.3334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扣除整數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0.3334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0.6667 * 2 = 1.3334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扣除整數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0.3334</a:t>
            </a: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8F0D220-D1F8-2FBC-B944-99A230AD20E9}"/>
              </a:ext>
            </a:extLst>
          </p:cNvPr>
          <p:cNvGrpSpPr/>
          <p:nvPr/>
        </p:nvGrpSpPr>
        <p:grpSpPr>
          <a:xfrm>
            <a:off x="1260346" y="1939676"/>
            <a:ext cx="1226481" cy="176675"/>
            <a:chOff x="5866646" y="1457608"/>
            <a:chExt cx="977775" cy="380245"/>
          </a:xfrm>
        </p:grpSpPr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9FA4BE5D-882C-9C80-501B-033C92C6991F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19D06A8E-0DDF-90EB-E058-A68B2B2424B6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6BA00BF2-F94A-5F4F-23B4-3837105113A9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5240209D-CCC3-833F-F75D-43AB802D6AA1}"/>
              </a:ext>
            </a:extLst>
          </p:cNvPr>
          <p:cNvGrpSpPr/>
          <p:nvPr/>
        </p:nvGrpSpPr>
        <p:grpSpPr>
          <a:xfrm>
            <a:off x="1260346" y="1608073"/>
            <a:ext cx="911394" cy="227246"/>
            <a:chOff x="5866646" y="1457608"/>
            <a:chExt cx="977775" cy="380245"/>
          </a:xfrm>
        </p:grpSpPr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7ABEDDD4-B434-31D1-C095-B228EBF77AB5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A46199C9-E479-20AA-F709-2363DDE0C88C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FE3EDA6A-E21F-94FE-9A34-1DACAF1EFA8D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9033FD84-B2E9-D2C8-A684-1C15A8944DE3}"/>
              </a:ext>
            </a:extLst>
          </p:cNvPr>
          <p:cNvSpPr txBox="1"/>
          <p:nvPr/>
        </p:nvSpPr>
        <p:spPr>
          <a:xfrm>
            <a:off x="1494852" y="1784120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1.3334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6044FACC-F3C0-1DA7-199D-99F0319F1C59}"/>
              </a:ext>
            </a:extLst>
          </p:cNvPr>
          <p:cNvSpPr txBox="1"/>
          <p:nvPr/>
        </p:nvSpPr>
        <p:spPr>
          <a:xfrm>
            <a:off x="1550927" y="1327295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3C26AC01-FE78-2BE2-2ABF-6BEA22899634}"/>
              </a:ext>
            </a:extLst>
          </p:cNvPr>
          <p:cNvSpPr txBox="1"/>
          <p:nvPr/>
        </p:nvSpPr>
        <p:spPr>
          <a:xfrm>
            <a:off x="2041278" y="3170713"/>
            <a:ext cx="5661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FF0000"/>
                </a:solidFill>
              </a:rPr>
              <a:t>0.3334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5E2DCB12-28DC-D409-B100-32F8A6632BB6}"/>
              </a:ext>
            </a:extLst>
          </p:cNvPr>
          <p:cNvGrpSpPr/>
          <p:nvPr/>
        </p:nvGrpSpPr>
        <p:grpSpPr>
          <a:xfrm>
            <a:off x="1152809" y="3683853"/>
            <a:ext cx="2083582" cy="206964"/>
            <a:chOff x="721834" y="3107765"/>
            <a:chExt cx="2104085" cy="206964"/>
          </a:xfrm>
          <a:solidFill>
            <a:srgbClr val="FFC000"/>
          </a:solidFill>
        </p:grpSpPr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18D3E1AC-A1B5-1806-57B8-D108DF27B6B6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F345E616-E003-7973-61B1-A317AC225232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橢圓 92">
              <a:extLst>
                <a:ext uri="{FF2B5EF4-FFF2-40B4-BE49-F238E27FC236}">
                  <a16:creationId xmlns:a16="http://schemas.microsoft.com/office/drawing/2014/main" id="{25BD49FF-1130-EB16-1341-7051AE99F6CD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橢圓 93">
              <a:extLst>
                <a:ext uri="{FF2B5EF4-FFF2-40B4-BE49-F238E27FC236}">
                  <a16:creationId xmlns:a16="http://schemas.microsoft.com/office/drawing/2014/main" id="{AF7F62C1-3328-427D-B913-98A8E3E4B0A0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E4BCD296-D7DB-D51A-EFB3-4A1D74C9EF0C}"/>
              </a:ext>
            </a:extLst>
          </p:cNvPr>
          <p:cNvGrpSpPr/>
          <p:nvPr/>
        </p:nvGrpSpPr>
        <p:grpSpPr>
          <a:xfrm rot="5400000">
            <a:off x="12227" y="3169801"/>
            <a:ext cx="1226481" cy="95238"/>
            <a:chOff x="5866646" y="1457608"/>
            <a:chExt cx="977775" cy="380245"/>
          </a:xfrm>
        </p:grpSpPr>
        <p:cxnSp>
          <p:nvCxnSpPr>
            <p:cNvPr id="101" name="直線接點 100">
              <a:extLst>
                <a:ext uri="{FF2B5EF4-FFF2-40B4-BE49-F238E27FC236}">
                  <a16:creationId xmlns:a16="http://schemas.microsoft.com/office/drawing/2014/main" id="{0C2043E1-DE6F-3899-9998-7A4E584DC9E6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接點 101">
              <a:extLst>
                <a:ext uri="{FF2B5EF4-FFF2-40B4-BE49-F238E27FC236}">
                  <a16:creationId xmlns:a16="http://schemas.microsoft.com/office/drawing/2014/main" id="{6996286D-1ED8-587E-B5FC-0522B440B81C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接點 102">
              <a:extLst>
                <a:ext uri="{FF2B5EF4-FFF2-40B4-BE49-F238E27FC236}">
                  <a16:creationId xmlns:a16="http://schemas.microsoft.com/office/drawing/2014/main" id="{0068553B-0A64-DEAC-D82F-398042394FD2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B27FD3F2-4903-110E-39C3-488E9C95C5E1}"/>
              </a:ext>
            </a:extLst>
          </p:cNvPr>
          <p:cNvSpPr txBox="1"/>
          <p:nvPr/>
        </p:nvSpPr>
        <p:spPr>
          <a:xfrm rot="16200000">
            <a:off x="164639" y="3136388"/>
            <a:ext cx="7168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rgbClr val="FF0000"/>
                </a:solidFill>
              </a:rPr>
              <a:t>1.3334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205C09B3-B8C9-9A7D-B421-34BFACE2CC8B}"/>
              </a:ext>
            </a:extLst>
          </p:cNvPr>
          <p:cNvGrpSpPr/>
          <p:nvPr/>
        </p:nvGrpSpPr>
        <p:grpSpPr>
          <a:xfrm rot="16200000">
            <a:off x="-153648" y="2988083"/>
            <a:ext cx="911394" cy="134271"/>
            <a:chOff x="5866646" y="1457608"/>
            <a:chExt cx="977775" cy="380245"/>
          </a:xfrm>
        </p:grpSpPr>
        <p:cxnSp>
          <p:nvCxnSpPr>
            <p:cNvPr id="106" name="直線接點 105">
              <a:extLst>
                <a:ext uri="{FF2B5EF4-FFF2-40B4-BE49-F238E27FC236}">
                  <a16:creationId xmlns:a16="http://schemas.microsoft.com/office/drawing/2014/main" id="{3F1F95B6-C07B-171C-72AE-63B0EA2C98E6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接點 106">
              <a:extLst>
                <a:ext uri="{FF2B5EF4-FFF2-40B4-BE49-F238E27FC236}">
                  <a16:creationId xmlns:a16="http://schemas.microsoft.com/office/drawing/2014/main" id="{BE9265F0-5201-5311-8417-F68EFEBB6E93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接點 107">
              <a:extLst>
                <a:ext uri="{FF2B5EF4-FFF2-40B4-BE49-F238E27FC236}">
                  <a16:creationId xmlns:a16="http://schemas.microsoft.com/office/drawing/2014/main" id="{8EBCAF58-F88A-F9E3-ED9B-3E262B4BD7B9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3C861CA8-2AFE-F299-BB1E-5A2DCF03BB48}"/>
              </a:ext>
            </a:extLst>
          </p:cNvPr>
          <p:cNvSpPr txBox="1"/>
          <p:nvPr/>
        </p:nvSpPr>
        <p:spPr>
          <a:xfrm>
            <a:off x="40075" y="2870272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1</a:t>
            </a:r>
            <a:endParaRPr lang="zh-TW" altLang="en-US" sz="2000" dirty="0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33133ED5-2276-E2BC-A736-1EBC43DB5E13}"/>
              </a:ext>
            </a:extLst>
          </p:cNvPr>
          <p:cNvSpPr/>
          <p:nvPr/>
        </p:nvSpPr>
        <p:spPr>
          <a:xfrm>
            <a:off x="2051055" y="3379427"/>
            <a:ext cx="214542" cy="206964"/>
          </a:xfrm>
          <a:prstGeom prst="ellipse">
            <a:avLst/>
          </a:prstGeom>
          <a:solidFill>
            <a:schemeClr val="tx1">
              <a:lumMod val="95000"/>
              <a:lumOff val="5000"/>
              <a:alpha val="690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5A0461A5-C784-EA58-6BE3-4C13924BF8E3}"/>
              </a:ext>
            </a:extLst>
          </p:cNvPr>
          <p:cNvGrpSpPr/>
          <p:nvPr/>
        </p:nvGrpSpPr>
        <p:grpSpPr>
          <a:xfrm>
            <a:off x="2163320" y="3359235"/>
            <a:ext cx="323861" cy="280515"/>
            <a:chOff x="5866646" y="1457608"/>
            <a:chExt cx="977775" cy="380245"/>
          </a:xfrm>
        </p:grpSpPr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6955BDFA-8C08-3590-4519-D36BF1857FB8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4B5FC6FB-6F85-3B5E-E382-B50392883F72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C06228C6-0346-1599-64CE-B05B04E55B9E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14E886C9-B022-5F97-7104-AA28B38AC0BE}"/>
              </a:ext>
            </a:extLst>
          </p:cNvPr>
          <p:cNvGrpSpPr/>
          <p:nvPr/>
        </p:nvGrpSpPr>
        <p:grpSpPr>
          <a:xfrm rot="16200000">
            <a:off x="2009134" y="3508769"/>
            <a:ext cx="323861" cy="280515"/>
            <a:chOff x="5866646" y="1457608"/>
            <a:chExt cx="977775" cy="380245"/>
          </a:xfrm>
        </p:grpSpPr>
        <p:cxnSp>
          <p:nvCxnSpPr>
            <p:cNvPr id="113" name="直線接點 112">
              <a:extLst>
                <a:ext uri="{FF2B5EF4-FFF2-40B4-BE49-F238E27FC236}">
                  <a16:creationId xmlns:a16="http://schemas.microsoft.com/office/drawing/2014/main" id="{0A22A350-A00B-E317-BD63-2025937AB39E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接點 113">
              <a:extLst>
                <a:ext uri="{FF2B5EF4-FFF2-40B4-BE49-F238E27FC236}">
                  <a16:creationId xmlns:a16="http://schemas.microsoft.com/office/drawing/2014/main" id="{0699AB7A-A706-7A77-E305-E3F7D294DA0B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接點 114">
              <a:extLst>
                <a:ext uri="{FF2B5EF4-FFF2-40B4-BE49-F238E27FC236}">
                  <a16:creationId xmlns:a16="http://schemas.microsoft.com/office/drawing/2014/main" id="{BDBDFC51-8B88-470F-2DE4-54E72F23BE95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F81BB2AB-CD91-305F-BD03-3A263864B846}"/>
              </a:ext>
            </a:extLst>
          </p:cNvPr>
          <p:cNvSpPr txBox="1"/>
          <p:nvPr/>
        </p:nvSpPr>
        <p:spPr>
          <a:xfrm rot="16200000">
            <a:off x="1634730" y="3525832"/>
            <a:ext cx="5661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>
                <a:solidFill>
                  <a:srgbClr val="FF0000"/>
                </a:solidFill>
              </a:rPr>
              <a:t>0.3334</a:t>
            </a:r>
            <a:endParaRPr lang="zh-TW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5150B46C-D482-90D2-68C1-2704805DA49B}"/>
              </a:ext>
            </a:extLst>
          </p:cNvPr>
          <p:cNvCxnSpPr>
            <a:cxnSpLocks/>
          </p:cNvCxnSpPr>
          <p:nvPr/>
        </p:nvCxnSpPr>
        <p:spPr>
          <a:xfrm>
            <a:off x="8482587" y="3025569"/>
            <a:ext cx="2847806" cy="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橢圓 69">
            <a:extLst>
              <a:ext uri="{FF2B5EF4-FFF2-40B4-BE49-F238E27FC236}">
                <a16:creationId xmlns:a16="http://schemas.microsoft.com/office/drawing/2014/main" id="{93F2B105-91B7-C3A1-7C23-C65385E265D3}"/>
              </a:ext>
            </a:extLst>
          </p:cNvPr>
          <p:cNvSpPr/>
          <p:nvPr/>
        </p:nvSpPr>
        <p:spPr>
          <a:xfrm>
            <a:off x="9323063" y="2882979"/>
            <a:ext cx="285180" cy="2851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95DD3848-15B6-5DF5-9DA0-3419E87AF2B6}"/>
              </a:ext>
            </a:extLst>
          </p:cNvPr>
          <p:cNvGrpSpPr/>
          <p:nvPr/>
        </p:nvGrpSpPr>
        <p:grpSpPr>
          <a:xfrm>
            <a:off x="1152809" y="2469261"/>
            <a:ext cx="2083582" cy="206964"/>
            <a:chOff x="721834" y="3107765"/>
            <a:chExt cx="2104085" cy="206964"/>
          </a:xfrm>
          <a:solidFill>
            <a:srgbClr val="FFC000"/>
          </a:solidFill>
        </p:grpSpPr>
        <p:sp>
          <p:nvSpPr>
            <p:cNvPr id="119" name="橢圓 118">
              <a:extLst>
                <a:ext uri="{FF2B5EF4-FFF2-40B4-BE49-F238E27FC236}">
                  <a16:creationId xmlns:a16="http://schemas.microsoft.com/office/drawing/2014/main" id="{CE7A7A1B-B28F-BA29-F3A5-C7B9C70F9053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橢圓 119">
              <a:extLst>
                <a:ext uri="{FF2B5EF4-FFF2-40B4-BE49-F238E27FC236}">
                  <a16:creationId xmlns:a16="http://schemas.microsoft.com/office/drawing/2014/main" id="{A5453373-A9C2-523F-FA67-5BC0BAF5E19A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1" name="橢圓 120">
              <a:extLst>
                <a:ext uri="{FF2B5EF4-FFF2-40B4-BE49-F238E27FC236}">
                  <a16:creationId xmlns:a16="http://schemas.microsoft.com/office/drawing/2014/main" id="{3FF7ED04-DC0A-656E-A6BE-3A60C773584B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2" name="橢圓 121">
              <a:extLst>
                <a:ext uri="{FF2B5EF4-FFF2-40B4-BE49-F238E27FC236}">
                  <a16:creationId xmlns:a16="http://schemas.microsoft.com/office/drawing/2014/main" id="{63CB80F3-934D-4D3A-22CD-0E51922119B2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3" name="橢圓 122">
            <a:extLst>
              <a:ext uri="{FF2B5EF4-FFF2-40B4-BE49-F238E27FC236}">
                <a16:creationId xmlns:a16="http://schemas.microsoft.com/office/drawing/2014/main" id="{6BA392F0-1688-FB9A-D922-64BB8C0604B4}"/>
              </a:ext>
            </a:extLst>
          </p:cNvPr>
          <p:cNvSpPr/>
          <p:nvPr/>
        </p:nvSpPr>
        <p:spPr>
          <a:xfrm>
            <a:off x="1152809" y="2469261"/>
            <a:ext cx="214542" cy="206964"/>
          </a:xfrm>
          <a:prstGeom prst="ellipse">
            <a:avLst/>
          </a:prstGeom>
          <a:solidFill>
            <a:schemeClr val="tx1">
              <a:lumMod val="85000"/>
              <a:lumOff val="15000"/>
              <a:alpha val="6902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4" name="群組 123">
            <a:extLst>
              <a:ext uri="{FF2B5EF4-FFF2-40B4-BE49-F238E27FC236}">
                <a16:creationId xmlns:a16="http://schemas.microsoft.com/office/drawing/2014/main" id="{40362A3B-5CD0-9C9E-1597-00E3F6CBF696}"/>
              </a:ext>
            </a:extLst>
          </p:cNvPr>
          <p:cNvGrpSpPr/>
          <p:nvPr/>
        </p:nvGrpSpPr>
        <p:grpSpPr>
          <a:xfrm>
            <a:off x="1150700" y="3076557"/>
            <a:ext cx="2083582" cy="206964"/>
            <a:chOff x="721834" y="3107765"/>
            <a:chExt cx="2104085" cy="206964"/>
          </a:xfrm>
          <a:solidFill>
            <a:srgbClr val="FFC000"/>
          </a:solidFill>
        </p:grpSpPr>
        <p:sp>
          <p:nvSpPr>
            <p:cNvPr id="125" name="橢圓 124">
              <a:extLst>
                <a:ext uri="{FF2B5EF4-FFF2-40B4-BE49-F238E27FC236}">
                  <a16:creationId xmlns:a16="http://schemas.microsoft.com/office/drawing/2014/main" id="{EC1A5C79-490F-0919-6144-212F96FB1003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" name="橢圓 125">
              <a:extLst>
                <a:ext uri="{FF2B5EF4-FFF2-40B4-BE49-F238E27FC236}">
                  <a16:creationId xmlns:a16="http://schemas.microsoft.com/office/drawing/2014/main" id="{4EF9F4FC-DAC2-841E-EE14-4E8B8A02D493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橢圓 126">
              <a:extLst>
                <a:ext uri="{FF2B5EF4-FFF2-40B4-BE49-F238E27FC236}">
                  <a16:creationId xmlns:a16="http://schemas.microsoft.com/office/drawing/2014/main" id="{586A1630-3591-C3BD-B5D3-1E12D5F5D7DF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28" name="橢圓 127">
              <a:extLst>
                <a:ext uri="{FF2B5EF4-FFF2-40B4-BE49-F238E27FC236}">
                  <a16:creationId xmlns:a16="http://schemas.microsoft.com/office/drawing/2014/main" id="{055F5A22-96BC-E5DA-2410-72E3C7E67252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9" name="群組 128">
            <a:extLst>
              <a:ext uri="{FF2B5EF4-FFF2-40B4-BE49-F238E27FC236}">
                <a16:creationId xmlns:a16="http://schemas.microsoft.com/office/drawing/2014/main" id="{BC7B375F-94D3-158B-7285-6BF3A54344F3}"/>
              </a:ext>
            </a:extLst>
          </p:cNvPr>
          <p:cNvGrpSpPr/>
          <p:nvPr/>
        </p:nvGrpSpPr>
        <p:grpSpPr>
          <a:xfrm>
            <a:off x="1150700" y="4291150"/>
            <a:ext cx="2083582" cy="206964"/>
            <a:chOff x="721834" y="3107765"/>
            <a:chExt cx="2104085" cy="206964"/>
          </a:xfrm>
          <a:solidFill>
            <a:srgbClr val="FFC000"/>
          </a:solidFill>
        </p:grpSpPr>
        <p:sp>
          <p:nvSpPr>
            <p:cNvPr id="130" name="橢圓 129">
              <a:extLst>
                <a:ext uri="{FF2B5EF4-FFF2-40B4-BE49-F238E27FC236}">
                  <a16:creationId xmlns:a16="http://schemas.microsoft.com/office/drawing/2014/main" id="{C379D23C-B07F-F56D-2C29-1050B3AE2026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1" name="橢圓 130">
              <a:extLst>
                <a:ext uri="{FF2B5EF4-FFF2-40B4-BE49-F238E27FC236}">
                  <a16:creationId xmlns:a16="http://schemas.microsoft.com/office/drawing/2014/main" id="{01F9F2F1-E08B-4A20-BC5F-5004003F4C50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2" name="橢圓 131">
              <a:extLst>
                <a:ext uri="{FF2B5EF4-FFF2-40B4-BE49-F238E27FC236}">
                  <a16:creationId xmlns:a16="http://schemas.microsoft.com/office/drawing/2014/main" id="{32675047-63F6-986A-D59A-32D16DDA2096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33" name="橢圓 132">
              <a:extLst>
                <a:ext uri="{FF2B5EF4-FFF2-40B4-BE49-F238E27FC236}">
                  <a16:creationId xmlns:a16="http://schemas.microsoft.com/office/drawing/2014/main" id="{467F7C7C-D914-8CC6-2FD0-D6C376E5E032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4" name="橢圓 133">
            <a:extLst>
              <a:ext uri="{FF2B5EF4-FFF2-40B4-BE49-F238E27FC236}">
                <a16:creationId xmlns:a16="http://schemas.microsoft.com/office/drawing/2014/main" id="{1F60F453-1CF3-B6DA-7914-1F5074CF6FFA}"/>
              </a:ext>
            </a:extLst>
          </p:cNvPr>
          <p:cNvSpPr/>
          <p:nvPr/>
        </p:nvSpPr>
        <p:spPr>
          <a:xfrm>
            <a:off x="1157596" y="42833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橢圓 134">
            <a:extLst>
              <a:ext uri="{FF2B5EF4-FFF2-40B4-BE49-F238E27FC236}">
                <a16:creationId xmlns:a16="http://schemas.microsoft.com/office/drawing/2014/main" id="{F8FB7958-DD3E-0AD9-EDAF-2379046C09FC}"/>
              </a:ext>
            </a:extLst>
          </p:cNvPr>
          <p:cNvSpPr/>
          <p:nvPr/>
        </p:nvSpPr>
        <p:spPr>
          <a:xfrm>
            <a:off x="2077884" y="42833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3DC01B55-24F2-A4CB-FC5A-F54A2F5A3C82}"/>
              </a:ext>
            </a:extLst>
          </p:cNvPr>
          <p:cNvSpPr/>
          <p:nvPr/>
        </p:nvSpPr>
        <p:spPr>
          <a:xfrm>
            <a:off x="3026636" y="42833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075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6178E2D-BE49-D20D-742C-80DDC128C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828793"/>
              </p:ext>
            </p:extLst>
          </p:nvPr>
        </p:nvGraphicFramePr>
        <p:xfrm>
          <a:off x="315589" y="2125629"/>
          <a:ext cx="2847816" cy="2720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954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711954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68016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graphicFrame>
        <p:nvGraphicFramePr>
          <p:cNvPr id="88" name="表格 87">
            <a:extLst>
              <a:ext uri="{FF2B5EF4-FFF2-40B4-BE49-F238E27FC236}">
                <a16:creationId xmlns:a16="http://schemas.microsoft.com/office/drawing/2014/main" id="{12968CC8-465B-FA4F-C3A3-21D8C01DD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918802"/>
              </p:ext>
            </p:extLst>
          </p:nvPr>
        </p:nvGraphicFramePr>
        <p:xfrm>
          <a:off x="338642" y="2123737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Step3:</a:t>
            </a:r>
            <a:r>
              <a:rPr lang="zh-TW" altLang="en-US" dirty="0"/>
              <a:t>計算內插值</a:t>
            </a:r>
            <a:r>
              <a:rPr lang="en-US" altLang="zh-TW" dirty="0"/>
              <a:t>(4)</a:t>
            </a:r>
            <a:endParaRPr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2908663-18FD-4ABF-652C-22BCCB9A2539}"/>
              </a:ext>
            </a:extLst>
          </p:cNvPr>
          <p:cNvCxnSpPr>
            <a:cxnSpLocks/>
          </p:cNvCxnSpPr>
          <p:nvPr/>
        </p:nvCxnSpPr>
        <p:spPr>
          <a:xfrm>
            <a:off x="8482587" y="1711598"/>
            <a:ext cx="0" cy="3649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2490A40-D816-2768-4EF9-95EE87E54E3F}"/>
              </a:ext>
            </a:extLst>
          </p:cNvPr>
          <p:cNvCxnSpPr>
            <a:cxnSpLocks/>
          </p:cNvCxnSpPr>
          <p:nvPr/>
        </p:nvCxnSpPr>
        <p:spPr>
          <a:xfrm>
            <a:off x="11330402" y="1585498"/>
            <a:ext cx="0" cy="3775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2C74D2F-2A24-7DAF-371E-881B1ECFA19B}"/>
              </a:ext>
            </a:extLst>
          </p:cNvPr>
          <p:cNvCxnSpPr>
            <a:cxnSpLocks/>
          </p:cNvCxnSpPr>
          <p:nvPr/>
        </p:nvCxnSpPr>
        <p:spPr>
          <a:xfrm>
            <a:off x="7767363" y="2128706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B7D188D-5880-57FE-C5AA-F174850624EE}"/>
              </a:ext>
            </a:extLst>
          </p:cNvPr>
          <p:cNvCxnSpPr>
            <a:cxnSpLocks/>
          </p:cNvCxnSpPr>
          <p:nvPr/>
        </p:nvCxnSpPr>
        <p:spPr>
          <a:xfrm>
            <a:off x="7767363" y="4827430"/>
            <a:ext cx="41917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EC20389-D114-2F84-00D2-A40905692D87}"/>
              </a:ext>
            </a:extLst>
          </p:cNvPr>
          <p:cNvSpPr/>
          <p:nvPr/>
        </p:nvSpPr>
        <p:spPr>
          <a:xfrm>
            <a:off x="8102345" y="1915952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A0901C-9F14-16A6-5696-BF239C0177E4}"/>
              </a:ext>
            </a:extLst>
          </p:cNvPr>
          <p:cNvSpPr/>
          <p:nvPr/>
        </p:nvSpPr>
        <p:spPr>
          <a:xfrm>
            <a:off x="8102345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CD1353-8D49-4223-2685-D8DAA22BAA52}"/>
              </a:ext>
            </a:extLst>
          </p:cNvPr>
          <p:cNvSpPr/>
          <p:nvPr/>
        </p:nvSpPr>
        <p:spPr>
          <a:xfrm>
            <a:off x="10950160" y="1909831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B9A7EC-CAE7-FC67-E534-9C35129C310B}"/>
              </a:ext>
            </a:extLst>
          </p:cNvPr>
          <p:cNvSpPr/>
          <p:nvPr/>
        </p:nvSpPr>
        <p:spPr>
          <a:xfrm>
            <a:off x="10950160" y="4639966"/>
            <a:ext cx="760484" cy="425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50</a:t>
            </a:r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1977B750-CD48-06DB-70DC-20DE3E584DDC}"/>
              </a:ext>
            </a:extLst>
          </p:cNvPr>
          <p:cNvGrpSpPr/>
          <p:nvPr/>
        </p:nvGrpSpPr>
        <p:grpSpPr>
          <a:xfrm>
            <a:off x="8482587" y="1475107"/>
            <a:ext cx="125007" cy="265472"/>
            <a:chOff x="5866646" y="1457608"/>
            <a:chExt cx="977775" cy="380245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001A6251-C299-BFE0-C507-F961A99F1DFB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FEFC4404-9A4D-2933-3983-07F6FD513D41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14748A1F-19BB-9102-481A-AAF043C7C800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D3C59EA-B68E-52E3-7E9E-DBB0E630F1AB}"/>
              </a:ext>
            </a:extLst>
          </p:cNvPr>
          <p:cNvSpPr txBox="1"/>
          <p:nvPr/>
        </p:nvSpPr>
        <p:spPr>
          <a:xfrm>
            <a:off x="8296464" y="110291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0.0</a:t>
            </a:r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2A88234-DEE0-FFDE-DBC6-B7E64FF0850B}"/>
              </a:ext>
            </a:extLst>
          </p:cNvPr>
          <p:cNvGrpSpPr/>
          <p:nvPr/>
        </p:nvGrpSpPr>
        <p:grpSpPr>
          <a:xfrm rot="5400000">
            <a:off x="7593365" y="2101982"/>
            <a:ext cx="130147" cy="171741"/>
            <a:chOff x="5866646" y="1457608"/>
            <a:chExt cx="977775" cy="380245"/>
          </a:xfrm>
        </p:grpSpPr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EB933CCC-2F15-73B2-20EC-780C6C4F3B1C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5EBC7DCD-8F38-51D3-CF84-A31B967FC73E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70D6F3C3-17A0-22DB-9E7B-5D7F8F8DE577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DBDC2D1-49D8-EE42-8BE3-D346303B7403}"/>
              </a:ext>
            </a:extLst>
          </p:cNvPr>
          <p:cNvSpPr txBox="1"/>
          <p:nvPr/>
        </p:nvSpPr>
        <p:spPr>
          <a:xfrm>
            <a:off x="7012813" y="1925668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0.0</a:t>
            </a:r>
            <a:endParaRPr lang="zh-TW" altLang="en-US" dirty="0"/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C7DDF609-402A-68DF-E07D-0C25B781E81F}"/>
              </a:ext>
            </a:extLst>
          </p:cNvPr>
          <p:cNvCxnSpPr>
            <a:cxnSpLocks/>
          </p:cNvCxnSpPr>
          <p:nvPr/>
        </p:nvCxnSpPr>
        <p:spPr>
          <a:xfrm>
            <a:off x="8482587" y="2122584"/>
            <a:ext cx="2847806" cy="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79BD6F99-A713-88E6-7214-B11FE3E11175}"/>
              </a:ext>
            </a:extLst>
          </p:cNvPr>
          <p:cNvCxnSpPr>
            <a:cxnSpLocks/>
          </p:cNvCxnSpPr>
          <p:nvPr/>
        </p:nvCxnSpPr>
        <p:spPr>
          <a:xfrm>
            <a:off x="8490772" y="2130526"/>
            <a:ext cx="0" cy="266062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橢圓 69">
            <a:extLst>
              <a:ext uri="{FF2B5EF4-FFF2-40B4-BE49-F238E27FC236}">
                <a16:creationId xmlns:a16="http://schemas.microsoft.com/office/drawing/2014/main" id="{93F2B105-91B7-C3A1-7C23-C65385E265D3}"/>
              </a:ext>
            </a:extLst>
          </p:cNvPr>
          <p:cNvSpPr/>
          <p:nvPr/>
        </p:nvSpPr>
        <p:spPr>
          <a:xfrm>
            <a:off x="8357581" y="1967744"/>
            <a:ext cx="285180" cy="285180"/>
          </a:xfrm>
          <a:prstGeom prst="ellipse">
            <a:avLst/>
          </a:prstGeom>
          <a:solidFill>
            <a:srgbClr val="FF0000">
              <a:alpha val="1803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箭號: 向右 90">
            <a:extLst>
              <a:ext uri="{FF2B5EF4-FFF2-40B4-BE49-F238E27FC236}">
                <a16:creationId xmlns:a16="http://schemas.microsoft.com/office/drawing/2014/main" id="{64745005-C320-058A-9712-C6A675696B64}"/>
              </a:ext>
            </a:extLst>
          </p:cNvPr>
          <p:cNvSpPr/>
          <p:nvPr/>
        </p:nvSpPr>
        <p:spPr>
          <a:xfrm>
            <a:off x="3476433" y="3211247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箭號: 向右 91">
            <a:extLst>
              <a:ext uri="{FF2B5EF4-FFF2-40B4-BE49-F238E27FC236}">
                <a16:creationId xmlns:a16="http://schemas.microsoft.com/office/drawing/2014/main" id="{B2F8D87D-F577-09C2-BE92-7C737E0D4FCD}"/>
              </a:ext>
            </a:extLst>
          </p:cNvPr>
          <p:cNvSpPr/>
          <p:nvPr/>
        </p:nvSpPr>
        <p:spPr>
          <a:xfrm>
            <a:off x="6880749" y="3253859"/>
            <a:ext cx="549621" cy="49918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3EA7B765-2C0C-26F5-29A2-B548C9AC23DB}"/>
              </a:ext>
            </a:extLst>
          </p:cNvPr>
          <p:cNvSpPr txBox="1"/>
          <p:nvPr/>
        </p:nvSpPr>
        <p:spPr>
          <a:xfrm>
            <a:off x="1020698" y="5480888"/>
            <a:ext cx="106899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F(0,0)</a:t>
            </a:r>
            <a:r>
              <a:rPr lang="zh-TW" altLang="en-US" sz="2800" dirty="0"/>
              <a:t> </a:t>
            </a:r>
            <a:r>
              <a:rPr lang="en-US" altLang="zh-TW" sz="2800" dirty="0"/>
              <a:t>=</a:t>
            </a:r>
            <a:r>
              <a:rPr lang="zh-TW" altLang="en-US" sz="2800" dirty="0"/>
              <a:t> </a:t>
            </a:r>
            <a:r>
              <a:rPr lang="en-US" altLang="zh-TW" sz="2800" dirty="0"/>
              <a:t>1×[0×40+1×10]+</a:t>
            </a:r>
          </a:p>
          <a:p>
            <a:r>
              <a:rPr lang="zh-TW" altLang="en-US" sz="2800" dirty="0"/>
              <a:t>                 </a:t>
            </a:r>
            <a:r>
              <a:rPr lang="en-US" altLang="zh-TW" sz="2800" dirty="0"/>
              <a:t>0×[(0×50+1×20] </a:t>
            </a:r>
            <a:r>
              <a:rPr lang="zh-TW" altLang="en-US" sz="2800" dirty="0"/>
              <a:t>  </a:t>
            </a:r>
            <a:r>
              <a:rPr lang="en-US" altLang="zh-TW" sz="2800" dirty="0"/>
              <a:t>=</a:t>
            </a:r>
            <a:r>
              <a:rPr lang="zh-TW" altLang="en-US" sz="2800" dirty="0"/>
              <a:t>  </a:t>
            </a:r>
            <a:r>
              <a:rPr lang="en-US" altLang="zh-TW" sz="2800" dirty="0"/>
              <a:t>10</a:t>
            </a:r>
            <a:endParaRPr lang="zh-TW" altLang="en-US" sz="28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24B701-7C9E-001D-5387-0473EF666836}"/>
              </a:ext>
            </a:extLst>
          </p:cNvPr>
          <p:cNvGraphicFramePr>
            <a:graphicFrameLocks noGrp="1"/>
          </p:cNvGraphicFramePr>
          <p:nvPr/>
        </p:nvGraphicFramePr>
        <p:xfrm>
          <a:off x="3949254" y="2130355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B51CDD0-E8FE-FA55-BF14-2E0D970D82E8}"/>
              </a:ext>
            </a:extLst>
          </p:cNvPr>
          <p:cNvGraphicFramePr>
            <a:graphicFrameLocks noGrp="1"/>
          </p:cNvGraphicFramePr>
          <p:nvPr/>
        </p:nvGraphicFramePr>
        <p:xfrm>
          <a:off x="4432564" y="2588658"/>
          <a:ext cx="1889350" cy="1804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4675">
                  <a:extLst>
                    <a:ext uri="{9D8B030D-6E8A-4147-A177-3AD203B41FA5}">
                      <a16:colId xmlns:a16="http://schemas.microsoft.com/office/drawing/2014/main" val="2442820666"/>
                    </a:ext>
                  </a:extLst>
                </a:gridCol>
                <a:gridCol w="944675">
                  <a:extLst>
                    <a:ext uri="{9D8B030D-6E8A-4147-A177-3AD203B41FA5}">
                      <a16:colId xmlns:a16="http://schemas.microsoft.com/office/drawing/2014/main" val="574185934"/>
                    </a:ext>
                  </a:extLst>
                </a:gridCol>
              </a:tblGrid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619669"/>
                  </a:ext>
                </a:extLst>
              </a:tr>
              <a:tr h="90202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049794"/>
                  </a:ext>
                </a:extLst>
              </a:tr>
            </a:tbl>
          </a:graphicData>
        </a:graphic>
      </p:graphicFrame>
      <p:sp>
        <p:nvSpPr>
          <p:cNvPr id="7" name="橢圓 6">
            <a:extLst>
              <a:ext uri="{FF2B5EF4-FFF2-40B4-BE49-F238E27FC236}">
                <a16:creationId xmlns:a16="http://schemas.microsoft.com/office/drawing/2014/main" id="{CB9C8412-6508-FF16-0F63-CAC2CBE4702B}"/>
              </a:ext>
            </a:extLst>
          </p:cNvPr>
          <p:cNvSpPr/>
          <p:nvPr/>
        </p:nvSpPr>
        <p:spPr>
          <a:xfrm>
            <a:off x="434560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54704B2-1C86-19F3-8792-3B0E337AC671}"/>
              </a:ext>
            </a:extLst>
          </p:cNvPr>
          <p:cNvSpPr/>
          <p:nvPr/>
        </p:nvSpPr>
        <p:spPr>
          <a:xfrm>
            <a:off x="5265891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C4A32488-B26D-89C4-CC0A-504514CB3960}"/>
              </a:ext>
            </a:extLst>
          </p:cNvPr>
          <p:cNvSpPr/>
          <p:nvPr/>
        </p:nvSpPr>
        <p:spPr>
          <a:xfrm>
            <a:off x="6214643" y="2495304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A37E28CC-B594-2FB2-502E-DFD31E5462E5}"/>
              </a:ext>
            </a:extLst>
          </p:cNvPr>
          <p:cNvSpPr/>
          <p:nvPr/>
        </p:nvSpPr>
        <p:spPr>
          <a:xfrm>
            <a:off x="434560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CAEA8CEF-974F-FE02-69E3-150B81AD4A11}"/>
              </a:ext>
            </a:extLst>
          </p:cNvPr>
          <p:cNvSpPr/>
          <p:nvPr/>
        </p:nvSpPr>
        <p:spPr>
          <a:xfrm>
            <a:off x="5265891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FF7E8904-5CD4-658C-54E4-41454A605ED4}"/>
              </a:ext>
            </a:extLst>
          </p:cNvPr>
          <p:cNvSpPr/>
          <p:nvPr/>
        </p:nvSpPr>
        <p:spPr>
          <a:xfrm>
            <a:off x="6214643" y="3385892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1A4D7845-4AC4-2D99-6777-D8985B54D490}"/>
              </a:ext>
            </a:extLst>
          </p:cNvPr>
          <p:cNvSpPr/>
          <p:nvPr/>
        </p:nvSpPr>
        <p:spPr>
          <a:xfrm>
            <a:off x="431967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16831DF-1C64-2211-D027-B3F827DC3C02}"/>
              </a:ext>
            </a:extLst>
          </p:cNvPr>
          <p:cNvSpPr/>
          <p:nvPr/>
        </p:nvSpPr>
        <p:spPr>
          <a:xfrm>
            <a:off x="5239967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F58DB7C-AC93-A424-764B-51B7269ADAF2}"/>
              </a:ext>
            </a:extLst>
          </p:cNvPr>
          <p:cNvSpPr/>
          <p:nvPr/>
        </p:nvSpPr>
        <p:spPr>
          <a:xfrm>
            <a:off x="6188719" y="4276480"/>
            <a:ext cx="214542" cy="206964"/>
          </a:xfrm>
          <a:prstGeom prst="ellipse">
            <a:avLst/>
          </a:prstGeom>
          <a:solidFill>
            <a:srgbClr val="A6A6A6">
              <a:alpha val="6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35A7F9F7-D659-4E2F-2F98-C266C26BA9A1}"/>
              </a:ext>
            </a:extLst>
          </p:cNvPr>
          <p:cNvSpPr/>
          <p:nvPr/>
        </p:nvSpPr>
        <p:spPr>
          <a:xfrm>
            <a:off x="4334022" y="2482566"/>
            <a:ext cx="214542" cy="2069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839E311-55C5-2E84-3207-8BE53E356AEB}"/>
              </a:ext>
            </a:extLst>
          </p:cNvPr>
          <p:cNvSpPr txBox="1"/>
          <p:nvPr/>
        </p:nvSpPr>
        <p:spPr>
          <a:xfrm>
            <a:off x="1062209" y="1284677"/>
            <a:ext cx="1529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0.6667 * 0 = 0</a:t>
            </a:r>
          </a:p>
          <a:p>
            <a:r>
              <a:rPr lang="en-US" altLang="zh-TW" sz="1800" dirty="0"/>
              <a:t>0.6667 * 0 = 0</a:t>
            </a:r>
            <a:endParaRPr lang="zh-TW" altLang="en-US" dirty="0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67EDB38A-79A4-D715-A987-E3C32E77D7A7}"/>
              </a:ext>
            </a:extLst>
          </p:cNvPr>
          <p:cNvGrpSpPr/>
          <p:nvPr/>
        </p:nvGrpSpPr>
        <p:grpSpPr>
          <a:xfrm>
            <a:off x="722755" y="2493422"/>
            <a:ext cx="2083582" cy="206964"/>
            <a:chOff x="721834" y="3107765"/>
            <a:chExt cx="2104085" cy="206964"/>
          </a:xfrm>
          <a:solidFill>
            <a:srgbClr val="FF0000"/>
          </a:solidFill>
        </p:grpSpPr>
        <p:sp>
          <p:nvSpPr>
            <p:cNvPr id="43" name="橢圓 42">
              <a:extLst>
                <a:ext uri="{FF2B5EF4-FFF2-40B4-BE49-F238E27FC236}">
                  <a16:creationId xmlns:a16="http://schemas.microsoft.com/office/drawing/2014/main" id="{18C3E737-ADE5-9B88-0851-050A3C9F98B5}"/>
                </a:ext>
              </a:extLst>
            </p:cNvPr>
            <p:cNvSpPr/>
            <p:nvPr/>
          </p:nvSpPr>
          <p:spPr>
            <a:xfrm>
              <a:off x="721834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F56B1593-77E9-E785-6961-BD9F14121842}"/>
                </a:ext>
              </a:extLst>
            </p:cNvPr>
            <p:cNvSpPr/>
            <p:nvPr/>
          </p:nvSpPr>
          <p:spPr>
            <a:xfrm>
              <a:off x="2611377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F1A94CA5-8974-16F8-7325-091BA10EB9B0}"/>
                </a:ext>
              </a:extLst>
            </p:cNvPr>
            <p:cNvSpPr/>
            <p:nvPr/>
          </p:nvSpPr>
          <p:spPr>
            <a:xfrm>
              <a:off x="1351682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B8E20FD2-265D-7AD1-B17F-56A7F05C032D}"/>
                </a:ext>
              </a:extLst>
            </p:cNvPr>
            <p:cNvSpPr/>
            <p:nvPr/>
          </p:nvSpPr>
          <p:spPr>
            <a:xfrm>
              <a:off x="1981530" y="3107765"/>
              <a:ext cx="214542" cy="20696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271E373C-5CBC-31B7-19EF-9A766D1930F2}"/>
              </a:ext>
            </a:extLst>
          </p:cNvPr>
          <p:cNvGrpSpPr/>
          <p:nvPr/>
        </p:nvGrpSpPr>
        <p:grpSpPr>
          <a:xfrm>
            <a:off x="722755" y="2504541"/>
            <a:ext cx="2083582" cy="206964"/>
            <a:chOff x="4498003" y="2647704"/>
            <a:chExt cx="2083582" cy="206964"/>
          </a:xfrm>
        </p:grpSpPr>
        <p:sp>
          <p:nvSpPr>
            <p:cNvPr id="4" name="橢圓 3">
              <a:extLst>
                <a:ext uri="{FF2B5EF4-FFF2-40B4-BE49-F238E27FC236}">
                  <a16:creationId xmlns:a16="http://schemas.microsoft.com/office/drawing/2014/main" id="{CE655550-268D-DFA8-D1B3-A5FE3615C8ED}"/>
                </a:ext>
              </a:extLst>
            </p:cNvPr>
            <p:cNvSpPr/>
            <p:nvPr/>
          </p:nvSpPr>
          <p:spPr>
            <a:xfrm>
              <a:off x="4498003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C5E01F89-9004-1734-E305-F2539D2BBA4F}"/>
                </a:ext>
              </a:extLst>
            </p:cNvPr>
            <p:cNvSpPr/>
            <p:nvPr/>
          </p:nvSpPr>
          <p:spPr>
            <a:xfrm>
              <a:off x="5418291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C61260D1-86E9-3C09-EF2F-654A9212E5CE}"/>
                </a:ext>
              </a:extLst>
            </p:cNvPr>
            <p:cNvSpPr/>
            <p:nvPr/>
          </p:nvSpPr>
          <p:spPr>
            <a:xfrm>
              <a:off x="6367043" y="2647704"/>
              <a:ext cx="214542" cy="206964"/>
            </a:xfrm>
            <a:prstGeom prst="ellipse">
              <a:avLst/>
            </a:prstGeom>
            <a:solidFill>
              <a:srgbClr val="A6A6A6">
                <a:alpha val="6902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7041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!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22B1CF6-A625-4BA6-3C86-62B61DC63830}"/>
              </a:ext>
            </a:extLst>
          </p:cNvPr>
          <p:cNvGraphicFramePr>
            <a:graphicFrameLocks noGrp="1"/>
          </p:cNvGraphicFramePr>
          <p:nvPr/>
        </p:nvGraphicFramePr>
        <p:xfrm>
          <a:off x="2249287" y="2358345"/>
          <a:ext cx="2847816" cy="27206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9272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9272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20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50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60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70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80</a:t>
                      </a:r>
                      <a:endParaRPr lang="zh-TW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90</a:t>
                      </a:r>
                      <a:endParaRPr lang="zh-TW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4166AB7-D54C-910A-330D-AE68F36F5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742362"/>
              </p:ext>
            </p:extLst>
          </p:nvPr>
        </p:nvGraphicFramePr>
        <p:xfrm>
          <a:off x="6915090" y="1996206"/>
          <a:ext cx="3789372" cy="36275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7343">
                  <a:extLst>
                    <a:ext uri="{9D8B030D-6E8A-4147-A177-3AD203B41FA5}">
                      <a16:colId xmlns:a16="http://schemas.microsoft.com/office/drawing/2014/main" val="606005365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3281305359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771941262"/>
                    </a:ext>
                  </a:extLst>
                </a:gridCol>
                <a:gridCol w="947343">
                  <a:extLst>
                    <a:ext uri="{9D8B030D-6E8A-4147-A177-3AD203B41FA5}">
                      <a16:colId xmlns:a16="http://schemas.microsoft.com/office/drawing/2014/main" val="54997247"/>
                    </a:ext>
                  </a:extLst>
                </a:gridCol>
              </a:tblGrid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16.6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23.3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97383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36.6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43.3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7975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50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56.6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63.3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660278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76.6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83.3</a:t>
                      </a:r>
                      <a:endParaRPr lang="zh-TW" altLang="en-US" sz="2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endParaRPr lang="zh-TW" alt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85109"/>
                  </a:ext>
                </a:extLst>
              </a:tr>
            </a:tbl>
          </a:graphicData>
        </a:graphic>
      </p:graphicFrame>
      <p:sp>
        <p:nvSpPr>
          <p:cNvPr id="6" name="箭號: 向右 5">
            <a:extLst>
              <a:ext uri="{FF2B5EF4-FFF2-40B4-BE49-F238E27FC236}">
                <a16:creationId xmlns:a16="http://schemas.microsoft.com/office/drawing/2014/main" id="{93807A60-BA49-FE60-36B0-4029A423E50D}"/>
              </a:ext>
            </a:extLst>
          </p:cNvPr>
          <p:cNvSpPr/>
          <p:nvPr/>
        </p:nvSpPr>
        <p:spPr>
          <a:xfrm>
            <a:off x="5567003" y="3364726"/>
            <a:ext cx="878186" cy="70788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29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5EEC1F-90C5-2E8D-6ABD-B8FBD9311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C5245-878A-46C3-234A-20C3F5924A69}"/>
              </a:ext>
            </a:extLst>
          </p:cNvPr>
          <p:cNvSpPr txBox="1"/>
          <p:nvPr/>
        </p:nvSpPr>
        <p:spPr>
          <a:xfrm>
            <a:off x="1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2-D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雙線性內插法 </a:t>
            </a:r>
            <a:r>
              <a:rPr lang="zh-TW" altLang="en-US" dirty="0"/>
              <a:t>整理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CB96294-8BC2-EE8E-0398-2B19FC1B10F6}"/>
                  </a:ext>
                </a:extLst>
              </p:cNvPr>
              <p:cNvSpPr txBox="1"/>
              <p:nvPr/>
            </p:nvSpPr>
            <p:spPr>
              <a:xfrm>
                <a:off x="976937" y="1541170"/>
                <a:ext cx="3863494" cy="961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原始圖像尺寸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,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目標圖像尺寸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寬度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sz="20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, 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CB96294-8BC2-EE8E-0398-2B19FC1B1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937" y="1541170"/>
                <a:ext cx="3863494" cy="961289"/>
              </a:xfrm>
              <a:prstGeom prst="rect">
                <a:avLst/>
              </a:prstGeom>
              <a:blipFill>
                <a:blip r:embed="rId2"/>
                <a:stretch>
                  <a:fillRect l="-1420" b="-101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58E6DCD-69E1-7347-5C65-7513DE831C9F}"/>
                  </a:ext>
                </a:extLst>
              </p:cNvPr>
              <p:cNvSpPr txBox="1"/>
              <p:nvPr/>
            </p:nvSpPr>
            <p:spPr>
              <a:xfrm>
                <a:off x="1379569" y="2712187"/>
                <a:ext cx="1388264" cy="6285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58E6DCD-69E1-7347-5C65-7513DE831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569" y="2712187"/>
                <a:ext cx="1388264" cy="628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B98B181-267E-5662-CEEA-661C87359B24}"/>
                  </a:ext>
                </a:extLst>
              </p:cNvPr>
              <p:cNvSpPr txBox="1"/>
              <p:nvPr/>
            </p:nvSpPr>
            <p:spPr>
              <a:xfrm>
                <a:off x="3296639" y="2715366"/>
                <a:ext cx="1357871" cy="634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B98B181-267E-5662-CEEA-661C87359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639" y="2715366"/>
                <a:ext cx="1357871" cy="6346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414DBD4-250E-5DF5-BE39-54D1D587CDE1}"/>
                  </a:ext>
                </a:extLst>
              </p:cNvPr>
              <p:cNvSpPr txBox="1"/>
              <p:nvPr/>
            </p:nvSpPr>
            <p:spPr>
              <a:xfrm>
                <a:off x="751716" y="4257705"/>
                <a:ext cx="479614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要算目標圖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28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的值</a:t>
                </a:r>
                <a:endParaRPr lang="en-US" altLang="zh-TW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先算映射到原圖的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:r>
                  <a:rPr lang="en-US" altLang="zh-TW" sz="2800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x,y</a:t>
                </a:r>
                <a:r>
                  <a:rPr lang="en-US" altLang="zh-TW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414DBD4-250E-5DF5-BE39-54D1D587C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16" y="4257705"/>
                <a:ext cx="4796140" cy="954107"/>
              </a:xfrm>
              <a:prstGeom prst="rect">
                <a:avLst/>
              </a:prstGeom>
              <a:blipFill>
                <a:blip r:embed="rId5"/>
                <a:stretch>
                  <a:fillRect l="-2541" t="-6369" b="-16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65D31FA-5A6F-DE04-CF1D-FCB5B1C513FB}"/>
                  </a:ext>
                </a:extLst>
              </p:cNvPr>
              <p:cNvSpPr txBox="1"/>
              <p:nvPr/>
            </p:nvSpPr>
            <p:spPr>
              <a:xfrm>
                <a:off x="719678" y="5203263"/>
                <a:ext cx="2189006" cy="9880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800" dirty="0"/>
                            <m:t>×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sz="28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TW" sz="2800" i="1" dirty="0" err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800" dirty="0"/>
                            <m:t>×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TW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365D31FA-5A6F-DE04-CF1D-FCB5B1C51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78" y="5203263"/>
                <a:ext cx="2189006" cy="9880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AC27998-BF60-3681-8277-D3B6D3A9B50D}"/>
                  </a:ext>
                </a:extLst>
              </p:cNvPr>
              <p:cNvSpPr txBox="1"/>
              <p:nvPr/>
            </p:nvSpPr>
            <p:spPr>
              <a:xfrm>
                <a:off x="6598773" y="1662255"/>
                <a:ext cx="153352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=⌊x⌋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=⌊y⌋</a:t>
                </a:r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AC27998-BF60-3681-8277-D3B6D3A9B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773" y="1662255"/>
                <a:ext cx="1533526" cy="830997"/>
              </a:xfrm>
              <a:prstGeom prst="rect">
                <a:avLst/>
              </a:prstGeom>
              <a:blipFill>
                <a:blip r:embed="rId7"/>
                <a:stretch>
                  <a:fillRect l="-1190" t="-6618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A518E37-F1B1-59EE-B428-5E03FD64CEAE}"/>
                  </a:ext>
                </a:extLst>
              </p:cNvPr>
              <p:cNvSpPr txBox="1"/>
              <p:nvPr/>
            </p:nvSpPr>
            <p:spPr>
              <a:xfrm>
                <a:off x="8006747" y="1662255"/>
                <a:ext cx="153352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=⌊x⌋+1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​ =⌊y⌋+1</a:t>
                </a:r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A518E37-F1B1-59EE-B428-5E03FD64C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747" y="1662255"/>
                <a:ext cx="1533525" cy="830997"/>
              </a:xfrm>
              <a:prstGeom prst="rect">
                <a:avLst/>
              </a:prstGeom>
              <a:blipFill>
                <a:blip r:embed="rId8"/>
                <a:stretch>
                  <a:fillRect l="-1190" t="-6618" r="-3175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21FF5EA-6335-9F16-1814-84AE13CEDF7A}"/>
              </a:ext>
            </a:extLst>
          </p:cNvPr>
          <p:cNvCxnSpPr>
            <a:cxnSpLocks/>
          </p:cNvCxnSpPr>
          <p:nvPr/>
        </p:nvCxnSpPr>
        <p:spPr>
          <a:xfrm>
            <a:off x="7123691" y="2538858"/>
            <a:ext cx="0" cy="30420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9034E76-09B8-FBAE-A560-6033224D8C23}"/>
              </a:ext>
            </a:extLst>
          </p:cNvPr>
          <p:cNvCxnSpPr>
            <a:cxnSpLocks/>
          </p:cNvCxnSpPr>
          <p:nvPr/>
        </p:nvCxnSpPr>
        <p:spPr>
          <a:xfrm>
            <a:off x="10647941" y="2538858"/>
            <a:ext cx="0" cy="304207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2C5FA52B-BEDA-190A-D225-2449A9E37A8B}"/>
              </a:ext>
            </a:extLst>
          </p:cNvPr>
          <p:cNvCxnSpPr>
            <a:cxnSpLocks/>
          </p:cNvCxnSpPr>
          <p:nvPr/>
        </p:nvCxnSpPr>
        <p:spPr>
          <a:xfrm>
            <a:off x="6380741" y="3116933"/>
            <a:ext cx="466725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EF6F002E-307E-FF2B-2195-74866C0B2E8D}"/>
              </a:ext>
            </a:extLst>
          </p:cNvPr>
          <p:cNvCxnSpPr>
            <a:cxnSpLocks/>
          </p:cNvCxnSpPr>
          <p:nvPr/>
        </p:nvCxnSpPr>
        <p:spPr>
          <a:xfrm>
            <a:off x="6380741" y="5136831"/>
            <a:ext cx="5172075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0488EB3-0130-67D6-0229-0DFFBB99EDAB}"/>
                  </a:ext>
                </a:extLst>
              </p:cNvPr>
              <p:cNvSpPr txBox="1"/>
              <p:nvPr/>
            </p:nvSpPr>
            <p:spPr>
              <a:xfrm>
                <a:off x="6549303" y="2912131"/>
                <a:ext cx="1494768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000" dirty="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)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0488EB3-0130-67D6-0229-0DFFBB99E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03" y="2912131"/>
                <a:ext cx="1494768" cy="400110"/>
              </a:xfrm>
              <a:prstGeom prst="rect">
                <a:avLst/>
              </a:prstGeom>
              <a:blipFill>
                <a:blip r:embed="rId9"/>
                <a:stretch>
                  <a:fillRect l="-806" t="-5970" r="-2419" b="-268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AC6865F-9E2D-AE76-8952-30C165E78C94}"/>
                  </a:ext>
                </a:extLst>
              </p:cNvPr>
              <p:cNvSpPr txBox="1"/>
              <p:nvPr/>
            </p:nvSpPr>
            <p:spPr>
              <a:xfrm>
                <a:off x="10061813" y="2897712"/>
                <a:ext cx="1562800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)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AC6865F-9E2D-AE76-8952-30C165E78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1813" y="2897712"/>
                <a:ext cx="1562800" cy="400110"/>
              </a:xfrm>
              <a:prstGeom prst="rect">
                <a:avLst/>
              </a:prstGeom>
              <a:blipFill>
                <a:blip r:embed="rId10"/>
                <a:stretch>
                  <a:fillRect l="-775" t="-4412" r="-2326" b="-2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645B058-64AE-9673-EB41-16915D9CF8FE}"/>
                  </a:ext>
                </a:extLst>
              </p:cNvPr>
              <p:cNvSpPr txBox="1"/>
              <p:nvPr/>
            </p:nvSpPr>
            <p:spPr>
              <a:xfrm>
                <a:off x="6549303" y="4936776"/>
                <a:ext cx="1562800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)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645B058-64AE-9673-EB41-16915D9CF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03" y="4936776"/>
                <a:ext cx="1562800" cy="400110"/>
              </a:xfrm>
              <a:prstGeom prst="rect">
                <a:avLst/>
              </a:prstGeom>
              <a:blipFill>
                <a:blip r:embed="rId11"/>
                <a:stretch>
                  <a:fillRect l="-772" t="-5970" r="-2317" b="-268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BA31517-4DDA-DFA3-04CC-61E226ECD8D8}"/>
                  </a:ext>
                </a:extLst>
              </p:cNvPr>
              <p:cNvSpPr txBox="1"/>
              <p:nvPr/>
            </p:nvSpPr>
            <p:spPr>
              <a:xfrm>
                <a:off x="10055851" y="4933701"/>
                <a:ext cx="1568763" cy="4001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0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,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/>
                  <a:t>)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BA31517-4DDA-DFA3-04CC-61E226ECD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851" y="4933701"/>
                <a:ext cx="1568763" cy="400110"/>
              </a:xfrm>
              <a:prstGeom prst="rect">
                <a:avLst/>
              </a:prstGeom>
              <a:blipFill>
                <a:blip r:embed="rId12"/>
                <a:stretch>
                  <a:fillRect l="-772" t="-4412" r="-2317" b="-2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C9C31411-16D3-48D8-2C23-DC9CBC9872ED}"/>
                  </a:ext>
                </a:extLst>
              </p:cNvPr>
              <p:cNvSpPr txBox="1"/>
              <p:nvPr/>
            </p:nvSpPr>
            <p:spPr>
              <a:xfrm>
                <a:off x="7709820" y="3810410"/>
                <a:ext cx="1367147" cy="519351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TW" sz="1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18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18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1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C9C31411-16D3-48D8-2C23-DC9CBC987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9820" y="3810410"/>
                <a:ext cx="1367147" cy="519351"/>
              </a:xfrm>
              <a:prstGeom prst="ellipse">
                <a:avLst/>
              </a:prstGeom>
              <a:blipFill>
                <a:blip r:embed="rId13"/>
                <a:stretch>
                  <a:fillRect b="-35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1">
            <a:extLst>
              <a:ext uri="{FF2B5EF4-FFF2-40B4-BE49-F238E27FC236}">
                <a16:creationId xmlns:a16="http://schemas.microsoft.com/office/drawing/2014/main" id="{F99FDCB1-904D-8DD9-D21B-EA21DD808224}"/>
              </a:ext>
            </a:extLst>
          </p:cNvPr>
          <p:cNvGrpSpPr/>
          <p:nvPr/>
        </p:nvGrpSpPr>
        <p:grpSpPr>
          <a:xfrm>
            <a:off x="7123690" y="2626455"/>
            <a:ext cx="1269703" cy="247353"/>
            <a:chOff x="5866646" y="1457608"/>
            <a:chExt cx="977775" cy="380245"/>
          </a:xfrm>
          <a:effectLst/>
        </p:grpSpPr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E0034430-9C47-BC6A-251E-216E2DB1631A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A818020B-DB5A-4EF6-5837-3BDEB614A863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01D3A9C7-639B-AF4A-7F18-CBF341E604B0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D6AC6AE8-D8D4-4B49-6B32-BEB54EA96270}"/>
              </a:ext>
            </a:extLst>
          </p:cNvPr>
          <p:cNvSpPr txBox="1"/>
          <p:nvPr/>
        </p:nvSpPr>
        <p:spPr>
          <a:xfrm>
            <a:off x="7565252" y="2426400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b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5C40488C-4FDD-63B5-061B-02E12B267C35}"/>
              </a:ext>
            </a:extLst>
          </p:cNvPr>
          <p:cNvGrpSpPr/>
          <p:nvPr/>
        </p:nvGrpSpPr>
        <p:grpSpPr>
          <a:xfrm rot="5400000">
            <a:off x="5969794" y="3439196"/>
            <a:ext cx="972308" cy="323655"/>
            <a:chOff x="5866646" y="1457608"/>
            <a:chExt cx="977775" cy="380245"/>
          </a:xfrm>
        </p:grpSpPr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019ED5CA-D735-5312-7C78-C58CBC3440F4}"/>
                </a:ext>
              </a:extLst>
            </p:cNvPr>
            <p:cNvCxnSpPr/>
            <p:nvPr/>
          </p:nvCxnSpPr>
          <p:spPr>
            <a:xfrm>
              <a:off x="5866646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59884F75-DBE2-8EA6-F493-07C2474190C0}"/>
                </a:ext>
              </a:extLst>
            </p:cNvPr>
            <p:cNvCxnSpPr/>
            <p:nvPr/>
          </p:nvCxnSpPr>
          <p:spPr>
            <a:xfrm>
              <a:off x="6844421" y="1457608"/>
              <a:ext cx="0" cy="38024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4A16E1C4-F3E7-D150-B43C-B5CB32B4CCE9}"/>
                </a:ext>
              </a:extLst>
            </p:cNvPr>
            <p:cNvCxnSpPr/>
            <p:nvPr/>
          </p:nvCxnSpPr>
          <p:spPr>
            <a:xfrm>
              <a:off x="5866646" y="1629624"/>
              <a:ext cx="97777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8802DDE9-38DE-04F2-B1C8-645DE94C6CEF}"/>
              </a:ext>
            </a:extLst>
          </p:cNvPr>
          <p:cNvCxnSpPr>
            <a:endCxn id="41" idx="2"/>
          </p:cNvCxnSpPr>
          <p:nvPr/>
        </p:nvCxnSpPr>
        <p:spPr>
          <a:xfrm>
            <a:off x="7108130" y="4070085"/>
            <a:ext cx="601690" cy="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B4BF4DDE-F135-31A5-4974-119D8815AE99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8393394" y="3111129"/>
            <a:ext cx="0" cy="699281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D7F98740-B77A-8480-0D55-F168EE76B305}"/>
              </a:ext>
            </a:extLst>
          </p:cNvPr>
          <p:cNvSpPr txBox="1"/>
          <p:nvPr/>
        </p:nvSpPr>
        <p:spPr>
          <a:xfrm>
            <a:off x="6112170" y="3451368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</a:rPr>
              <a:t>a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DBF7BA7-C127-DA5A-1245-DDBF728D1A16}"/>
                  </a:ext>
                </a:extLst>
              </p:cNvPr>
              <p:cNvSpPr txBox="1"/>
              <p:nvPr/>
            </p:nvSpPr>
            <p:spPr>
              <a:xfrm>
                <a:off x="3987682" y="5826530"/>
                <a:ext cx="7971602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2400" i="1" dirty="0" err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TW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=</a:t>
                </a:r>
                <a:r>
                  <a:rPr lang="zh-TW" altLang="en-US" sz="2400" dirty="0"/>
                  <a:t> </a:t>
                </a:r>
                <a:r>
                  <a:rPr lang="en-US" altLang="zh-TW" sz="2400" dirty="0"/>
                  <a:t>(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1−b</a:t>
                </a:r>
                <a:r>
                  <a:rPr lang="en-US" altLang="zh-TW" sz="2400" dirty="0"/>
                  <a:t>)×[(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1−a</a:t>
                </a:r>
                <a:r>
                  <a:rPr lang="en-US" altLang="zh-TW" sz="2400" dirty="0"/>
                  <a:t>)×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+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400" dirty="0"/>
                  <a:t>×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 dirty="0"/>
                  <a:t>] +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400" dirty="0"/>
                  <a:t>×[(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1−a</a:t>
                </a:r>
                <a:r>
                  <a:rPr lang="en-US" altLang="zh-TW" sz="2400" dirty="0"/>
                  <a:t>)×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+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 a </a:t>
                </a:r>
                <a:r>
                  <a:rPr lang="en-US" altLang="zh-TW" sz="2400" dirty="0"/>
                  <a:t>×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]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DBF7BA7-C127-DA5A-1245-DDBF728D1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682" y="5826530"/>
                <a:ext cx="7971602" cy="461665"/>
              </a:xfrm>
              <a:prstGeom prst="rect">
                <a:avLst/>
              </a:prstGeom>
              <a:blipFill>
                <a:blip r:embed="rId14"/>
                <a:stretch>
                  <a:fillRect l="-1147" t="-11842" b="-30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3789619-ED14-C72D-C4D7-197B97C594E9}"/>
                  </a:ext>
                </a:extLst>
              </p:cNvPr>
              <p:cNvSpPr txBox="1"/>
              <p:nvPr/>
            </p:nvSpPr>
            <p:spPr>
              <a:xfrm>
                <a:off x="9768083" y="1662255"/>
                <a:ext cx="140732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b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b=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⌊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⌋</m:t>
                    </m:r>
                  </m:oMath>
                </a14:m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400" b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a=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⌊</m:t>
                    </m:r>
                    <m:r>
                      <m:rPr>
                        <m:nor/>
                      </m:rPr>
                      <a:rPr lang="en-US" altLang="zh-TW" sz="2400" b="0" i="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⌋</m:t>
                    </m:r>
                  </m:oMath>
                </a14:m>
                <a:endParaRPr lang="zh-TW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D3789619-ED14-C72D-C4D7-197B97C59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83" y="1662255"/>
                <a:ext cx="1407321" cy="830997"/>
              </a:xfrm>
              <a:prstGeom prst="rect">
                <a:avLst/>
              </a:prstGeom>
              <a:blipFill>
                <a:blip r:embed="rId15"/>
                <a:stretch>
                  <a:fillRect l="-6494" t="-5882" r="-3463" b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3E819534-10D3-F419-D7F1-766E1DA911E7}"/>
              </a:ext>
            </a:extLst>
          </p:cNvPr>
          <p:cNvSpPr txBox="1"/>
          <p:nvPr/>
        </p:nvSpPr>
        <p:spPr>
          <a:xfrm>
            <a:off x="454347" y="1133290"/>
            <a:ext cx="3764172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Step1: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縮放比例（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Scaling Ratio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3917F0A-B29C-DD8D-2E23-07D81048A410}"/>
              </a:ext>
            </a:extLst>
          </p:cNvPr>
          <p:cNvSpPr txBox="1"/>
          <p:nvPr/>
        </p:nvSpPr>
        <p:spPr>
          <a:xfrm>
            <a:off x="454347" y="3806580"/>
            <a:ext cx="2121093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Step2: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映射到原圖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81EA3290-4543-FD87-1256-661892E986F0}"/>
              </a:ext>
            </a:extLst>
          </p:cNvPr>
          <p:cNvSpPr txBox="1"/>
          <p:nvPr/>
        </p:nvSpPr>
        <p:spPr>
          <a:xfrm>
            <a:off x="6248405" y="1135027"/>
            <a:ext cx="2377574" cy="4001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Step3: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計算目標圖值</a:t>
            </a:r>
          </a:p>
        </p:txBody>
      </p: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50ABE6B9-E30E-CEF7-7767-E33D12AF45DC}"/>
              </a:ext>
            </a:extLst>
          </p:cNvPr>
          <p:cNvCxnSpPr/>
          <p:nvPr/>
        </p:nvCxnSpPr>
        <p:spPr>
          <a:xfrm>
            <a:off x="5466375" y="1133290"/>
            <a:ext cx="0" cy="4564018"/>
          </a:xfrm>
          <a:prstGeom prst="line">
            <a:avLst/>
          </a:prstGeom>
          <a:ln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4CF78A73-4604-4177-198F-B931AAF1A23A}"/>
              </a:ext>
            </a:extLst>
          </p:cNvPr>
          <p:cNvCxnSpPr>
            <a:cxnSpLocks/>
          </p:cNvCxnSpPr>
          <p:nvPr/>
        </p:nvCxnSpPr>
        <p:spPr>
          <a:xfrm>
            <a:off x="271604" y="3651423"/>
            <a:ext cx="5194771" cy="0"/>
          </a:xfrm>
          <a:prstGeom prst="line">
            <a:avLst/>
          </a:prstGeom>
          <a:ln>
            <a:solidFill>
              <a:srgbClr val="0000F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3079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86"/>
          <a:stretch/>
        </p:blipFill>
        <p:spPr bwMode="auto">
          <a:xfrm>
            <a:off x="1112992" y="999892"/>
            <a:ext cx="5364486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ADE1E4-9DA3-DB5B-467B-1F5ED8AC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45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07B1717-3C80-069F-F0DC-AB65E8C8EEFC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2.5 </a:t>
            </a:r>
            <a:r>
              <a:rPr lang="zh-TW" altLang="en-US" dirty="0"/>
              <a:t>空間運算</a:t>
            </a:r>
            <a:r>
              <a:rPr lang="en-US" altLang="zh-TW" dirty="0"/>
              <a:t>:</a:t>
            </a:r>
            <a:r>
              <a:rPr lang="zh-TW" altLang="en-US" dirty="0"/>
              <a:t> 鄰域運算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BCE503D-BECD-723E-5AD0-F020C974E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54" r="28954"/>
          <a:stretch/>
        </p:blipFill>
        <p:spPr bwMode="auto">
          <a:xfrm>
            <a:off x="6748874" y="3102177"/>
            <a:ext cx="4604926" cy="1101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6FB274D-245E-BBD9-56F4-9B33E7A37B09}"/>
              </a:ext>
            </a:extLst>
          </p:cNvPr>
          <p:cNvSpPr txBox="1"/>
          <p:nvPr/>
        </p:nvSpPr>
        <p:spPr>
          <a:xfrm>
            <a:off x="8247706" y="2000816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平均</a:t>
            </a:r>
          </a:p>
        </p:txBody>
      </p:sp>
    </p:spTree>
    <p:extLst>
      <p:ext uri="{BB962C8B-B14F-4D97-AF65-F5344CB8AC3E}">
        <p14:creationId xmlns:p14="http://schemas.microsoft.com/office/powerpoint/2010/main" val="3635767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A4FB6E-E549-C399-9313-0F0D6F6D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DAA160-4129-741D-BF8D-36E0C949B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44" y="960835"/>
            <a:ext cx="5544960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D02808C-14B4-0465-CCC6-AC048ABB7C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52"/>
          <a:stretch/>
        </p:blipFill>
        <p:spPr bwMode="auto">
          <a:xfrm>
            <a:off x="6281598" y="1036211"/>
            <a:ext cx="5359363" cy="4278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200EA41-966C-0DC7-93D6-49D8C55E435F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2.5 </a:t>
            </a:r>
            <a:r>
              <a:rPr lang="zh-TW" altLang="en-US" dirty="0"/>
              <a:t>空間運算</a:t>
            </a:r>
            <a:r>
              <a:rPr lang="en-US" altLang="zh-TW" dirty="0"/>
              <a:t>:</a:t>
            </a:r>
            <a:r>
              <a:rPr lang="zh-TW" altLang="en-US" dirty="0"/>
              <a:t> 仿射轉換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F15AAE3-5E3B-69F7-5B33-66B5846C472C}"/>
                  </a:ext>
                </a:extLst>
              </p:cNvPr>
              <p:cNvSpPr txBox="1"/>
              <p:nvPr/>
            </p:nvSpPr>
            <p:spPr>
              <a:xfrm>
                <a:off x="6281598" y="5487521"/>
                <a:ext cx="4335809" cy="974026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zh-TW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zh-TW" altLang="en-US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zh-TW" altLang="en-US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zh-TW" altLang="en-US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TW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zh-TW" altLang="en-US" i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TW" altLang="en-US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zh-TW" altLang="en-US" i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F15AAE3-5E3B-69F7-5B33-66B5846C4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598" y="5487521"/>
                <a:ext cx="4335809" cy="97402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5130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9353DED-E903-2276-6FCE-BA8A1C76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47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F2C2B4B-F65B-C89F-9A5B-890F4B5D1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146" y="1316555"/>
            <a:ext cx="9926435" cy="498227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35CCE1BC-483A-655A-6C9B-B6D4B37601A0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(1)</a:t>
            </a:r>
            <a:r>
              <a:rPr lang="zh-TW" altLang="en-US" dirty="0"/>
              <a:t>恆等式</a:t>
            </a:r>
          </a:p>
        </p:txBody>
      </p:sp>
    </p:spTree>
    <p:extLst>
      <p:ext uri="{BB962C8B-B14F-4D97-AF65-F5344CB8AC3E}">
        <p14:creationId xmlns:p14="http://schemas.microsoft.com/office/powerpoint/2010/main" val="31445293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5BA2CC-44EB-EE62-E492-B6E52352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48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19AA6C3-FAEA-7BE5-C694-5FF5C242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701" y="1063984"/>
            <a:ext cx="10136015" cy="519185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58C3920-59E4-2F57-29E4-1198502CC151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(2)</a:t>
            </a:r>
            <a:r>
              <a:rPr lang="zh-TW" altLang="en-US" dirty="0"/>
              <a:t>平移</a:t>
            </a:r>
          </a:p>
        </p:txBody>
      </p:sp>
    </p:spTree>
    <p:extLst>
      <p:ext uri="{BB962C8B-B14F-4D97-AF65-F5344CB8AC3E}">
        <p14:creationId xmlns:p14="http://schemas.microsoft.com/office/powerpoint/2010/main" val="12341100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5BA2CC-44EB-EE62-E492-B6E52352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49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5D7F866-DBC2-DAF6-328A-6A73C39D1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86" y="1028032"/>
            <a:ext cx="10183646" cy="543000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AC90C73-6343-4B4D-D760-7E8A2D579A10}"/>
              </a:ext>
            </a:extLst>
          </p:cNvPr>
          <p:cNvSpPr/>
          <p:nvPr/>
        </p:nvSpPr>
        <p:spPr>
          <a:xfrm>
            <a:off x="3943927" y="5809672"/>
            <a:ext cx="3029528" cy="886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D466121-B688-9449-2620-E83DD092E690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(3)</a:t>
            </a:r>
            <a:r>
              <a:rPr lang="zh-TW" altLang="en-US" dirty="0"/>
              <a:t> 放大縮小</a:t>
            </a:r>
          </a:p>
        </p:txBody>
      </p:sp>
    </p:spTree>
    <p:extLst>
      <p:ext uri="{BB962C8B-B14F-4D97-AF65-F5344CB8AC3E}">
        <p14:creationId xmlns:p14="http://schemas.microsoft.com/office/powerpoint/2010/main" val="18784396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5BA2CC-44EB-EE62-E492-B6E52352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50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BB61158-9136-AA17-CA3F-A777500D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66" y="1352632"/>
            <a:ext cx="9793067" cy="503942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741F938-4EB8-CEEE-0F9B-7BB55C833EAB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(4)</a:t>
            </a:r>
            <a:r>
              <a:rPr lang="zh-TW" altLang="en-US" dirty="0"/>
              <a:t> 旋轉</a:t>
            </a:r>
          </a:p>
        </p:txBody>
      </p:sp>
    </p:spTree>
    <p:extLst>
      <p:ext uri="{BB962C8B-B14F-4D97-AF65-F5344CB8AC3E}">
        <p14:creationId xmlns:p14="http://schemas.microsoft.com/office/powerpoint/2010/main" val="21106938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AD8F339-16AC-1C74-A4E1-9134285B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51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C5EFC50-2636-524E-646B-9C1AB90D7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83" y="1114929"/>
            <a:ext cx="10326541" cy="518232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B63E9D77-2D30-A2B7-7397-E1801340F927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旋轉</a:t>
            </a:r>
            <a:r>
              <a:rPr lang="en-US" altLang="zh-TW" dirty="0"/>
              <a:t>-</a:t>
            </a:r>
            <a:r>
              <a:rPr lang="zh-TW" altLang="en-US" dirty="0"/>
              <a:t>推導過程</a:t>
            </a:r>
          </a:p>
        </p:txBody>
      </p:sp>
    </p:spTree>
    <p:extLst>
      <p:ext uri="{BB962C8B-B14F-4D97-AF65-F5344CB8AC3E}">
        <p14:creationId xmlns:p14="http://schemas.microsoft.com/office/powerpoint/2010/main" val="2771446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943BD2-F4B8-4BD7-48CA-CCEE7FD1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D226D7F-19BB-7940-381A-D13FE73CA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828" y="973195"/>
            <a:ext cx="9745435" cy="539190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E36D5D9-F7B7-F0F3-9FB0-8B295495FD7C}"/>
              </a:ext>
            </a:extLst>
          </p:cNvPr>
          <p:cNvSpPr/>
          <p:nvPr/>
        </p:nvSpPr>
        <p:spPr>
          <a:xfrm>
            <a:off x="4110182" y="5763491"/>
            <a:ext cx="3029528" cy="886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DEE4214-1C6D-CA0F-F585-6EEEE207D7EE}"/>
              </a:ext>
            </a:extLst>
          </p:cNvPr>
          <p:cNvSpPr txBox="1"/>
          <p:nvPr/>
        </p:nvSpPr>
        <p:spPr>
          <a:xfrm>
            <a:off x="9679709" y="2604655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(0,0)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888650-E9B2-94A6-8626-F5AF33E0B732}"/>
              </a:ext>
            </a:extLst>
          </p:cNvPr>
          <p:cNvSpPr txBox="1"/>
          <p:nvPr/>
        </p:nvSpPr>
        <p:spPr>
          <a:xfrm>
            <a:off x="9628909" y="358832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(10,0)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ECB1FEA-EB24-EDA0-DFA8-6E28441ACE31}"/>
              </a:ext>
            </a:extLst>
          </p:cNvPr>
          <p:cNvSpPr txBox="1"/>
          <p:nvPr/>
        </p:nvSpPr>
        <p:spPr>
          <a:xfrm>
            <a:off x="10644910" y="2590801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(0,10)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7458399-2745-DCD7-1CAD-C5B437390D4B}"/>
              </a:ext>
            </a:extLst>
          </p:cNvPr>
          <p:cNvSpPr txBox="1"/>
          <p:nvPr/>
        </p:nvSpPr>
        <p:spPr>
          <a:xfrm>
            <a:off x="10695710" y="352829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(10,10)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D579FD-8145-D450-968A-A543272D44FC}"/>
              </a:ext>
            </a:extLst>
          </p:cNvPr>
          <p:cNvSpPr/>
          <p:nvPr/>
        </p:nvSpPr>
        <p:spPr>
          <a:xfrm>
            <a:off x="406401" y="4913746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766CAF-9691-3BA3-76AB-D86865B9C8CE}"/>
              </a:ext>
            </a:extLst>
          </p:cNvPr>
          <p:cNvSpPr/>
          <p:nvPr/>
        </p:nvSpPr>
        <p:spPr>
          <a:xfrm>
            <a:off x="651164" y="4918364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B8BFE5-F407-1342-977A-2BD32C9C2ABE}"/>
              </a:ext>
            </a:extLst>
          </p:cNvPr>
          <p:cNvSpPr/>
          <p:nvPr/>
        </p:nvSpPr>
        <p:spPr>
          <a:xfrm>
            <a:off x="895928" y="4913746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3ECB02-843B-2050-8319-4A4847B56808}"/>
              </a:ext>
            </a:extLst>
          </p:cNvPr>
          <p:cNvSpPr/>
          <p:nvPr/>
        </p:nvSpPr>
        <p:spPr>
          <a:xfrm>
            <a:off x="1140692" y="4918364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5892A1-B219-D39E-BCEC-F50B9258B923}"/>
              </a:ext>
            </a:extLst>
          </p:cNvPr>
          <p:cNvSpPr/>
          <p:nvPr/>
        </p:nvSpPr>
        <p:spPr>
          <a:xfrm>
            <a:off x="1385456" y="4913746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DBA6CA-2E52-BA3E-587E-20F3D5C81F16}"/>
              </a:ext>
            </a:extLst>
          </p:cNvPr>
          <p:cNvSpPr/>
          <p:nvPr/>
        </p:nvSpPr>
        <p:spPr>
          <a:xfrm>
            <a:off x="1620983" y="4918364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29DC5E-53B8-2F8F-C9DE-15AFBA3AFB8D}"/>
              </a:ext>
            </a:extLst>
          </p:cNvPr>
          <p:cNvSpPr/>
          <p:nvPr/>
        </p:nvSpPr>
        <p:spPr>
          <a:xfrm>
            <a:off x="1865747" y="4913746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9352CD-69BE-3B5E-A0E2-D0A09EB0FCE3}"/>
              </a:ext>
            </a:extLst>
          </p:cNvPr>
          <p:cNvSpPr/>
          <p:nvPr/>
        </p:nvSpPr>
        <p:spPr>
          <a:xfrm>
            <a:off x="2101274" y="4918364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F09B5C-E9F9-5A2D-0D7B-321222B38ED5}"/>
              </a:ext>
            </a:extLst>
          </p:cNvPr>
          <p:cNvSpPr/>
          <p:nvPr/>
        </p:nvSpPr>
        <p:spPr>
          <a:xfrm>
            <a:off x="4295663" y="4260603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60B9B8-52AD-6AF1-1F07-EF76F1F67CE0}"/>
              </a:ext>
            </a:extLst>
          </p:cNvPr>
          <p:cNvSpPr/>
          <p:nvPr/>
        </p:nvSpPr>
        <p:spPr>
          <a:xfrm>
            <a:off x="3338099" y="4677559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81ECC8-307A-6B03-9674-C7A25E71B915}"/>
              </a:ext>
            </a:extLst>
          </p:cNvPr>
          <p:cNvSpPr/>
          <p:nvPr/>
        </p:nvSpPr>
        <p:spPr>
          <a:xfrm>
            <a:off x="4056272" y="4364842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F005AB2-F977-F76E-8C1A-C1091AD2AB67}"/>
              </a:ext>
            </a:extLst>
          </p:cNvPr>
          <p:cNvSpPr/>
          <p:nvPr/>
        </p:nvSpPr>
        <p:spPr>
          <a:xfrm>
            <a:off x="3098708" y="4781798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3F7671-81E4-5FC2-BB96-BD9B723334F3}"/>
              </a:ext>
            </a:extLst>
          </p:cNvPr>
          <p:cNvSpPr/>
          <p:nvPr/>
        </p:nvSpPr>
        <p:spPr>
          <a:xfrm>
            <a:off x="3816881" y="4469081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9EF71CE-052D-59E4-A7A5-402B8B213F27}"/>
              </a:ext>
            </a:extLst>
          </p:cNvPr>
          <p:cNvSpPr/>
          <p:nvPr/>
        </p:nvSpPr>
        <p:spPr>
          <a:xfrm>
            <a:off x="2850081" y="4886036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9B770-7AC3-6F9A-94E8-2A59B5F8CB10}"/>
              </a:ext>
            </a:extLst>
          </p:cNvPr>
          <p:cNvSpPr/>
          <p:nvPr/>
        </p:nvSpPr>
        <p:spPr>
          <a:xfrm>
            <a:off x="3577490" y="4573320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C609CC6-0F24-02DE-8C7F-12BC57A1A2FC}"/>
              </a:ext>
            </a:extLst>
          </p:cNvPr>
          <p:cNvSpPr/>
          <p:nvPr/>
        </p:nvSpPr>
        <p:spPr>
          <a:xfrm>
            <a:off x="4535055" y="4156364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B0F8D5-52CD-39FE-BBF2-FB1F1AA41E55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(5)</a:t>
            </a:r>
            <a:r>
              <a:rPr lang="zh-TW" altLang="en-US" dirty="0"/>
              <a:t> 切變</a:t>
            </a:r>
            <a:r>
              <a:rPr lang="en-US" altLang="zh-TW" dirty="0"/>
              <a:t>(</a:t>
            </a:r>
            <a:r>
              <a:rPr lang="zh-TW" altLang="en-US" dirty="0"/>
              <a:t>垂直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23634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05DA678-3CE3-7BD4-E24F-68896AE36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638" y="987194"/>
            <a:ext cx="9945488" cy="538237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1943BD2-F4B8-4BD7-48CA-CCEE7FD1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53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36D5D9-F7B7-F0F3-9FB0-8B295495FD7C}"/>
              </a:ext>
            </a:extLst>
          </p:cNvPr>
          <p:cNvSpPr/>
          <p:nvPr/>
        </p:nvSpPr>
        <p:spPr>
          <a:xfrm>
            <a:off x="4221018" y="5772727"/>
            <a:ext cx="3029528" cy="886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4239866B-4325-B18C-F666-2BB20D8BED84}"/>
              </a:ext>
            </a:extLst>
          </p:cNvPr>
          <p:cNvGrpSpPr/>
          <p:nvPr/>
        </p:nvGrpSpPr>
        <p:grpSpPr>
          <a:xfrm rot="5400000">
            <a:off x="452583" y="4525818"/>
            <a:ext cx="1907309" cy="1685636"/>
            <a:chOff x="267855" y="4673600"/>
            <a:chExt cx="1907309" cy="168563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901C1A0-FCCE-DCD8-DB72-3084983C3BBB}"/>
                </a:ext>
              </a:extLst>
            </p:cNvPr>
            <p:cNvSpPr/>
            <p:nvPr/>
          </p:nvSpPr>
          <p:spPr>
            <a:xfrm>
              <a:off x="267855" y="4673600"/>
              <a:ext cx="212436" cy="16810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125A06-BE3A-2FF2-F3BA-65BB69B2749C}"/>
                </a:ext>
              </a:extLst>
            </p:cNvPr>
            <p:cNvSpPr/>
            <p:nvPr/>
          </p:nvSpPr>
          <p:spPr>
            <a:xfrm>
              <a:off x="512618" y="4678218"/>
              <a:ext cx="212436" cy="16810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56CB1FE-C2FE-9C1B-720D-C0B2E80F3EA1}"/>
                </a:ext>
              </a:extLst>
            </p:cNvPr>
            <p:cNvSpPr/>
            <p:nvPr/>
          </p:nvSpPr>
          <p:spPr>
            <a:xfrm>
              <a:off x="757382" y="4673600"/>
              <a:ext cx="212436" cy="16810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BF80AD-95DE-CD91-8093-1094D53D3F0C}"/>
                </a:ext>
              </a:extLst>
            </p:cNvPr>
            <p:cNvSpPr/>
            <p:nvPr/>
          </p:nvSpPr>
          <p:spPr>
            <a:xfrm>
              <a:off x="1002146" y="4678218"/>
              <a:ext cx="212436" cy="16810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B4B7724-36B0-F4EF-2F99-1F998A214BCE}"/>
                </a:ext>
              </a:extLst>
            </p:cNvPr>
            <p:cNvSpPr/>
            <p:nvPr/>
          </p:nvSpPr>
          <p:spPr>
            <a:xfrm>
              <a:off x="1246910" y="4673600"/>
              <a:ext cx="212436" cy="16810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E77E15A-32CD-252D-5D94-02B9AA0C5692}"/>
                </a:ext>
              </a:extLst>
            </p:cNvPr>
            <p:cNvSpPr/>
            <p:nvPr/>
          </p:nvSpPr>
          <p:spPr>
            <a:xfrm>
              <a:off x="1482437" y="4678218"/>
              <a:ext cx="212436" cy="16810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0F3F759-E793-2986-F5DC-B0B36293C80A}"/>
                </a:ext>
              </a:extLst>
            </p:cNvPr>
            <p:cNvSpPr/>
            <p:nvPr/>
          </p:nvSpPr>
          <p:spPr>
            <a:xfrm>
              <a:off x="1727201" y="4673600"/>
              <a:ext cx="212436" cy="16810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2A8A282-D83E-BE1E-F36A-0D4A5FE7A380}"/>
                </a:ext>
              </a:extLst>
            </p:cNvPr>
            <p:cNvSpPr/>
            <p:nvPr/>
          </p:nvSpPr>
          <p:spPr>
            <a:xfrm>
              <a:off x="1962728" y="4678218"/>
              <a:ext cx="212436" cy="16810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EF1AC815-CC76-4E4B-B732-1A75BA73D5E8}"/>
              </a:ext>
            </a:extLst>
          </p:cNvPr>
          <p:cNvSpPr/>
          <p:nvPr/>
        </p:nvSpPr>
        <p:spPr>
          <a:xfrm rot="5400000" flipH="1">
            <a:off x="3842329" y="3939215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20E1F0-5C3D-A690-F174-303E081E0411}"/>
              </a:ext>
            </a:extLst>
          </p:cNvPr>
          <p:cNvSpPr/>
          <p:nvPr/>
        </p:nvSpPr>
        <p:spPr>
          <a:xfrm rot="5400000" flipH="1">
            <a:off x="3425373" y="4907335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B094FA-9AE4-3957-2732-FF8D912D5851}"/>
              </a:ext>
            </a:extLst>
          </p:cNvPr>
          <p:cNvSpPr/>
          <p:nvPr/>
        </p:nvSpPr>
        <p:spPr>
          <a:xfrm rot="5400000" flipH="1">
            <a:off x="3738090" y="4181245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B83E56-9765-CAD8-7731-A2536C290094}"/>
              </a:ext>
            </a:extLst>
          </p:cNvPr>
          <p:cNvSpPr/>
          <p:nvPr/>
        </p:nvSpPr>
        <p:spPr>
          <a:xfrm rot="5400000" flipH="1">
            <a:off x="3321134" y="5149365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955295-75D5-3537-6C52-16240FD20ED8}"/>
              </a:ext>
            </a:extLst>
          </p:cNvPr>
          <p:cNvSpPr/>
          <p:nvPr/>
        </p:nvSpPr>
        <p:spPr>
          <a:xfrm rot="5400000" flipH="1">
            <a:off x="3633851" y="4423275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321C825-BCEA-CE8A-049D-D723E72C7A9D}"/>
              </a:ext>
            </a:extLst>
          </p:cNvPr>
          <p:cNvSpPr/>
          <p:nvPr/>
        </p:nvSpPr>
        <p:spPr>
          <a:xfrm rot="5400000" flipH="1">
            <a:off x="3216896" y="5391395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025BEB-7471-2264-3C53-0C47824168E3}"/>
              </a:ext>
            </a:extLst>
          </p:cNvPr>
          <p:cNvSpPr/>
          <p:nvPr/>
        </p:nvSpPr>
        <p:spPr>
          <a:xfrm rot="5400000" flipH="1">
            <a:off x="3529612" y="4665305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2CE88A-873C-3545-7485-2B1250D6FD80}"/>
              </a:ext>
            </a:extLst>
          </p:cNvPr>
          <p:cNvSpPr/>
          <p:nvPr/>
        </p:nvSpPr>
        <p:spPr>
          <a:xfrm rot="5400000" flipH="1">
            <a:off x="3946568" y="3697185"/>
            <a:ext cx="212436" cy="168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15304DD-D46B-44C5-EE9E-5AE833279117}"/>
              </a:ext>
            </a:extLst>
          </p:cNvPr>
          <p:cNvSpPr txBox="1"/>
          <p:nvPr/>
        </p:nvSpPr>
        <p:spPr>
          <a:xfrm>
            <a:off x="0" y="24148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(5)</a:t>
            </a:r>
            <a:r>
              <a:rPr lang="zh-TW" altLang="en-US" dirty="0"/>
              <a:t> 切變</a:t>
            </a:r>
            <a:r>
              <a:rPr lang="en-US" altLang="zh-TW" dirty="0"/>
              <a:t>(</a:t>
            </a:r>
            <a:r>
              <a:rPr lang="zh-TW" altLang="en-US" dirty="0"/>
              <a:t>水平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84843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1E8C67-11F8-A660-9AF0-6F789DD9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A8C2A20-314E-82D7-F02D-5CC6C2B4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930" y="1382658"/>
            <a:ext cx="9593014" cy="4887007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C85B1901-255F-2664-9B69-4285401E0E65}"/>
              </a:ext>
            </a:extLst>
          </p:cNvPr>
          <p:cNvSpPr txBox="1"/>
          <p:nvPr/>
        </p:nvSpPr>
        <p:spPr>
          <a:xfrm>
            <a:off x="0" y="3338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影像還原</a:t>
            </a:r>
          </a:p>
        </p:txBody>
      </p:sp>
    </p:spTree>
    <p:extLst>
      <p:ext uri="{BB962C8B-B14F-4D97-AF65-F5344CB8AC3E}">
        <p14:creationId xmlns:p14="http://schemas.microsoft.com/office/powerpoint/2010/main" val="16522314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B794AC-EFF3-7ABF-54D2-D5101BD6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55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7303A0-78A8-6DE5-67F9-B7292929303C}"/>
              </a:ext>
            </a:extLst>
          </p:cNvPr>
          <p:cNvSpPr txBox="1"/>
          <p:nvPr/>
        </p:nvSpPr>
        <p:spPr>
          <a:xfrm>
            <a:off x="0" y="25861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小考會考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D998B43-795C-4026-E0E9-6BB41322C861}"/>
              </a:ext>
            </a:extLst>
          </p:cNvPr>
          <p:cNvSpPr txBox="1"/>
          <p:nvPr/>
        </p:nvSpPr>
        <p:spPr>
          <a:xfrm>
            <a:off x="581892" y="1459345"/>
            <a:ext cx="26981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線性索引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雙線性內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插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仿射轉換</a:t>
            </a:r>
          </a:p>
        </p:txBody>
      </p:sp>
    </p:spTree>
    <p:extLst>
      <p:ext uri="{BB962C8B-B14F-4D97-AF65-F5344CB8AC3E}">
        <p14:creationId xmlns:p14="http://schemas.microsoft.com/office/powerpoint/2010/main" val="3193035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3019</TotalTime>
  <Words>1982</Words>
  <Application>Microsoft Office PowerPoint</Application>
  <PresentationFormat>寬螢幕</PresentationFormat>
  <Paragraphs>607</Paragraphs>
  <Slides>55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63" baseType="lpstr">
      <vt:lpstr>標楷體</vt:lpstr>
      <vt:lpstr>Aptos</vt:lpstr>
      <vt:lpstr>Aptos Display</vt:lpstr>
      <vt:lpstr>Arial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145</cp:revision>
  <dcterms:created xsi:type="dcterms:W3CDTF">2024-09-17T11:26:55Z</dcterms:created>
  <dcterms:modified xsi:type="dcterms:W3CDTF">2025-09-30T15:24:57Z</dcterms:modified>
</cp:coreProperties>
</file>