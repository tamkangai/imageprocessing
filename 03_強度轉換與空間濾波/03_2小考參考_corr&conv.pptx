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57" r:id="rId6"/>
    <p:sldId id="262" r:id="rId7"/>
    <p:sldId id="261" r:id="rId8"/>
    <p:sldId id="263" r:id="rId9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E1E1"/>
    <a:srgbClr val="D5D5FF"/>
    <a:srgbClr val="7D7DFF"/>
    <a:srgbClr val="FBE3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4891A3D-F300-4EE8-A8FA-3E63E7FD8309}" v="28" dt="2025-11-02T09:10:19.92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淺色樣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9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蕭兆翔" userId="c09afb0b-60c9-45d8-81f2-4d7aa859f4bf" providerId="ADAL" clId="{BB09C43D-0E4C-4E7A-9FB9-8CA7AAD0FD7F}"/>
    <pc:docChg chg="undo custSel addSld delSld modSld">
      <pc:chgData name="蕭兆翔" userId="c09afb0b-60c9-45d8-81f2-4d7aa859f4bf" providerId="ADAL" clId="{BB09C43D-0E4C-4E7A-9FB9-8CA7AAD0FD7F}" dt="2025-11-02T09:10:52.933" v="252" actId="47"/>
      <pc:docMkLst>
        <pc:docMk/>
      </pc:docMkLst>
      <pc:sldChg chg="modSp mod">
        <pc:chgData name="蕭兆翔" userId="c09afb0b-60c9-45d8-81f2-4d7aa859f4bf" providerId="ADAL" clId="{BB09C43D-0E4C-4E7A-9FB9-8CA7AAD0FD7F}" dt="2025-11-02T09:10:01.176" v="244"/>
        <pc:sldMkLst>
          <pc:docMk/>
          <pc:sldMk cId="1740576389" sldId="256"/>
        </pc:sldMkLst>
        <pc:spChg chg="mod">
          <ac:chgData name="蕭兆翔" userId="c09afb0b-60c9-45d8-81f2-4d7aa859f4bf" providerId="ADAL" clId="{BB09C43D-0E4C-4E7A-9FB9-8CA7AAD0FD7F}" dt="2025-11-02T08:33:20.230" v="92" actId="207"/>
          <ac:spMkLst>
            <pc:docMk/>
            <pc:sldMk cId="1740576389" sldId="256"/>
            <ac:spMk id="4" creationId="{9F1A81B8-70CF-8FEC-47A8-6F3E5131074B}"/>
          </ac:spMkLst>
        </pc:spChg>
        <pc:spChg chg="mod">
          <ac:chgData name="蕭兆翔" userId="c09afb0b-60c9-45d8-81f2-4d7aa859f4bf" providerId="ADAL" clId="{BB09C43D-0E4C-4E7A-9FB9-8CA7AAD0FD7F}" dt="2025-11-02T09:10:01.176" v="244"/>
          <ac:spMkLst>
            <pc:docMk/>
            <pc:sldMk cId="1740576389" sldId="256"/>
            <ac:spMk id="5" creationId="{3D056576-755C-6466-F1A8-CF3D5712C602}"/>
          </ac:spMkLst>
        </pc:spChg>
      </pc:sldChg>
      <pc:sldChg chg="modSp mod">
        <pc:chgData name="蕭兆翔" userId="c09afb0b-60c9-45d8-81f2-4d7aa859f4bf" providerId="ADAL" clId="{BB09C43D-0E4C-4E7A-9FB9-8CA7AAD0FD7F}" dt="2025-11-02T09:10:19.920" v="250"/>
        <pc:sldMkLst>
          <pc:docMk/>
          <pc:sldMk cId="1842189732" sldId="257"/>
        </pc:sldMkLst>
        <pc:spChg chg="mod">
          <ac:chgData name="蕭兆翔" userId="c09afb0b-60c9-45d8-81f2-4d7aa859f4bf" providerId="ADAL" clId="{BB09C43D-0E4C-4E7A-9FB9-8CA7AAD0FD7F}" dt="2025-11-02T09:10:19.920" v="250"/>
          <ac:spMkLst>
            <pc:docMk/>
            <pc:sldMk cId="1842189732" sldId="257"/>
            <ac:spMk id="2" creationId="{33E5E83B-04BC-3F60-3CF8-8F5F54D947A8}"/>
          </ac:spMkLst>
        </pc:spChg>
        <pc:spChg chg="mod">
          <ac:chgData name="蕭兆翔" userId="c09afb0b-60c9-45d8-81f2-4d7aa859f4bf" providerId="ADAL" clId="{BB09C43D-0E4C-4E7A-9FB9-8CA7AAD0FD7F}" dt="2025-11-02T08:33:31.856" v="97" actId="2711"/>
          <ac:spMkLst>
            <pc:docMk/>
            <pc:sldMk cId="1842189732" sldId="257"/>
            <ac:spMk id="4" creationId="{9F1A81B8-70CF-8FEC-47A8-6F3E5131074B}"/>
          </ac:spMkLst>
        </pc:spChg>
      </pc:sldChg>
      <pc:sldChg chg="modSp mod">
        <pc:chgData name="蕭兆翔" userId="c09afb0b-60c9-45d8-81f2-4d7aa859f4bf" providerId="ADAL" clId="{BB09C43D-0E4C-4E7A-9FB9-8CA7AAD0FD7F}" dt="2025-11-02T08:31:38.123" v="87" actId="1076"/>
        <pc:sldMkLst>
          <pc:docMk/>
          <pc:sldMk cId="2894928794" sldId="260"/>
        </pc:sldMkLst>
        <pc:spChg chg="mod">
          <ac:chgData name="蕭兆翔" userId="c09afb0b-60c9-45d8-81f2-4d7aa859f4bf" providerId="ADAL" clId="{BB09C43D-0E4C-4E7A-9FB9-8CA7AAD0FD7F}" dt="2025-11-02T08:31:38.123" v="87" actId="1076"/>
          <ac:spMkLst>
            <pc:docMk/>
            <pc:sldMk cId="2894928794" sldId="260"/>
            <ac:spMk id="3" creationId="{D4420F1A-A923-849C-CCB9-0AC9CAE5C4B7}"/>
          </ac:spMkLst>
        </pc:spChg>
      </pc:sldChg>
      <pc:sldChg chg="delSp modSp mod">
        <pc:chgData name="蕭兆翔" userId="c09afb0b-60c9-45d8-81f2-4d7aa859f4bf" providerId="ADAL" clId="{BB09C43D-0E4C-4E7A-9FB9-8CA7AAD0FD7F}" dt="2025-11-02T08:36:40.045" v="126" actId="1076"/>
        <pc:sldMkLst>
          <pc:docMk/>
          <pc:sldMk cId="2514509155" sldId="261"/>
        </pc:sldMkLst>
        <pc:spChg chg="del">
          <ac:chgData name="蕭兆翔" userId="c09afb0b-60c9-45d8-81f2-4d7aa859f4bf" providerId="ADAL" clId="{BB09C43D-0E4C-4E7A-9FB9-8CA7AAD0FD7F}" dt="2025-11-02T08:36:34.268" v="125" actId="478"/>
          <ac:spMkLst>
            <pc:docMk/>
            <pc:sldMk cId="2514509155" sldId="261"/>
            <ac:spMk id="2" creationId="{33E5E83B-04BC-3F60-3CF8-8F5F54D947A8}"/>
          </ac:spMkLst>
        </pc:spChg>
        <pc:spChg chg="mod">
          <ac:chgData name="蕭兆翔" userId="c09afb0b-60c9-45d8-81f2-4d7aa859f4bf" providerId="ADAL" clId="{BB09C43D-0E4C-4E7A-9FB9-8CA7AAD0FD7F}" dt="2025-11-02T08:36:40.045" v="126" actId="1076"/>
          <ac:spMkLst>
            <pc:docMk/>
            <pc:sldMk cId="2514509155" sldId="261"/>
            <ac:spMk id="5" creationId="{C691F775-D9A5-A73F-096B-B49BFC8C818D}"/>
          </ac:spMkLst>
        </pc:spChg>
        <pc:spChg chg="mod">
          <ac:chgData name="蕭兆翔" userId="c09afb0b-60c9-45d8-81f2-4d7aa859f4bf" providerId="ADAL" clId="{BB09C43D-0E4C-4E7A-9FB9-8CA7AAD0FD7F}" dt="2025-11-02T08:36:40.045" v="126" actId="1076"/>
          <ac:spMkLst>
            <pc:docMk/>
            <pc:sldMk cId="2514509155" sldId="261"/>
            <ac:spMk id="9" creationId="{69ACA7EA-01ED-EE04-5973-E45506695029}"/>
          </ac:spMkLst>
        </pc:spChg>
        <pc:spChg chg="mod">
          <ac:chgData name="蕭兆翔" userId="c09afb0b-60c9-45d8-81f2-4d7aa859f4bf" providerId="ADAL" clId="{BB09C43D-0E4C-4E7A-9FB9-8CA7AAD0FD7F}" dt="2025-11-02T08:36:40.045" v="126" actId="1076"/>
          <ac:spMkLst>
            <pc:docMk/>
            <pc:sldMk cId="2514509155" sldId="261"/>
            <ac:spMk id="11" creationId="{7DE0CC8D-01C6-340F-BF02-68CC1FAC4422}"/>
          </ac:spMkLst>
        </pc:spChg>
        <pc:spChg chg="mod">
          <ac:chgData name="蕭兆翔" userId="c09afb0b-60c9-45d8-81f2-4d7aa859f4bf" providerId="ADAL" clId="{BB09C43D-0E4C-4E7A-9FB9-8CA7AAD0FD7F}" dt="2025-11-02T08:36:40.045" v="126" actId="1076"/>
          <ac:spMkLst>
            <pc:docMk/>
            <pc:sldMk cId="2514509155" sldId="261"/>
            <ac:spMk id="12" creationId="{8629712B-B80D-C618-636B-0C5ADDB7093C}"/>
          </ac:spMkLst>
        </pc:spChg>
        <pc:graphicFrameChg chg="mod">
          <ac:chgData name="蕭兆翔" userId="c09afb0b-60c9-45d8-81f2-4d7aa859f4bf" providerId="ADAL" clId="{BB09C43D-0E4C-4E7A-9FB9-8CA7AAD0FD7F}" dt="2025-11-02T08:36:40.045" v="126" actId="1076"/>
          <ac:graphicFrameMkLst>
            <pc:docMk/>
            <pc:sldMk cId="2514509155" sldId="261"/>
            <ac:graphicFrameMk id="6" creationId="{01C10633-6E63-CA5B-D08C-49DB87BFF4AD}"/>
          </ac:graphicFrameMkLst>
        </pc:graphicFrameChg>
        <pc:graphicFrameChg chg="mod">
          <ac:chgData name="蕭兆翔" userId="c09afb0b-60c9-45d8-81f2-4d7aa859f4bf" providerId="ADAL" clId="{BB09C43D-0E4C-4E7A-9FB9-8CA7AAD0FD7F}" dt="2025-11-02T08:36:40.045" v="126" actId="1076"/>
          <ac:graphicFrameMkLst>
            <pc:docMk/>
            <pc:sldMk cId="2514509155" sldId="261"/>
            <ac:graphicFrameMk id="8" creationId="{49DB0715-34C7-F380-84B7-E8D696424F32}"/>
          </ac:graphicFrameMkLst>
        </pc:graphicFrameChg>
        <pc:graphicFrameChg chg="mod">
          <ac:chgData name="蕭兆翔" userId="c09afb0b-60c9-45d8-81f2-4d7aa859f4bf" providerId="ADAL" clId="{BB09C43D-0E4C-4E7A-9FB9-8CA7AAD0FD7F}" dt="2025-11-02T08:36:40.045" v="126" actId="1076"/>
          <ac:graphicFrameMkLst>
            <pc:docMk/>
            <pc:sldMk cId="2514509155" sldId="261"/>
            <ac:graphicFrameMk id="10" creationId="{B0A6AC4A-9E77-70F0-40F8-9CB05A3A4A4C}"/>
          </ac:graphicFrameMkLst>
        </pc:graphicFrameChg>
      </pc:sldChg>
      <pc:sldChg chg="addSp modSp mod">
        <pc:chgData name="蕭兆翔" userId="c09afb0b-60c9-45d8-81f2-4d7aa859f4bf" providerId="ADAL" clId="{BB09C43D-0E4C-4E7A-9FB9-8CA7AAD0FD7F}" dt="2025-11-02T08:35:35.508" v="124" actId="14100"/>
        <pc:sldMkLst>
          <pc:docMk/>
          <pc:sldMk cId="820048098" sldId="262"/>
        </pc:sldMkLst>
        <pc:spChg chg="mod">
          <ac:chgData name="蕭兆翔" userId="c09afb0b-60c9-45d8-81f2-4d7aa859f4bf" providerId="ADAL" clId="{BB09C43D-0E4C-4E7A-9FB9-8CA7AAD0FD7F}" dt="2025-11-02T08:33:50.331" v="98" actId="1076"/>
          <ac:spMkLst>
            <pc:docMk/>
            <pc:sldMk cId="820048098" sldId="262"/>
            <ac:spMk id="5" creationId="{C691F775-D9A5-A73F-096B-B49BFC8C818D}"/>
          </ac:spMkLst>
        </pc:spChg>
        <pc:spChg chg="mod">
          <ac:chgData name="蕭兆翔" userId="c09afb0b-60c9-45d8-81f2-4d7aa859f4bf" providerId="ADAL" clId="{BB09C43D-0E4C-4E7A-9FB9-8CA7AAD0FD7F}" dt="2025-11-02T08:33:50.331" v="98" actId="1076"/>
          <ac:spMkLst>
            <pc:docMk/>
            <pc:sldMk cId="820048098" sldId="262"/>
            <ac:spMk id="7" creationId="{2AB5DE9B-B32A-D03B-AFD3-58466EDBFBC6}"/>
          </ac:spMkLst>
        </pc:spChg>
        <pc:spChg chg="add mod">
          <ac:chgData name="蕭兆翔" userId="c09afb0b-60c9-45d8-81f2-4d7aa859f4bf" providerId="ADAL" clId="{BB09C43D-0E4C-4E7A-9FB9-8CA7AAD0FD7F}" dt="2025-11-02T08:34:33.192" v="109" actId="207"/>
          <ac:spMkLst>
            <pc:docMk/>
            <pc:sldMk cId="820048098" sldId="262"/>
            <ac:spMk id="9" creationId="{FDF0CDF1-332C-12E3-B38F-FAF5AA5D6481}"/>
          </ac:spMkLst>
        </pc:spChg>
        <pc:spChg chg="add mod">
          <ac:chgData name="蕭兆翔" userId="c09afb0b-60c9-45d8-81f2-4d7aa859f4bf" providerId="ADAL" clId="{BB09C43D-0E4C-4E7A-9FB9-8CA7AAD0FD7F}" dt="2025-11-02T08:34:55.519" v="115" actId="1076"/>
          <ac:spMkLst>
            <pc:docMk/>
            <pc:sldMk cId="820048098" sldId="262"/>
            <ac:spMk id="10" creationId="{CCBD1D31-0CA0-ADA8-D6D5-1B5A32521CD5}"/>
          </ac:spMkLst>
        </pc:spChg>
        <pc:graphicFrameChg chg="mod">
          <ac:chgData name="蕭兆翔" userId="c09afb0b-60c9-45d8-81f2-4d7aa859f4bf" providerId="ADAL" clId="{BB09C43D-0E4C-4E7A-9FB9-8CA7AAD0FD7F}" dt="2025-11-02T08:33:50.331" v="98" actId="1076"/>
          <ac:graphicFrameMkLst>
            <pc:docMk/>
            <pc:sldMk cId="820048098" sldId="262"/>
            <ac:graphicFrameMk id="3" creationId="{49CDB760-3F55-9FFF-3758-311EA2620670}"/>
          </ac:graphicFrameMkLst>
        </pc:graphicFrameChg>
        <pc:graphicFrameChg chg="mod">
          <ac:chgData name="蕭兆翔" userId="c09afb0b-60c9-45d8-81f2-4d7aa859f4bf" providerId="ADAL" clId="{BB09C43D-0E4C-4E7A-9FB9-8CA7AAD0FD7F}" dt="2025-11-02T08:33:50.331" v="98" actId="1076"/>
          <ac:graphicFrameMkLst>
            <pc:docMk/>
            <pc:sldMk cId="820048098" sldId="262"/>
            <ac:graphicFrameMk id="6" creationId="{01C10633-6E63-CA5B-D08C-49DB87BFF4AD}"/>
          </ac:graphicFrameMkLst>
        </pc:graphicFrameChg>
        <pc:cxnChg chg="add mod">
          <ac:chgData name="蕭兆翔" userId="c09afb0b-60c9-45d8-81f2-4d7aa859f4bf" providerId="ADAL" clId="{BB09C43D-0E4C-4E7A-9FB9-8CA7AAD0FD7F}" dt="2025-11-02T08:35:28.651" v="120" actId="1076"/>
          <ac:cxnSpMkLst>
            <pc:docMk/>
            <pc:sldMk cId="820048098" sldId="262"/>
            <ac:cxnSpMk id="12" creationId="{CD163D31-6151-1C6A-F2A7-AC56A32A9ED1}"/>
          </ac:cxnSpMkLst>
        </pc:cxnChg>
        <pc:cxnChg chg="add mod">
          <ac:chgData name="蕭兆翔" userId="c09afb0b-60c9-45d8-81f2-4d7aa859f4bf" providerId="ADAL" clId="{BB09C43D-0E4C-4E7A-9FB9-8CA7AAD0FD7F}" dt="2025-11-02T08:35:35.508" v="124" actId="14100"/>
          <ac:cxnSpMkLst>
            <pc:docMk/>
            <pc:sldMk cId="820048098" sldId="262"/>
            <ac:cxnSpMk id="13" creationId="{7E0AE743-6AB3-3ADC-7CF9-E69671E588DA}"/>
          </ac:cxnSpMkLst>
        </pc:cxnChg>
      </pc:sldChg>
      <pc:sldChg chg="addSp delSp modSp mod">
        <pc:chgData name="蕭兆翔" userId="c09afb0b-60c9-45d8-81f2-4d7aa859f4bf" providerId="ADAL" clId="{BB09C43D-0E4C-4E7A-9FB9-8CA7AAD0FD7F}" dt="2025-11-02T09:09:10.623" v="231" actId="20577"/>
        <pc:sldMkLst>
          <pc:docMk/>
          <pc:sldMk cId="600991785" sldId="263"/>
        </pc:sldMkLst>
        <pc:spChg chg="mod">
          <ac:chgData name="蕭兆翔" userId="c09afb0b-60c9-45d8-81f2-4d7aa859f4bf" providerId="ADAL" clId="{BB09C43D-0E4C-4E7A-9FB9-8CA7AAD0FD7F}" dt="2025-11-02T09:09:10.623" v="231" actId="20577"/>
          <ac:spMkLst>
            <pc:docMk/>
            <pc:sldMk cId="600991785" sldId="263"/>
            <ac:spMk id="2" creationId="{7C9A6725-148E-533B-2CA9-16615E013FE4}"/>
          </ac:spMkLst>
        </pc:spChg>
        <pc:spChg chg="add del mod">
          <ac:chgData name="蕭兆翔" userId="c09afb0b-60c9-45d8-81f2-4d7aa859f4bf" providerId="ADAL" clId="{BB09C43D-0E4C-4E7A-9FB9-8CA7AAD0FD7F}" dt="2025-11-02T08:37:32.074" v="148"/>
          <ac:spMkLst>
            <pc:docMk/>
            <pc:sldMk cId="600991785" sldId="263"/>
            <ac:spMk id="13" creationId="{7B4034E3-7F27-2AF8-3AF7-324DBCB5EB24}"/>
          </ac:spMkLst>
        </pc:spChg>
      </pc:sldChg>
      <pc:sldChg chg="new del">
        <pc:chgData name="蕭兆翔" userId="c09afb0b-60c9-45d8-81f2-4d7aa859f4bf" providerId="ADAL" clId="{BB09C43D-0E4C-4E7A-9FB9-8CA7AAD0FD7F}" dt="2025-11-02T09:10:52.933" v="252" actId="47"/>
        <pc:sldMkLst>
          <pc:docMk/>
          <pc:sldMk cId="4072830074" sldId="264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F89239B-A324-818C-8EFA-94D49F65FC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5CFBA289-7449-EDE4-AE35-3C9899699A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3D9EA91-5C7F-12E5-1266-7778777DF7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BE69CC-3C9C-48D7-AC3F-9F8D6FCEB884}" type="datetimeFigureOut">
              <a:rPr lang="zh-TW" altLang="en-US" smtClean="0"/>
              <a:t>2025/11/2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E070B47-6529-DD69-3F01-231AF4DB83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F0A1AB5-01DA-056C-A1C2-8027F0500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24E85-C559-4927-8E4E-31889D3445B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074461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D9A47B4-CE5F-AD92-1C1E-CFDFC767C8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A5AE083-D706-4188-8185-ED7C203AD6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9C0D818-7937-AEB4-A3E8-220F4C9D70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BE69CC-3C9C-48D7-AC3F-9F8D6FCEB884}" type="datetimeFigureOut">
              <a:rPr lang="zh-TW" altLang="en-US" smtClean="0"/>
              <a:t>2025/11/2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AE44F46-2437-835B-6A19-D844808E22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7444CCF-3A71-CAC4-463B-75E4B71579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24E85-C559-4927-8E4E-31889D3445B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336626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1842331-ACD3-1A18-D6FC-E256B61045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B612786-A0A8-15C8-ECC7-B4A0C32527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D3FF4C9-61F5-9891-2E39-CA88567479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BE69CC-3C9C-48D7-AC3F-9F8D6FCEB884}" type="datetimeFigureOut">
              <a:rPr lang="zh-TW" altLang="en-US" smtClean="0"/>
              <a:t>2025/11/2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E9177D7-62CA-275B-EAA4-D128852CAE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C5A493D-5094-341E-E26C-E0DF44342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24E85-C559-4927-8E4E-31889D3445B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413487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2E61934-D54C-C766-7736-DB8A42254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2DFB68D-CF7D-2FD1-3DF3-9F01586250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92010C17-4D66-F1C4-B92F-3AD61F99BF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C2065AC6-4747-650B-9978-A4DF4DB7AC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BE69CC-3C9C-48D7-AC3F-9F8D6FCEB884}" type="datetimeFigureOut">
              <a:rPr lang="zh-TW" altLang="en-US" smtClean="0"/>
              <a:t>2025/11/2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EA20FE6A-ECFA-E152-122B-DB571B53AA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4A6C6B20-B092-36C5-64DB-7954A6C85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24E85-C559-4927-8E4E-31889D3445B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995701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6831BF4-C64D-F773-5B73-87268DA04B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78A83D49-93A4-E22D-431C-71BE9F5D5E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80BE6A8A-3C85-8FAD-B66B-9AB92AE477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8750D877-DCF8-1D39-9FBC-E8E21885C9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7B3FAD53-602C-9BE3-442A-F27AEF5861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CF714269-1E36-D1C2-EE40-F57F00A0F5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BE69CC-3C9C-48D7-AC3F-9F8D6FCEB884}" type="datetimeFigureOut">
              <a:rPr lang="zh-TW" altLang="en-US" smtClean="0"/>
              <a:t>2025/11/2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BAAED8DE-7045-C81E-FEA0-DF9AF1D2BE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479CB30D-6DA8-677D-F908-10E7D055BA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24E85-C559-4927-8E4E-31889D3445B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34370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07A895E-767F-5F10-0FA4-961BAE87FC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5106E824-D132-BF04-FC28-FD2733283E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BE69CC-3C9C-48D7-AC3F-9F8D6FCEB884}" type="datetimeFigureOut">
              <a:rPr lang="zh-TW" altLang="en-US" smtClean="0"/>
              <a:t>2025/11/2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C5499384-49B4-4EA7-0787-2B8AA2740B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18513438-FF29-6468-C7F8-32C88B7679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24E85-C559-4927-8E4E-31889D3445B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644347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F33D3219-C5AE-E172-2CC7-234982DD3A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BE69CC-3C9C-48D7-AC3F-9F8D6FCEB884}" type="datetimeFigureOut">
              <a:rPr lang="zh-TW" altLang="en-US" smtClean="0"/>
              <a:t>2025/11/2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F41CE64E-C36F-6CF3-771C-5A6DF1B113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6D64F3E-0FEA-73E6-B675-4083A2D24B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24E85-C559-4927-8E4E-31889D3445B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766369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FC06FFF-7C23-DE8C-DBEB-F97B33110D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557D03A-34D9-AB38-81FA-E8B64DA1D6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B93467A0-E9A3-C360-348A-28435A589D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A3DCBD31-5331-9B82-11BF-A630BCC40A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BE69CC-3C9C-48D7-AC3F-9F8D6FCEB884}" type="datetimeFigureOut">
              <a:rPr lang="zh-TW" altLang="en-US" smtClean="0"/>
              <a:t>2025/11/2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69C47809-2DBE-7B9A-70FA-DBBD56FC5A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43DFA7FC-F8B7-5611-91C0-7BE19DA01F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24E85-C559-4927-8E4E-31889D3445B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309741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CBBA8F1-9810-C7B1-9528-3AAE750492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29F83EB9-F39D-55A1-DEBE-8B7154E009F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35B31541-E46B-FE57-4764-5DB3BC8B60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BB3D7D2F-01A0-D219-764B-F304BAA1CE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BE69CC-3C9C-48D7-AC3F-9F8D6FCEB884}" type="datetimeFigureOut">
              <a:rPr lang="zh-TW" altLang="en-US" smtClean="0"/>
              <a:t>2025/11/2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3660DE55-F26E-91B6-6EBA-7AAFAE7C98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57E38CD4-6235-2474-BF16-F38CF84D2B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24E85-C559-4927-8E4E-31889D3445B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743736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AEE2656-7CCD-29DE-836D-4BB503BCFC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E508B265-FE55-4DD2-DE4A-01754859E0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FF81B93-0A8E-7C95-BC67-D0F2BAA182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BE69CC-3C9C-48D7-AC3F-9F8D6FCEB884}" type="datetimeFigureOut">
              <a:rPr lang="zh-TW" altLang="en-US" smtClean="0"/>
              <a:t>2025/11/2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5A3A8B7-386E-99E1-0DE5-609238698F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DF19B83-436D-F32D-25F1-AD8320AE12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24E85-C559-4927-8E4E-31889D3445B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082713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0199AE81-7018-B465-DC2C-49B33AEC340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6585BC7E-161A-51CD-FF73-304856084C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542B333-1F45-7E20-278D-0EBA0D398A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BE69CC-3C9C-48D7-AC3F-9F8D6FCEB884}" type="datetimeFigureOut">
              <a:rPr lang="zh-TW" altLang="en-US" smtClean="0"/>
              <a:t>2025/11/2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496327C-FD8A-3893-3729-2B0A28F79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FAD731F-B9C1-E2A9-6A43-4727528A3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24E85-C559-4927-8E4E-31889D3445B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21316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CEE91B45-9ADE-9922-B2EC-C79EE27CE0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4755AD9E-1275-D013-4F1D-199E303198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1979CA5-7E7A-4323-B783-DADADECD63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EBE69CC-3C9C-48D7-AC3F-9F8D6FCEB884}" type="datetimeFigureOut">
              <a:rPr lang="zh-TW" altLang="en-US" smtClean="0"/>
              <a:t>2025/11/2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D5FDF40-E1F2-63CC-D5AE-0C1EC5D0ED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1631C2D-FFD3-9ECC-2DA5-DD57609BD8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C24E85-C559-4927-8E4E-31889D3445B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510343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9F1A81B8-70CF-8FEC-47A8-6F3E5131074B}"/>
              </a:ext>
            </a:extLst>
          </p:cNvPr>
          <p:cNvSpPr txBox="1"/>
          <p:nvPr/>
        </p:nvSpPr>
        <p:spPr>
          <a:xfrm>
            <a:off x="0" y="387926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3600" dirty="0">
                <a:latin typeface="標楷體" panose="03000509000000000000" pitchFamily="65" charset="-120"/>
                <a:ea typeface="標楷體" panose="03000509000000000000" pitchFamily="65" charset="-120"/>
              </a:rPr>
              <a:t>小考參考</a:t>
            </a:r>
            <a:r>
              <a:rPr lang="en-US" altLang="zh-TW" sz="3600" dirty="0">
                <a:latin typeface="標楷體" panose="03000509000000000000" pitchFamily="65" charset="-120"/>
                <a:ea typeface="標楷體" panose="03000509000000000000" pitchFamily="65" charset="-120"/>
              </a:rPr>
              <a:t>:</a:t>
            </a:r>
            <a:r>
              <a:rPr lang="zh-TW" altLang="en-US" sz="3600" dirty="0">
                <a:latin typeface="標楷體" panose="03000509000000000000" pitchFamily="65" charset="-120"/>
                <a:ea typeface="標楷體" panose="03000509000000000000" pitchFamily="65" charset="-120"/>
              </a:rPr>
              <a:t>相關性</a:t>
            </a:r>
            <a:r>
              <a:rPr lang="en-US" altLang="zh-TW" sz="3600" dirty="0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en-US" altLang="zh-TW" sz="3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correlation</a:t>
            </a:r>
            <a:r>
              <a:rPr lang="en-US" altLang="zh-TW" sz="3600" dirty="0"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r>
              <a:rPr lang="zh-TW" altLang="en-US" sz="3600" dirty="0">
                <a:latin typeface="標楷體" panose="03000509000000000000" pitchFamily="65" charset="-120"/>
                <a:ea typeface="標楷體" panose="03000509000000000000" pitchFamily="65" charset="-120"/>
              </a:rPr>
              <a:t>例題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3D056576-755C-6466-F1A8-CF3D5712C602}"/>
              </a:ext>
            </a:extLst>
          </p:cNvPr>
          <p:cNvSpPr txBox="1"/>
          <p:nvPr/>
        </p:nvSpPr>
        <p:spPr>
          <a:xfrm>
            <a:off x="831913" y="1185950"/>
            <a:ext cx="9132628" cy="11351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影像 </a:t>
            </a:r>
            <a:r>
              <a:rPr lang="en-US" altLang="zh-TW" sz="2400" i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f 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en-US" altLang="zh-TW" sz="2400" i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x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, </a:t>
            </a:r>
            <a:r>
              <a:rPr lang="en-US" altLang="zh-TW" sz="2400" i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y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 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大小 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3×3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Padding=1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Kernel=3*3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，做</a:t>
            </a:r>
            <a:r>
              <a:rPr lang="zh-TW" alt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相關性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運算。</a:t>
            </a:r>
            <a:endParaRPr lang="en-US" altLang="zh-TW" sz="2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TW" sz="2400" i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f 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en-US" altLang="zh-TW" sz="2400" i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x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, </a:t>
            </a:r>
            <a:r>
              <a:rPr lang="en-US" altLang="zh-TW" sz="2400" i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y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): 3×3 image, Padding =1, Kernel=3*3, apply 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correlation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.</a:t>
            </a:r>
            <a:endParaRPr lang="zh-TW" altLang="en-US" sz="2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D680EC3C-5B49-6A96-C868-C786B83901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5269427"/>
              </p:ext>
            </p:extLst>
          </p:nvPr>
        </p:nvGraphicFramePr>
        <p:xfrm>
          <a:off x="1154546" y="3231957"/>
          <a:ext cx="2405148" cy="221718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01716">
                  <a:extLst>
                    <a:ext uri="{9D8B030D-6E8A-4147-A177-3AD203B41FA5}">
                      <a16:colId xmlns:a16="http://schemas.microsoft.com/office/drawing/2014/main" val="2170714531"/>
                    </a:ext>
                  </a:extLst>
                </a:gridCol>
                <a:gridCol w="801716">
                  <a:extLst>
                    <a:ext uri="{9D8B030D-6E8A-4147-A177-3AD203B41FA5}">
                      <a16:colId xmlns:a16="http://schemas.microsoft.com/office/drawing/2014/main" val="3885505025"/>
                    </a:ext>
                  </a:extLst>
                </a:gridCol>
                <a:gridCol w="801716">
                  <a:extLst>
                    <a:ext uri="{9D8B030D-6E8A-4147-A177-3AD203B41FA5}">
                      <a16:colId xmlns:a16="http://schemas.microsoft.com/office/drawing/2014/main" val="2617849280"/>
                    </a:ext>
                  </a:extLst>
                </a:gridCol>
              </a:tblGrid>
              <a:tr h="739063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2244532"/>
                  </a:ext>
                </a:extLst>
              </a:tr>
              <a:tr h="739063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6143323"/>
                  </a:ext>
                </a:extLst>
              </a:tr>
              <a:tr h="739063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6471285"/>
                  </a:ext>
                </a:extLst>
              </a:tr>
            </a:tbl>
          </a:graphicData>
        </a:graphic>
      </p:graphicFrame>
      <p:sp>
        <p:nvSpPr>
          <p:cNvPr id="8" name="文字方塊 7">
            <a:extLst>
              <a:ext uri="{FF2B5EF4-FFF2-40B4-BE49-F238E27FC236}">
                <a16:creationId xmlns:a16="http://schemas.microsoft.com/office/drawing/2014/main" id="{1E53303B-425B-898B-226A-A136EE621122}"/>
              </a:ext>
            </a:extLst>
          </p:cNvPr>
          <p:cNvSpPr txBox="1"/>
          <p:nvPr/>
        </p:nvSpPr>
        <p:spPr>
          <a:xfrm>
            <a:off x="1948873" y="2720169"/>
            <a:ext cx="8497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1800" i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f</a:t>
            </a:r>
            <a:r>
              <a:rPr lang="en-US" altLang="zh-TW" sz="1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en-US" altLang="zh-TW" sz="18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x,y</a:t>
            </a:r>
            <a:r>
              <a:rPr lang="en-US" altLang="zh-TW" sz="1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endParaRPr lang="zh-TW" altLang="en-US" dirty="0"/>
          </a:p>
        </p:txBody>
      </p:sp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87C2BC0F-A7CC-44BC-7EC4-FC67A74918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0907139"/>
              </p:ext>
            </p:extLst>
          </p:nvPr>
        </p:nvGraphicFramePr>
        <p:xfrm>
          <a:off x="4013201" y="3236575"/>
          <a:ext cx="2405148" cy="221718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01716">
                  <a:extLst>
                    <a:ext uri="{9D8B030D-6E8A-4147-A177-3AD203B41FA5}">
                      <a16:colId xmlns:a16="http://schemas.microsoft.com/office/drawing/2014/main" val="2170714531"/>
                    </a:ext>
                  </a:extLst>
                </a:gridCol>
                <a:gridCol w="801716">
                  <a:extLst>
                    <a:ext uri="{9D8B030D-6E8A-4147-A177-3AD203B41FA5}">
                      <a16:colId xmlns:a16="http://schemas.microsoft.com/office/drawing/2014/main" val="3885505025"/>
                    </a:ext>
                  </a:extLst>
                </a:gridCol>
                <a:gridCol w="801716">
                  <a:extLst>
                    <a:ext uri="{9D8B030D-6E8A-4147-A177-3AD203B41FA5}">
                      <a16:colId xmlns:a16="http://schemas.microsoft.com/office/drawing/2014/main" val="2617849280"/>
                    </a:ext>
                  </a:extLst>
                </a:gridCol>
              </a:tblGrid>
              <a:tr h="739063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FBE3D6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FBE3D6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FBE3D6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2244532"/>
                  </a:ext>
                </a:extLst>
              </a:tr>
              <a:tr h="739063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FBE3D6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FBE3D6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FBE3D6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6143323"/>
                  </a:ext>
                </a:extLst>
              </a:tr>
              <a:tr h="739063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FBE3D6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FBE3D6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FBE3D6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6471285"/>
                  </a:ext>
                </a:extLst>
              </a:tr>
            </a:tbl>
          </a:graphicData>
        </a:graphic>
      </p:graphicFrame>
      <p:sp>
        <p:nvSpPr>
          <p:cNvPr id="10" name="文字方塊 9">
            <a:extLst>
              <a:ext uri="{FF2B5EF4-FFF2-40B4-BE49-F238E27FC236}">
                <a16:creationId xmlns:a16="http://schemas.microsoft.com/office/drawing/2014/main" id="{DB923E53-8FB5-B83D-F214-5B5743BB5E0C}"/>
              </a:ext>
            </a:extLst>
          </p:cNvPr>
          <p:cNvSpPr txBox="1"/>
          <p:nvPr/>
        </p:nvSpPr>
        <p:spPr>
          <a:xfrm>
            <a:off x="4696690" y="2715550"/>
            <a:ext cx="8497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i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k</a:t>
            </a:r>
            <a:r>
              <a:rPr lang="en-US" altLang="zh-TW" sz="1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en-US" altLang="zh-TW" sz="18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x,y</a:t>
            </a:r>
            <a:r>
              <a:rPr lang="en-US" altLang="zh-TW" sz="1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endParaRPr lang="zh-TW" altLang="en-US" dirty="0"/>
          </a:p>
        </p:txBody>
      </p:sp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7CB8AEB0-7EE7-15AB-AC96-1B2A7049C8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4095865"/>
              </p:ext>
            </p:extLst>
          </p:nvPr>
        </p:nvGraphicFramePr>
        <p:xfrm>
          <a:off x="8118765" y="3222720"/>
          <a:ext cx="2405148" cy="221718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01716">
                  <a:extLst>
                    <a:ext uri="{9D8B030D-6E8A-4147-A177-3AD203B41FA5}">
                      <a16:colId xmlns:a16="http://schemas.microsoft.com/office/drawing/2014/main" val="2170714531"/>
                    </a:ext>
                  </a:extLst>
                </a:gridCol>
                <a:gridCol w="801716">
                  <a:extLst>
                    <a:ext uri="{9D8B030D-6E8A-4147-A177-3AD203B41FA5}">
                      <a16:colId xmlns:a16="http://schemas.microsoft.com/office/drawing/2014/main" val="3885505025"/>
                    </a:ext>
                  </a:extLst>
                </a:gridCol>
                <a:gridCol w="801716">
                  <a:extLst>
                    <a:ext uri="{9D8B030D-6E8A-4147-A177-3AD203B41FA5}">
                      <a16:colId xmlns:a16="http://schemas.microsoft.com/office/drawing/2014/main" val="2617849280"/>
                    </a:ext>
                  </a:extLst>
                </a:gridCol>
              </a:tblGrid>
              <a:tr h="739063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?</a:t>
                      </a:r>
                      <a:endParaRPr lang="zh-TW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FFE1E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?</a:t>
                      </a:r>
                      <a:endParaRPr lang="zh-TW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FFE1E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?</a:t>
                      </a:r>
                      <a:endParaRPr lang="zh-TW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FFE1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2244532"/>
                  </a:ext>
                </a:extLst>
              </a:tr>
              <a:tr h="739063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?</a:t>
                      </a:r>
                      <a:endParaRPr lang="zh-TW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FFE1E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?</a:t>
                      </a:r>
                      <a:endParaRPr lang="zh-TW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FFE1E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?</a:t>
                      </a:r>
                      <a:endParaRPr lang="zh-TW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FFE1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6143323"/>
                  </a:ext>
                </a:extLst>
              </a:tr>
              <a:tr h="739063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?</a:t>
                      </a:r>
                      <a:endParaRPr lang="zh-TW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FFE1E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?</a:t>
                      </a:r>
                      <a:endParaRPr lang="zh-TW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FFE1E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?</a:t>
                      </a:r>
                      <a:endParaRPr lang="zh-TW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FFE1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6471285"/>
                  </a:ext>
                </a:extLst>
              </a:tr>
            </a:tbl>
          </a:graphicData>
        </a:graphic>
      </p:graphicFrame>
      <p:sp>
        <p:nvSpPr>
          <p:cNvPr id="12" name="文字方塊 11">
            <a:extLst>
              <a:ext uri="{FF2B5EF4-FFF2-40B4-BE49-F238E27FC236}">
                <a16:creationId xmlns:a16="http://schemas.microsoft.com/office/drawing/2014/main" id="{F97CCB5A-958F-DA92-08A2-F3F29301623F}"/>
              </a:ext>
            </a:extLst>
          </p:cNvPr>
          <p:cNvSpPr txBox="1"/>
          <p:nvPr/>
        </p:nvSpPr>
        <p:spPr>
          <a:xfrm>
            <a:off x="8940799" y="2738640"/>
            <a:ext cx="849745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altLang="zh-TW" i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f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☆ </a:t>
            </a:r>
            <a:r>
              <a:rPr lang="en-US" altLang="zh-TW" i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k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7405763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9F1A81B8-70CF-8FEC-47A8-6F3E5131074B}"/>
              </a:ext>
            </a:extLst>
          </p:cNvPr>
          <p:cNvSpPr txBox="1"/>
          <p:nvPr/>
        </p:nvSpPr>
        <p:spPr>
          <a:xfrm>
            <a:off x="0" y="387926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3600" dirty="0">
                <a:latin typeface="標楷體" panose="03000509000000000000" pitchFamily="65" charset="-120"/>
                <a:ea typeface="標楷體" panose="03000509000000000000" pitchFamily="65" charset="-120"/>
              </a:rPr>
              <a:t>相關性例題</a:t>
            </a:r>
            <a:r>
              <a:rPr lang="en-US" altLang="zh-TW" sz="3600" dirty="0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sz="3600" dirty="0">
                <a:latin typeface="標楷體" panose="03000509000000000000" pitchFamily="65" charset="-120"/>
                <a:ea typeface="標楷體" panose="03000509000000000000" pitchFamily="65" charset="-120"/>
              </a:rPr>
              <a:t>解</a:t>
            </a:r>
            <a:r>
              <a:rPr lang="en-US" altLang="zh-TW" sz="3600" dirty="0"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endParaRPr lang="zh-TW" altLang="en-US" sz="36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D680EC3C-5B49-6A96-C868-C786B83901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2922349"/>
              </p:ext>
            </p:extLst>
          </p:nvPr>
        </p:nvGraphicFramePr>
        <p:xfrm>
          <a:off x="997528" y="1855737"/>
          <a:ext cx="4008580" cy="370455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01716">
                  <a:extLst>
                    <a:ext uri="{9D8B030D-6E8A-4147-A177-3AD203B41FA5}">
                      <a16:colId xmlns:a16="http://schemas.microsoft.com/office/drawing/2014/main" val="2927665850"/>
                    </a:ext>
                  </a:extLst>
                </a:gridCol>
                <a:gridCol w="801716">
                  <a:extLst>
                    <a:ext uri="{9D8B030D-6E8A-4147-A177-3AD203B41FA5}">
                      <a16:colId xmlns:a16="http://schemas.microsoft.com/office/drawing/2014/main" val="2170714531"/>
                    </a:ext>
                  </a:extLst>
                </a:gridCol>
                <a:gridCol w="801716">
                  <a:extLst>
                    <a:ext uri="{9D8B030D-6E8A-4147-A177-3AD203B41FA5}">
                      <a16:colId xmlns:a16="http://schemas.microsoft.com/office/drawing/2014/main" val="3885505025"/>
                    </a:ext>
                  </a:extLst>
                </a:gridCol>
                <a:gridCol w="801716">
                  <a:extLst>
                    <a:ext uri="{9D8B030D-6E8A-4147-A177-3AD203B41FA5}">
                      <a16:colId xmlns:a16="http://schemas.microsoft.com/office/drawing/2014/main" val="2617849280"/>
                    </a:ext>
                  </a:extLst>
                </a:gridCol>
                <a:gridCol w="801716">
                  <a:extLst>
                    <a:ext uri="{9D8B030D-6E8A-4147-A177-3AD203B41FA5}">
                      <a16:colId xmlns:a16="http://schemas.microsoft.com/office/drawing/2014/main" val="945653506"/>
                    </a:ext>
                  </a:extLst>
                </a:gridCol>
              </a:tblGrid>
              <a:tr h="740911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392877"/>
                  </a:ext>
                </a:extLst>
              </a:tr>
              <a:tr h="740911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2244532"/>
                  </a:ext>
                </a:extLst>
              </a:tr>
              <a:tr h="740911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6143323"/>
                  </a:ext>
                </a:extLst>
              </a:tr>
              <a:tr h="740911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6471285"/>
                  </a:ext>
                </a:extLst>
              </a:tr>
              <a:tr h="740911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2886274"/>
                  </a:ext>
                </a:extLst>
              </a:tr>
            </a:tbl>
          </a:graphicData>
        </a:graphic>
      </p:graphicFrame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87C2BC0F-A7CC-44BC-7EC4-FC67A74918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4989433"/>
              </p:ext>
            </p:extLst>
          </p:nvPr>
        </p:nvGraphicFramePr>
        <p:xfrm>
          <a:off x="900547" y="1767992"/>
          <a:ext cx="2405148" cy="221718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01716">
                  <a:extLst>
                    <a:ext uri="{9D8B030D-6E8A-4147-A177-3AD203B41FA5}">
                      <a16:colId xmlns:a16="http://schemas.microsoft.com/office/drawing/2014/main" val="2170714531"/>
                    </a:ext>
                  </a:extLst>
                </a:gridCol>
                <a:gridCol w="801716">
                  <a:extLst>
                    <a:ext uri="{9D8B030D-6E8A-4147-A177-3AD203B41FA5}">
                      <a16:colId xmlns:a16="http://schemas.microsoft.com/office/drawing/2014/main" val="3885505025"/>
                    </a:ext>
                  </a:extLst>
                </a:gridCol>
                <a:gridCol w="801716">
                  <a:extLst>
                    <a:ext uri="{9D8B030D-6E8A-4147-A177-3AD203B41FA5}">
                      <a16:colId xmlns:a16="http://schemas.microsoft.com/office/drawing/2014/main" val="2617849280"/>
                    </a:ext>
                  </a:extLst>
                </a:gridCol>
              </a:tblGrid>
              <a:tr h="739063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solidFill>
                      <a:srgbClr val="FBE3D6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solidFill>
                      <a:srgbClr val="FBE3D6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solidFill>
                      <a:srgbClr val="FBE3D6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2244532"/>
                  </a:ext>
                </a:extLst>
              </a:tr>
              <a:tr h="739063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solidFill>
                      <a:srgbClr val="FBE3D6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solidFill>
                      <a:srgbClr val="FBE3D6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solidFill>
                      <a:srgbClr val="FBE3D6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6143323"/>
                  </a:ext>
                </a:extLst>
              </a:tr>
              <a:tr h="739063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solidFill>
                      <a:srgbClr val="FBE3D6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solidFill>
                      <a:srgbClr val="FBE3D6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solidFill>
                      <a:srgbClr val="FBE3D6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6471285"/>
                  </a:ext>
                </a:extLst>
              </a:tr>
            </a:tbl>
          </a:graphicData>
        </a:graphic>
      </p:graphicFrame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7CB8AEB0-7EE7-15AB-AC96-1B2A7049C8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1119525"/>
              </p:ext>
            </p:extLst>
          </p:nvPr>
        </p:nvGraphicFramePr>
        <p:xfrm>
          <a:off x="7499928" y="3231957"/>
          <a:ext cx="2405148" cy="221718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01716">
                  <a:extLst>
                    <a:ext uri="{9D8B030D-6E8A-4147-A177-3AD203B41FA5}">
                      <a16:colId xmlns:a16="http://schemas.microsoft.com/office/drawing/2014/main" val="2170714531"/>
                    </a:ext>
                  </a:extLst>
                </a:gridCol>
                <a:gridCol w="801716">
                  <a:extLst>
                    <a:ext uri="{9D8B030D-6E8A-4147-A177-3AD203B41FA5}">
                      <a16:colId xmlns:a16="http://schemas.microsoft.com/office/drawing/2014/main" val="3885505025"/>
                    </a:ext>
                  </a:extLst>
                </a:gridCol>
                <a:gridCol w="801716">
                  <a:extLst>
                    <a:ext uri="{9D8B030D-6E8A-4147-A177-3AD203B41FA5}">
                      <a16:colId xmlns:a16="http://schemas.microsoft.com/office/drawing/2014/main" val="2617849280"/>
                    </a:ext>
                  </a:extLst>
                </a:gridCol>
              </a:tblGrid>
              <a:tr h="739063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20</a:t>
                      </a:r>
                      <a:endParaRPr lang="zh-TW" altLang="en-US" dirty="0"/>
                    </a:p>
                  </a:txBody>
                  <a:tcPr anchor="ctr">
                    <a:solidFill>
                      <a:srgbClr val="FFE1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?</a:t>
                      </a:r>
                      <a:endParaRPr lang="zh-TW" altLang="en-US" dirty="0"/>
                    </a:p>
                  </a:txBody>
                  <a:tcPr anchor="ctr">
                    <a:solidFill>
                      <a:srgbClr val="FFE1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?</a:t>
                      </a:r>
                      <a:endParaRPr lang="zh-TW" altLang="en-US" dirty="0"/>
                    </a:p>
                  </a:txBody>
                  <a:tcPr anchor="ctr">
                    <a:solidFill>
                      <a:srgbClr val="FFE1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2244532"/>
                  </a:ext>
                </a:extLst>
              </a:tr>
              <a:tr h="739063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?</a:t>
                      </a:r>
                      <a:endParaRPr lang="zh-TW" altLang="en-US" dirty="0"/>
                    </a:p>
                  </a:txBody>
                  <a:tcPr anchor="ctr">
                    <a:solidFill>
                      <a:srgbClr val="FFE1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?</a:t>
                      </a:r>
                      <a:endParaRPr lang="zh-TW" altLang="en-US" dirty="0"/>
                    </a:p>
                  </a:txBody>
                  <a:tcPr anchor="ctr">
                    <a:solidFill>
                      <a:srgbClr val="FFE1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?</a:t>
                      </a:r>
                      <a:endParaRPr lang="zh-TW" altLang="en-US" dirty="0"/>
                    </a:p>
                  </a:txBody>
                  <a:tcPr anchor="ctr">
                    <a:solidFill>
                      <a:srgbClr val="FFE1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6143323"/>
                  </a:ext>
                </a:extLst>
              </a:tr>
              <a:tr h="739063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?</a:t>
                      </a:r>
                      <a:endParaRPr lang="zh-TW" altLang="en-US" dirty="0"/>
                    </a:p>
                  </a:txBody>
                  <a:tcPr anchor="ctr">
                    <a:solidFill>
                      <a:srgbClr val="FFE1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?</a:t>
                      </a:r>
                      <a:endParaRPr lang="zh-TW" altLang="en-US" dirty="0"/>
                    </a:p>
                  </a:txBody>
                  <a:tcPr anchor="ctr">
                    <a:solidFill>
                      <a:srgbClr val="FFE1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?</a:t>
                      </a:r>
                      <a:endParaRPr lang="zh-TW" altLang="en-US" dirty="0"/>
                    </a:p>
                  </a:txBody>
                  <a:tcPr anchor="ctr">
                    <a:solidFill>
                      <a:srgbClr val="FFE1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6471285"/>
                  </a:ext>
                </a:extLst>
              </a:tr>
            </a:tbl>
          </a:graphicData>
        </a:graphic>
      </p:graphicFrame>
      <p:sp>
        <p:nvSpPr>
          <p:cNvPr id="12" name="文字方塊 11">
            <a:extLst>
              <a:ext uri="{FF2B5EF4-FFF2-40B4-BE49-F238E27FC236}">
                <a16:creationId xmlns:a16="http://schemas.microsoft.com/office/drawing/2014/main" id="{F97CCB5A-958F-DA92-08A2-F3F29301623F}"/>
              </a:ext>
            </a:extLst>
          </p:cNvPr>
          <p:cNvSpPr txBox="1"/>
          <p:nvPr/>
        </p:nvSpPr>
        <p:spPr>
          <a:xfrm>
            <a:off x="8321962" y="2747877"/>
            <a:ext cx="849745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altLang="zh-TW" i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f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☆ </a:t>
            </a:r>
            <a:r>
              <a:rPr lang="en-US" altLang="zh-TW" i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k</a:t>
            </a:r>
            <a:endParaRPr lang="zh-TW" altLang="en-US" dirty="0"/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A4F73752-FB06-D442-2A89-960EE972CF3A}"/>
              </a:ext>
            </a:extLst>
          </p:cNvPr>
          <p:cNvSpPr txBox="1"/>
          <p:nvPr/>
        </p:nvSpPr>
        <p:spPr>
          <a:xfrm>
            <a:off x="5624766" y="1902690"/>
            <a:ext cx="61702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u="sng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en-US" altLang="zh-TW" i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f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☆ </a:t>
            </a:r>
            <a:r>
              <a:rPr lang="en-US" altLang="zh-TW" i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k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)(0,0) = </a:t>
            </a: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*0+</a:t>
            </a: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*0+</a:t>
            </a: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*0+</a:t>
            </a: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*0+</a:t>
            </a: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*2+</a:t>
            </a: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*3+</a:t>
            </a: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*0+</a:t>
            </a: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*3+</a:t>
            </a: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*3 =20 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1441300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9F1A81B8-70CF-8FEC-47A8-6F3E5131074B}"/>
              </a:ext>
            </a:extLst>
          </p:cNvPr>
          <p:cNvSpPr txBox="1"/>
          <p:nvPr/>
        </p:nvSpPr>
        <p:spPr>
          <a:xfrm>
            <a:off x="0" y="387926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3600" dirty="0">
                <a:latin typeface="標楷體" panose="03000509000000000000" pitchFamily="65" charset="-120"/>
                <a:ea typeface="標楷體" panose="03000509000000000000" pitchFamily="65" charset="-120"/>
              </a:rPr>
              <a:t>相關性例題</a:t>
            </a:r>
            <a:r>
              <a:rPr lang="en-US" altLang="zh-TW" sz="3600" dirty="0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sz="3600" dirty="0">
                <a:latin typeface="標楷體" panose="03000509000000000000" pitchFamily="65" charset="-120"/>
                <a:ea typeface="標楷體" panose="03000509000000000000" pitchFamily="65" charset="-120"/>
              </a:rPr>
              <a:t>解</a:t>
            </a:r>
            <a:r>
              <a:rPr lang="en-US" altLang="zh-TW" sz="3600" dirty="0"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endParaRPr lang="zh-TW" altLang="en-US" sz="36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D680EC3C-5B49-6A96-C868-C786B8390177}"/>
              </a:ext>
            </a:extLst>
          </p:cNvPr>
          <p:cNvGraphicFramePr>
            <a:graphicFrameLocks noGrp="1"/>
          </p:cNvGraphicFramePr>
          <p:nvPr/>
        </p:nvGraphicFramePr>
        <p:xfrm>
          <a:off x="997528" y="1855737"/>
          <a:ext cx="4008580" cy="370455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01716">
                  <a:extLst>
                    <a:ext uri="{9D8B030D-6E8A-4147-A177-3AD203B41FA5}">
                      <a16:colId xmlns:a16="http://schemas.microsoft.com/office/drawing/2014/main" val="2927665850"/>
                    </a:ext>
                  </a:extLst>
                </a:gridCol>
                <a:gridCol w="801716">
                  <a:extLst>
                    <a:ext uri="{9D8B030D-6E8A-4147-A177-3AD203B41FA5}">
                      <a16:colId xmlns:a16="http://schemas.microsoft.com/office/drawing/2014/main" val="2170714531"/>
                    </a:ext>
                  </a:extLst>
                </a:gridCol>
                <a:gridCol w="801716">
                  <a:extLst>
                    <a:ext uri="{9D8B030D-6E8A-4147-A177-3AD203B41FA5}">
                      <a16:colId xmlns:a16="http://schemas.microsoft.com/office/drawing/2014/main" val="3885505025"/>
                    </a:ext>
                  </a:extLst>
                </a:gridCol>
                <a:gridCol w="801716">
                  <a:extLst>
                    <a:ext uri="{9D8B030D-6E8A-4147-A177-3AD203B41FA5}">
                      <a16:colId xmlns:a16="http://schemas.microsoft.com/office/drawing/2014/main" val="2617849280"/>
                    </a:ext>
                  </a:extLst>
                </a:gridCol>
                <a:gridCol w="801716">
                  <a:extLst>
                    <a:ext uri="{9D8B030D-6E8A-4147-A177-3AD203B41FA5}">
                      <a16:colId xmlns:a16="http://schemas.microsoft.com/office/drawing/2014/main" val="945653506"/>
                    </a:ext>
                  </a:extLst>
                </a:gridCol>
              </a:tblGrid>
              <a:tr h="740911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392877"/>
                  </a:ext>
                </a:extLst>
              </a:tr>
              <a:tr h="740911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2244532"/>
                  </a:ext>
                </a:extLst>
              </a:tr>
              <a:tr h="740911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6143323"/>
                  </a:ext>
                </a:extLst>
              </a:tr>
              <a:tr h="740911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6471285"/>
                  </a:ext>
                </a:extLst>
              </a:tr>
              <a:tr h="740911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2886274"/>
                  </a:ext>
                </a:extLst>
              </a:tr>
            </a:tbl>
          </a:graphicData>
        </a:graphic>
      </p:graphicFrame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87C2BC0F-A7CC-44BC-7EC4-FC67A74918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6485846"/>
              </p:ext>
            </p:extLst>
          </p:nvPr>
        </p:nvGraphicFramePr>
        <p:xfrm>
          <a:off x="1704110" y="1777228"/>
          <a:ext cx="2405148" cy="221718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01716">
                  <a:extLst>
                    <a:ext uri="{9D8B030D-6E8A-4147-A177-3AD203B41FA5}">
                      <a16:colId xmlns:a16="http://schemas.microsoft.com/office/drawing/2014/main" val="2170714531"/>
                    </a:ext>
                  </a:extLst>
                </a:gridCol>
                <a:gridCol w="801716">
                  <a:extLst>
                    <a:ext uri="{9D8B030D-6E8A-4147-A177-3AD203B41FA5}">
                      <a16:colId xmlns:a16="http://schemas.microsoft.com/office/drawing/2014/main" val="3885505025"/>
                    </a:ext>
                  </a:extLst>
                </a:gridCol>
                <a:gridCol w="801716">
                  <a:extLst>
                    <a:ext uri="{9D8B030D-6E8A-4147-A177-3AD203B41FA5}">
                      <a16:colId xmlns:a16="http://schemas.microsoft.com/office/drawing/2014/main" val="2617849280"/>
                    </a:ext>
                  </a:extLst>
                </a:gridCol>
              </a:tblGrid>
              <a:tr h="739063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solidFill>
                      <a:srgbClr val="FBE3D6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solidFill>
                      <a:srgbClr val="FBE3D6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solidFill>
                      <a:srgbClr val="FBE3D6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2244532"/>
                  </a:ext>
                </a:extLst>
              </a:tr>
              <a:tr h="739063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solidFill>
                      <a:srgbClr val="FBE3D6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solidFill>
                      <a:srgbClr val="FBE3D6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solidFill>
                      <a:srgbClr val="FBE3D6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6143323"/>
                  </a:ext>
                </a:extLst>
              </a:tr>
              <a:tr h="739063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solidFill>
                      <a:srgbClr val="FBE3D6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solidFill>
                      <a:srgbClr val="FBE3D6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solidFill>
                      <a:srgbClr val="FBE3D6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6471285"/>
                  </a:ext>
                </a:extLst>
              </a:tr>
            </a:tbl>
          </a:graphicData>
        </a:graphic>
      </p:graphicFrame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7CB8AEB0-7EE7-15AB-AC96-1B2A7049C8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5218686"/>
              </p:ext>
            </p:extLst>
          </p:nvPr>
        </p:nvGraphicFramePr>
        <p:xfrm>
          <a:off x="7499928" y="3231957"/>
          <a:ext cx="2405148" cy="221718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01716">
                  <a:extLst>
                    <a:ext uri="{9D8B030D-6E8A-4147-A177-3AD203B41FA5}">
                      <a16:colId xmlns:a16="http://schemas.microsoft.com/office/drawing/2014/main" val="2170714531"/>
                    </a:ext>
                  </a:extLst>
                </a:gridCol>
                <a:gridCol w="801716">
                  <a:extLst>
                    <a:ext uri="{9D8B030D-6E8A-4147-A177-3AD203B41FA5}">
                      <a16:colId xmlns:a16="http://schemas.microsoft.com/office/drawing/2014/main" val="3885505025"/>
                    </a:ext>
                  </a:extLst>
                </a:gridCol>
                <a:gridCol w="801716">
                  <a:extLst>
                    <a:ext uri="{9D8B030D-6E8A-4147-A177-3AD203B41FA5}">
                      <a16:colId xmlns:a16="http://schemas.microsoft.com/office/drawing/2014/main" val="2617849280"/>
                    </a:ext>
                  </a:extLst>
                </a:gridCol>
              </a:tblGrid>
              <a:tr h="739063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20</a:t>
                      </a:r>
                      <a:endParaRPr lang="zh-TW" altLang="en-US" dirty="0"/>
                    </a:p>
                  </a:txBody>
                  <a:tcPr anchor="ctr">
                    <a:solidFill>
                      <a:srgbClr val="FFE1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25</a:t>
                      </a:r>
                      <a:endParaRPr lang="zh-TW" altLang="en-US" dirty="0"/>
                    </a:p>
                  </a:txBody>
                  <a:tcPr anchor="ctr">
                    <a:solidFill>
                      <a:srgbClr val="FFE1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?</a:t>
                      </a:r>
                      <a:endParaRPr lang="zh-TW" altLang="en-US" dirty="0"/>
                    </a:p>
                  </a:txBody>
                  <a:tcPr anchor="ctr">
                    <a:solidFill>
                      <a:srgbClr val="FFE1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2244532"/>
                  </a:ext>
                </a:extLst>
              </a:tr>
              <a:tr h="739063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?</a:t>
                      </a:r>
                      <a:endParaRPr lang="zh-TW" altLang="en-US" dirty="0"/>
                    </a:p>
                  </a:txBody>
                  <a:tcPr anchor="ctr">
                    <a:solidFill>
                      <a:srgbClr val="FFE1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?</a:t>
                      </a:r>
                      <a:endParaRPr lang="zh-TW" altLang="en-US" dirty="0"/>
                    </a:p>
                  </a:txBody>
                  <a:tcPr anchor="ctr">
                    <a:solidFill>
                      <a:srgbClr val="FFE1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?</a:t>
                      </a:r>
                      <a:endParaRPr lang="zh-TW" altLang="en-US" dirty="0"/>
                    </a:p>
                  </a:txBody>
                  <a:tcPr anchor="ctr">
                    <a:solidFill>
                      <a:srgbClr val="FFE1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6143323"/>
                  </a:ext>
                </a:extLst>
              </a:tr>
              <a:tr h="739063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?</a:t>
                      </a:r>
                      <a:endParaRPr lang="zh-TW" altLang="en-US" dirty="0"/>
                    </a:p>
                  </a:txBody>
                  <a:tcPr anchor="ctr">
                    <a:solidFill>
                      <a:srgbClr val="FFE1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?</a:t>
                      </a:r>
                      <a:endParaRPr lang="zh-TW" altLang="en-US" dirty="0"/>
                    </a:p>
                  </a:txBody>
                  <a:tcPr anchor="ctr">
                    <a:solidFill>
                      <a:srgbClr val="FFE1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?</a:t>
                      </a:r>
                      <a:endParaRPr lang="zh-TW" altLang="en-US" dirty="0"/>
                    </a:p>
                  </a:txBody>
                  <a:tcPr anchor="ctr">
                    <a:solidFill>
                      <a:srgbClr val="FFE1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6471285"/>
                  </a:ext>
                </a:extLst>
              </a:tr>
            </a:tbl>
          </a:graphicData>
        </a:graphic>
      </p:graphicFrame>
      <p:sp>
        <p:nvSpPr>
          <p:cNvPr id="12" name="文字方塊 11">
            <a:extLst>
              <a:ext uri="{FF2B5EF4-FFF2-40B4-BE49-F238E27FC236}">
                <a16:creationId xmlns:a16="http://schemas.microsoft.com/office/drawing/2014/main" id="{F97CCB5A-958F-DA92-08A2-F3F29301623F}"/>
              </a:ext>
            </a:extLst>
          </p:cNvPr>
          <p:cNvSpPr txBox="1"/>
          <p:nvPr/>
        </p:nvSpPr>
        <p:spPr>
          <a:xfrm>
            <a:off x="8321962" y="2747877"/>
            <a:ext cx="849745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altLang="zh-TW" i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f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☆ </a:t>
            </a:r>
            <a:r>
              <a:rPr lang="en-US" altLang="zh-TW" i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k</a:t>
            </a:r>
            <a:endParaRPr lang="zh-TW" altLang="en-US" dirty="0"/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A4F73752-FB06-D442-2A89-960EE972CF3A}"/>
              </a:ext>
            </a:extLst>
          </p:cNvPr>
          <p:cNvSpPr txBox="1"/>
          <p:nvPr/>
        </p:nvSpPr>
        <p:spPr>
          <a:xfrm>
            <a:off x="5624766" y="1902690"/>
            <a:ext cx="61702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u="sng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en-US" altLang="zh-TW" i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f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☆ </a:t>
            </a:r>
            <a:r>
              <a:rPr lang="en-US" altLang="zh-TW" i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k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)(1,0) = </a:t>
            </a: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*0+</a:t>
            </a: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*0+</a:t>
            </a: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*0+</a:t>
            </a: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*2+</a:t>
            </a: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*3+</a:t>
            </a: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*2+</a:t>
            </a: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*3+</a:t>
            </a: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*3+</a:t>
            </a: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*3 =25 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5987165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9F1A81B8-70CF-8FEC-47A8-6F3E5131074B}"/>
              </a:ext>
            </a:extLst>
          </p:cNvPr>
          <p:cNvSpPr txBox="1"/>
          <p:nvPr/>
        </p:nvSpPr>
        <p:spPr>
          <a:xfrm>
            <a:off x="0" y="387926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3600" dirty="0">
                <a:latin typeface="標楷體" panose="03000509000000000000" pitchFamily="65" charset="-120"/>
                <a:ea typeface="標楷體" panose="03000509000000000000" pitchFamily="65" charset="-120"/>
              </a:rPr>
              <a:t>相關性例題</a:t>
            </a:r>
            <a:r>
              <a:rPr lang="en-US" altLang="zh-TW" sz="3600" dirty="0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sz="3600" dirty="0">
                <a:latin typeface="標楷體" panose="03000509000000000000" pitchFamily="65" charset="-120"/>
                <a:ea typeface="標楷體" panose="03000509000000000000" pitchFamily="65" charset="-120"/>
              </a:rPr>
              <a:t>解</a:t>
            </a:r>
            <a:r>
              <a:rPr lang="en-US" altLang="zh-TW" sz="3600" dirty="0"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endParaRPr lang="zh-TW" altLang="en-US" sz="36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D680EC3C-5B49-6A96-C868-C786B8390177}"/>
              </a:ext>
            </a:extLst>
          </p:cNvPr>
          <p:cNvGraphicFramePr>
            <a:graphicFrameLocks noGrp="1"/>
          </p:cNvGraphicFramePr>
          <p:nvPr/>
        </p:nvGraphicFramePr>
        <p:xfrm>
          <a:off x="997528" y="1855737"/>
          <a:ext cx="4008580" cy="370455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01716">
                  <a:extLst>
                    <a:ext uri="{9D8B030D-6E8A-4147-A177-3AD203B41FA5}">
                      <a16:colId xmlns:a16="http://schemas.microsoft.com/office/drawing/2014/main" val="2927665850"/>
                    </a:ext>
                  </a:extLst>
                </a:gridCol>
                <a:gridCol w="801716">
                  <a:extLst>
                    <a:ext uri="{9D8B030D-6E8A-4147-A177-3AD203B41FA5}">
                      <a16:colId xmlns:a16="http://schemas.microsoft.com/office/drawing/2014/main" val="2170714531"/>
                    </a:ext>
                  </a:extLst>
                </a:gridCol>
                <a:gridCol w="801716">
                  <a:extLst>
                    <a:ext uri="{9D8B030D-6E8A-4147-A177-3AD203B41FA5}">
                      <a16:colId xmlns:a16="http://schemas.microsoft.com/office/drawing/2014/main" val="3885505025"/>
                    </a:ext>
                  </a:extLst>
                </a:gridCol>
                <a:gridCol w="801716">
                  <a:extLst>
                    <a:ext uri="{9D8B030D-6E8A-4147-A177-3AD203B41FA5}">
                      <a16:colId xmlns:a16="http://schemas.microsoft.com/office/drawing/2014/main" val="2617849280"/>
                    </a:ext>
                  </a:extLst>
                </a:gridCol>
                <a:gridCol w="801716">
                  <a:extLst>
                    <a:ext uri="{9D8B030D-6E8A-4147-A177-3AD203B41FA5}">
                      <a16:colId xmlns:a16="http://schemas.microsoft.com/office/drawing/2014/main" val="945653506"/>
                    </a:ext>
                  </a:extLst>
                </a:gridCol>
              </a:tblGrid>
              <a:tr h="740911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392877"/>
                  </a:ext>
                </a:extLst>
              </a:tr>
              <a:tr h="740911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2244532"/>
                  </a:ext>
                </a:extLst>
              </a:tr>
              <a:tr h="740911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6143323"/>
                  </a:ext>
                </a:extLst>
              </a:tr>
              <a:tr h="740911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6471285"/>
                  </a:ext>
                </a:extLst>
              </a:tr>
              <a:tr h="740911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2886274"/>
                  </a:ext>
                </a:extLst>
              </a:tr>
            </a:tbl>
          </a:graphicData>
        </a:graphic>
      </p:graphicFrame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87C2BC0F-A7CC-44BC-7EC4-FC67A74918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1038524"/>
              </p:ext>
            </p:extLst>
          </p:nvPr>
        </p:nvGraphicFramePr>
        <p:xfrm>
          <a:off x="2526147" y="3245810"/>
          <a:ext cx="2405148" cy="221718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01716">
                  <a:extLst>
                    <a:ext uri="{9D8B030D-6E8A-4147-A177-3AD203B41FA5}">
                      <a16:colId xmlns:a16="http://schemas.microsoft.com/office/drawing/2014/main" val="2170714531"/>
                    </a:ext>
                  </a:extLst>
                </a:gridCol>
                <a:gridCol w="801716">
                  <a:extLst>
                    <a:ext uri="{9D8B030D-6E8A-4147-A177-3AD203B41FA5}">
                      <a16:colId xmlns:a16="http://schemas.microsoft.com/office/drawing/2014/main" val="3885505025"/>
                    </a:ext>
                  </a:extLst>
                </a:gridCol>
                <a:gridCol w="801716">
                  <a:extLst>
                    <a:ext uri="{9D8B030D-6E8A-4147-A177-3AD203B41FA5}">
                      <a16:colId xmlns:a16="http://schemas.microsoft.com/office/drawing/2014/main" val="2617849280"/>
                    </a:ext>
                  </a:extLst>
                </a:gridCol>
              </a:tblGrid>
              <a:tr h="739063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solidFill>
                      <a:srgbClr val="FBE3D6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solidFill>
                      <a:srgbClr val="FBE3D6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solidFill>
                      <a:srgbClr val="FBE3D6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2244532"/>
                  </a:ext>
                </a:extLst>
              </a:tr>
              <a:tr h="739063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solidFill>
                      <a:srgbClr val="FBE3D6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solidFill>
                      <a:srgbClr val="FBE3D6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solidFill>
                      <a:srgbClr val="FBE3D6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6143323"/>
                  </a:ext>
                </a:extLst>
              </a:tr>
              <a:tr h="739063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solidFill>
                      <a:srgbClr val="FBE3D6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solidFill>
                      <a:srgbClr val="FBE3D6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solidFill>
                      <a:srgbClr val="FBE3D6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6471285"/>
                  </a:ext>
                </a:extLst>
              </a:tr>
            </a:tbl>
          </a:graphicData>
        </a:graphic>
      </p:graphicFrame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7CB8AEB0-7EE7-15AB-AC96-1B2A7049C8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7509668"/>
              </p:ext>
            </p:extLst>
          </p:nvPr>
        </p:nvGraphicFramePr>
        <p:xfrm>
          <a:off x="7499928" y="3231957"/>
          <a:ext cx="2405148" cy="221718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01716">
                  <a:extLst>
                    <a:ext uri="{9D8B030D-6E8A-4147-A177-3AD203B41FA5}">
                      <a16:colId xmlns:a16="http://schemas.microsoft.com/office/drawing/2014/main" val="2170714531"/>
                    </a:ext>
                  </a:extLst>
                </a:gridCol>
                <a:gridCol w="801716">
                  <a:extLst>
                    <a:ext uri="{9D8B030D-6E8A-4147-A177-3AD203B41FA5}">
                      <a16:colId xmlns:a16="http://schemas.microsoft.com/office/drawing/2014/main" val="3885505025"/>
                    </a:ext>
                  </a:extLst>
                </a:gridCol>
                <a:gridCol w="801716">
                  <a:extLst>
                    <a:ext uri="{9D8B030D-6E8A-4147-A177-3AD203B41FA5}">
                      <a16:colId xmlns:a16="http://schemas.microsoft.com/office/drawing/2014/main" val="2617849280"/>
                    </a:ext>
                  </a:extLst>
                </a:gridCol>
              </a:tblGrid>
              <a:tr h="739063">
                <a:tc>
                  <a:txBody>
                    <a:bodyPr/>
                    <a:lstStyle/>
                    <a:p>
                      <a:pPr algn="ctr"/>
                      <a:r>
                        <a:rPr lang="en-US" altLang="zh-TW"/>
                        <a:t>20</a:t>
                      </a:r>
                      <a:endParaRPr lang="zh-TW" altLang="en-US" dirty="0"/>
                    </a:p>
                  </a:txBody>
                  <a:tcPr anchor="ctr">
                    <a:solidFill>
                      <a:srgbClr val="FFE1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25</a:t>
                      </a:r>
                      <a:endParaRPr lang="zh-TW" altLang="en-US" dirty="0"/>
                    </a:p>
                  </a:txBody>
                  <a:tcPr anchor="ctr">
                    <a:solidFill>
                      <a:srgbClr val="FFE1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14</a:t>
                      </a:r>
                      <a:endParaRPr lang="zh-TW" altLang="en-US" dirty="0"/>
                    </a:p>
                  </a:txBody>
                  <a:tcPr anchor="ctr">
                    <a:solidFill>
                      <a:srgbClr val="FFE1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2244532"/>
                  </a:ext>
                </a:extLst>
              </a:tr>
              <a:tr h="739063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32</a:t>
                      </a:r>
                      <a:endParaRPr lang="zh-TW" altLang="en-US" dirty="0"/>
                    </a:p>
                  </a:txBody>
                  <a:tcPr anchor="ctr">
                    <a:solidFill>
                      <a:srgbClr val="FFE1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37</a:t>
                      </a:r>
                      <a:endParaRPr lang="zh-TW" altLang="en-US" dirty="0"/>
                    </a:p>
                  </a:txBody>
                  <a:tcPr anchor="ctr">
                    <a:solidFill>
                      <a:srgbClr val="FFE1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20</a:t>
                      </a:r>
                      <a:endParaRPr lang="zh-TW" altLang="en-US" dirty="0"/>
                    </a:p>
                  </a:txBody>
                  <a:tcPr anchor="ctr">
                    <a:solidFill>
                      <a:srgbClr val="FFE1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6143323"/>
                  </a:ext>
                </a:extLst>
              </a:tr>
              <a:tr h="739063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20</a:t>
                      </a:r>
                      <a:endParaRPr lang="zh-TW" altLang="en-US" dirty="0"/>
                    </a:p>
                  </a:txBody>
                  <a:tcPr anchor="ctr">
                    <a:solidFill>
                      <a:srgbClr val="FFE1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25</a:t>
                      </a:r>
                      <a:endParaRPr lang="zh-TW" altLang="en-US" dirty="0"/>
                    </a:p>
                  </a:txBody>
                  <a:tcPr anchor="ctr">
                    <a:solidFill>
                      <a:srgbClr val="FFE1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14</a:t>
                      </a:r>
                      <a:endParaRPr lang="zh-TW" altLang="en-US" dirty="0"/>
                    </a:p>
                  </a:txBody>
                  <a:tcPr anchor="ctr">
                    <a:solidFill>
                      <a:srgbClr val="FFE1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6471285"/>
                  </a:ext>
                </a:extLst>
              </a:tr>
            </a:tbl>
          </a:graphicData>
        </a:graphic>
      </p:graphicFrame>
      <p:sp>
        <p:nvSpPr>
          <p:cNvPr id="12" name="文字方塊 11">
            <a:extLst>
              <a:ext uri="{FF2B5EF4-FFF2-40B4-BE49-F238E27FC236}">
                <a16:creationId xmlns:a16="http://schemas.microsoft.com/office/drawing/2014/main" id="{F97CCB5A-958F-DA92-08A2-F3F29301623F}"/>
              </a:ext>
            </a:extLst>
          </p:cNvPr>
          <p:cNvSpPr txBox="1"/>
          <p:nvPr/>
        </p:nvSpPr>
        <p:spPr>
          <a:xfrm>
            <a:off x="8321962" y="2747877"/>
            <a:ext cx="849745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altLang="zh-TW" i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f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☆ </a:t>
            </a:r>
            <a:r>
              <a:rPr lang="en-US" altLang="zh-TW" i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k</a:t>
            </a:r>
            <a:endParaRPr lang="zh-TW" altLang="en-US" dirty="0"/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A4F73752-FB06-D442-2A89-960EE972CF3A}"/>
              </a:ext>
            </a:extLst>
          </p:cNvPr>
          <p:cNvSpPr txBox="1"/>
          <p:nvPr/>
        </p:nvSpPr>
        <p:spPr>
          <a:xfrm>
            <a:off x="5624766" y="1902690"/>
            <a:ext cx="61702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u="sng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en-US" altLang="zh-TW" i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f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☆ </a:t>
            </a:r>
            <a:r>
              <a:rPr lang="en-US" altLang="zh-TW" i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k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)(2,2) = </a:t>
            </a: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*3+</a:t>
            </a: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*3+</a:t>
            </a: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*0+</a:t>
            </a: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*3+</a:t>
            </a: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*2+</a:t>
            </a: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*0+</a:t>
            </a: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*0+</a:t>
            </a: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*0+</a:t>
            </a: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*0 =14 </a:t>
            </a:r>
            <a:endParaRPr lang="zh-TW" altLang="en-US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D4420F1A-A923-849C-CCB9-0AC9CAE5C4B7}"/>
              </a:ext>
            </a:extLst>
          </p:cNvPr>
          <p:cNvSpPr txBox="1"/>
          <p:nvPr/>
        </p:nvSpPr>
        <p:spPr>
          <a:xfrm>
            <a:off x="1697615" y="1121831"/>
            <a:ext cx="260840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以此類推一直算到 最後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algn="ctr"/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And so on until the end.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B3A91E71-CC78-8DFB-42C1-67935E612F86}"/>
              </a:ext>
            </a:extLst>
          </p:cNvPr>
          <p:cNvSpPr txBox="1"/>
          <p:nvPr/>
        </p:nvSpPr>
        <p:spPr>
          <a:xfrm>
            <a:off x="7832436" y="2715491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答案</a:t>
            </a:r>
          </a:p>
        </p:txBody>
      </p:sp>
    </p:spTree>
    <p:extLst>
      <p:ext uri="{BB962C8B-B14F-4D97-AF65-F5344CB8AC3E}">
        <p14:creationId xmlns:p14="http://schemas.microsoft.com/office/powerpoint/2010/main" val="28949287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9F1A81B8-70CF-8FEC-47A8-6F3E5131074B}"/>
              </a:ext>
            </a:extLst>
          </p:cNvPr>
          <p:cNvSpPr txBox="1"/>
          <p:nvPr/>
        </p:nvSpPr>
        <p:spPr>
          <a:xfrm>
            <a:off x="0" y="387926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3600" dirty="0">
                <a:latin typeface="標楷體" panose="03000509000000000000" pitchFamily="65" charset="-120"/>
                <a:ea typeface="標楷體" panose="03000509000000000000" pitchFamily="65" charset="-120"/>
              </a:rPr>
              <a:t>小考參考</a:t>
            </a:r>
            <a:r>
              <a:rPr lang="en-US" altLang="zh-TW" sz="3600" dirty="0">
                <a:latin typeface="標楷體" panose="03000509000000000000" pitchFamily="65" charset="-120"/>
                <a:ea typeface="標楷體" panose="03000509000000000000" pitchFamily="65" charset="-120"/>
              </a:rPr>
              <a:t>:</a:t>
            </a:r>
            <a:r>
              <a:rPr lang="zh-TW" altLang="en-US" sz="3600" dirty="0">
                <a:latin typeface="標楷體" panose="03000509000000000000" pitchFamily="65" charset="-120"/>
                <a:ea typeface="標楷體" panose="03000509000000000000" pitchFamily="65" charset="-120"/>
              </a:rPr>
              <a:t>卷積</a:t>
            </a:r>
            <a:r>
              <a:rPr lang="en-US" altLang="zh-TW" sz="3600" dirty="0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en-US" altLang="zh-TW" sz="3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convolution</a:t>
            </a:r>
            <a:r>
              <a:rPr lang="en-US" altLang="zh-TW" sz="3600" dirty="0"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r>
              <a:rPr lang="zh-TW" altLang="en-US" sz="3600" dirty="0">
                <a:latin typeface="標楷體" panose="03000509000000000000" pitchFamily="65" charset="-120"/>
                <a:ea typeface="標楷體" panose="03000509000000000000" pitchFamily="65" charset="-120"/>
              </a:rPr>
              <a:t>例題</a:t>
            </a: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33E5E83B-04BC-3F60-3CF8-8F5F54D947A8}"/>
              </a:ext>
            </a:extLst>
          </p:cNvPr>
          <p:cNvSpPr txBox="1"/>
          <p:nvPr/>
        </p:nvSpPr>
        <p:spPr>
          <a:xfrm>
            <a:off x="829994" y="1176713"/>
            <a:ext cx="8141972" cy="11351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影像 </a:t>
            </a:r>
            <a:r>
              <a:rPr lang="en-US" altLang="zh-TW" sz="2400" i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f 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en-US" altLang="zh-TW" sz="2400" i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x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, </a:t>
            </a:r>
            <a:r>
              <a:rPr lang="en-US" altLang="zh-TW" sz="2400" i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y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 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大小 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3×3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P=1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Kernel=3*3 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，做</a:t>
            </a:r>
            <a:r>
              <a:rPr lang="zh-TW" altLang="en-US" sz="240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卷積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運算。</a:t>
            </a:r>
            <a:endParaRPr lang="en-US" altLang="zh-TW" sz="2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TW" sz="2400" i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f 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en-US" altLang="zh-TW" sz="2400" i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x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, </a:t>
            </a:r>
            <a:r>
              <a:rPr lang="en-US" altLang="zh-TW" sz="2400" i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y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): 3×3 image, P=1, Kernel=3*3, apply </a:t>
            </a:r>
            <a:r>
              <a:rPr lang="en-US" altLang="zh-TW" sz="240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convolution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.</a:t>
            </a:r>
            <a:endParaRPr lang="zh-TW" altLang="en-US" sz="2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E0DD98BF-668B-968E-BD5C-D9707990D7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0187186"/>
              </p:ext>
            </p:extLst>
          </p:nvPr>
        </p:nvGraphicFramePr>
        <p:xfrm>
          <a:off x="1154546" y="3231957"/>
          <a:ext cx="2405148" cy="221718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01716">
                  <a:extLst>
                    <a:ext uri="{9D8B030D-6E8A-4147-A177-3AD203B41FA5}">
                      <a16:colId xmlns:a16="http://schemas.microsoft.com/office/drawing/2014/main" val="2170714531"/>
                    </a:ext>
                  </a:extLst>
                </a:gridCol>
                <a:gridCol w="801716">
                  <a:extLst>
                    <a:ext uri="{9D8B030D-6E8A-4147-A177-3AD203B41FA5}">
                      <a16:colId xmlns:a16="http://schemas.microsoft.com/office/drawing/2014/main" val="3885505025"/>
                    </a:ext>
                  </a:extLst>
                </a:gridCol>
                <a:gridCol w="801716">
                  <a:extLst>
                    <a:ext uri="{9D8B030D-6E8A-4147-A177-3AD203B41FA5}">
                      <a16:colId xmlns:a16="http://schemas.microsoft.com/office/drawing/2014/main" val="2617849280"/>
                    </a:ext>
                  </a:extLst>
                </a:gridCol>
              </a:tblGrid>
              <a:tr h="739063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2244532"/>
                  </a:ext>
                </a:extLst>
              </a:tr>
              <a:tr h="739063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6143323"/>
                  </a:ext>
                </a:extLst>
              </a:tr>
              <a:tr h="739063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6471285"/>
                  </a:ext>
                </a:extLst>
              </a:tr>
            </a:tbl>
          </a:graphicData>
        </a:graphic>
      </p:graphicFrame>
      <p:sp>
        <p:nvSpPr>
          <p:cNvPr id="5" name="文字方塊 4">
            <a:extLst>
              <a:ext uri="{FF2B5EF4-FFF2-40B4-BE49-F238E27FC236}">
                <a16:creationId xmlns:a16="http://schemas.microsoft.com/office/drawing/2014/main" id="{C691F775-D9A5-A73F-096B-B49BFC8C818D}"/>
              </a:ext>
            </a:extLst>
          </p:cNvPr>
          <p:cNvSpPr txBox="1"/>
          <p:nvPr/>
        </p:nvSpPr>
        <p:spPr>
          <a:xfrm>
            <a:off x="1948873" y="2720169"/>
            <a:ext cx="8497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1800" i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f</a:t>
            </a:r>
            <a:r>
              <a:rPr lang="en-US" altLang="zh-TW" sz="1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en-US" altLang="zh-TW" sz="18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x,y</a:t>
            </a:r>
            <a:r>
              <a:rPr lang="en-US" altLang="zh-TW" sz="1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endParaRPr lang="zh-TW" altLang="en-US" dirty="0"/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01C10633-6E63-CA5B-D08C-49DB87BFF4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0958520"/>
              </p:ext>
            </p:extLst>
          </p:nvPr>
        </p:nvGraphicFramePr>
        <p:xfrm>
          <a:off x="4013201" y="3236575"/>
          <a:ext cx="2405148" cy="221718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01716">
                  <a:extLst>
                    <a:ext uri="{9D8B030D-6E8A-4147-A177-3AD203B41FA5}">
                      <a16:colId xmlns:a16="http://schemas.microsoft.com/office/drawing/2014/main" val="2170714531"/>
                    </a:ext>
                  </a:extLst>
                </a:gridCol>
                <a:gridCol w="801716">
                  <a:extLst>
                    <a:ext uri="{9D8B030D-6E8A-4147-A177-3AD203B41FA5}">
                      <a16:colId xmlns:a16="http://schemas.microsoft.com/office/drawing/2014/main" val="3885505025"/>
                    </a:ext>
                  </a:extLst>
                </a:gridCol>
                <a:gridCol w="801716">
                  <a:extLst>
                    <a:ext uri="{9D8B030D-6E8A-4147-A177-3AD203B41FA5}">
                      <a16:colId xmlns:a16="http://schemas.microsoft.com/office/drawing/2014/main" val="2617849280"/>
                    </a:ext>
                  </a:extLst>
                </a:gridCol>
              </a:tblGrid>
              <a:tr h="739063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D5D5FF">
                        <a:alpha val="2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D5D5FF">
                        <a:alpha val="2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D5D5FF">
                        <a:alpha val="2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2244532"/>
                  </a:ext>
                </a:extLst>
              </a:tr>
              <a:tr h="739063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D5D5FF">
                        <a:alpha val="2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D5D5FF">
                        <a:alpha val="2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D5D5FF">
                        <a:alpha val="2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6143323"/>
                  </a:ext>
                </a:extLst>
              </a:tr>
              <a:tr h="739063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D5D5FF">
                        <a:alpha val="2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D5D5FF">
                        <a:alpha val="2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D5D5FF">
                        <a:alpha val="2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6471285"/>
                  </a:ext>
                </a:extLst>
              </a:tr>
            </a:tbl>
          </a:graphicData>
        </a:graphic>
      </p:graphicFrame>
      <p:sp>
        <p:nvSpPr>
          <p:cNvPr id="7" name="文字方塊 6">
            <a:extLst>
              <a:ext uri="{FF2B5EF4-FFF2-40B4-BE49-F238E27FC236}">
                <a16:creationId xmlns:a16="http://schemas.microsoft.com/office/drawing/2014/main" id="{2AB5DE9B-B32A-D03B-AFD3-58466EDBFBC6}"/>
              </a:ext>
            </a:extLst>
          </p:cNvPr>
          <p:cNvSpPr txBox="1"/>
          <p:nvPr/>
        </p:nvSpPr>
        <p:spPr>
          <a:xfrm>
            <a:off x="4696690" y="2715550"/>
            <a:ext cx="8497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i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k</a:t>
            </a:r>
            <a:r>
              <a:rPr lang="en-US" altLang="zh-TW" sz="1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en-US" altLang="zh-TW" sz="18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x,y</a:t>
            </a:r>
            <a:r>
              <a:rPr lang="en-US" altLang="zh-TW" sz="1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endParaRPr lang="zh-TW" altLang="en-US" dirty="0"/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49DB0715-34C7-F380-84B7-E8D696424F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331722"/>
              </p:ext>
            </p:extLst>
          </p:nvPr>
        </p:nvGraphicFramePr>
        <p:xfrm>
          <a:off x="8118765" y="3222720"/>
          <a:ext cx="2405148" cy="221718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01716">
                  <a:extLst>
                    <a:ext uri="{9D8B030D-6E8A-4147-A177-3AD203B41FA5}">
                      <a16:colId xmlns:a16="http://schemas.microsoft.com/office/drawing/2014/main" val="2170714531"/>
                    </a:ext>
                  </a:extLst>
                </a:gridCol>
                <a:gridCol w="801716">
                  <a:extLst>
                    <a:ext uri="{9D8B030D-6E8A-4147-A177-3AD203B41FA5}">
                      <a16:colId xmlns:a16="http://schemas.microsoft.com/office/drawing/2014/main" val="3885505025"/>
                    </a:ext>
                  </a:extLst>
                </a:gridCol>
                <a:gridCol w="801716">
                  <a:extLst>
                    <a:ext uri="{9D8B030D-6E8A-4147-A177-3AD203B41FA5}">
                      <a16:colId xmlns:a16="http://schemas.microsoft.com/office/drawing/2014/main" val="2617849280"/>
                    </a:ext>
                  </a:extLst>
                </a:gridCol>
              </a:tblGrid>
              <a:tr h="739063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?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?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?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2244532"/>
                  </a:ext>
                </a:extLst>
              </a:tr>
              <a:tr h="739063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?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?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?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6143323"/>
                  </a:ext>
                </a:extLst>
              </a:tr>
              <a:tr h="739063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?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?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?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6471285"/>
                  </a:ext>
                </a:extLst>
              </a:tr>
            </a:tbl>
          </a:graphicData>
        </a:graphic>
      </p:graphicFrame>
      <p:sp>
        <p:nvSpPr>
          <p:cNvPr id="9" name="文字方塊 8">
            <a:extLst>
              <a:ext uri="{FF2B5EF4-FFF2-40B4-BE49-F238E27FC236}">
                <a16:creationId xmlns:a16="http://schemas.microsoft.com/office/drawing/2014/main" id="{69ACA7EA-01ED-EE04-5973-E45506695029}"/>
              </a:ext>
            </a:extLst>
          </p:cNvPr>
          <p:cNvSpPr txBox="1"/>
          <p:nvPr/>
        </p:nvSpPr>
        <p:spPr>
          <a:xfrm>
            <a:off x="8940799" y="2738640"/>
            <a:ext cx="849745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altLang="zh-TW" i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f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＊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i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k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8421897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9F1A81B8-70CF-8FEC-47A8-6F3E5131074B}"/>
              </a:ext>
            </a:extLst>
          </p:cNvPr>
          <p:cNvSpPr txBox="1"/>
          <p:nvPr/>
        </p:nvSpPr>
        <p:spPr>
          <a:xfrm>
            <a:off x="0" y="387926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3600" dirty="0">
                <a:latin typeface="標楷體" panose="03000509000000000000" pitchFamily="65" charset="-120"/>
                <a:ea typeface="標楷體" panose="03000509000000000000" pitchFamily="65" charset="-120"/>
              </a:rPr>
              <a:t>小考參考</a:t>
            </a:r>
            <a:r>
              <a:rPr lang="en-US" altLang="zh-TW" sz="3600" dirty="0">
                <a:latin typeface="標楷體" panose="03000509000000000000" pitchFamily="65" charset="-120"/>
                <a:ea typeface="標楷體" panose="03000509000000000000" pitchFamily="65" charset="-120"/>
              </a:rPr>
              <a:t>:</a:t>
            </a:r>
            <a:r>
              <a:rPr lang="zh-TW" altLang="en-US" sz="3600" dirty="0">
                <a:latin typeface="標楷體" panose="03000509000000000000" pitchFamily="65" charset="-120"/>
                <a:ea typeface="標楷體" panose="03000509000000000000" pitchFamily="65" charset="-120"/>
              </a:rPr>
              <a:t>卷積例題</a:t>
            </a: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33E5E83B-04BC-3F60-3CF8-8F5F54D947A8}"/>
              </a:ext>
            </a:extLst>
          </p:cNvPr>
          <p:cNvSpPr txBox="1"/>
          <p:nvPr/>
        </p:nvSpPr>
        <p:spPr>
          <a:xfrm>
            <a:off x="1283856" y="1422400"/>
            <a:ext cx="94255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先把核</a:t>
            </a:r>
            <a:r>
              <a:rPr lang="zh-TW" alt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上下顛倒 在左右顛倒 成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k’ 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然後計算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f 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跟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k’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的相關性 就是卷積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C691F775-D9A5-A73F-096B-B49BFC8C818D}"/>
              </a:ext>
            </a:extLst>
          </p:cNvPr>
          <p:cNvSpPr txBox="1"/>
          <p:nvPr/>
        </p:nvSpPr>
        <p:spPr>
          <a:xfrm>
            <a:off x="3768436" y="2987018"/>
            <a:ext cx="8497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1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k(</a:t>
            </a:r>
            <a:r>
              <a:rPr lang="en-US" altLang="zh-TW" sz="18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x,y</a:t>
            </a:r>
            <a:r>
              <a:rPr lang="en-US" altLang="zh-TW" sz="1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endParaRPr lang="zh-TW" altLang="en-US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2AB5DE9B-B32A-D03B-AFD3-58466EDBFBC6}"/>
              </a:ext>
            </a:extLst>
          </p:cNvPr>
          <p:cNvSpPr txBox="1"/>
          <p:nvPr/>
        </p:nvSpPr>
        <p:spPr>
          <a:xfrm>
            <a:off x="7569199" y="2973163"/>
            <a:ext cx="8497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i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k</a:t>
            </a:r>
            <a:r>
              <a:rPr lang="en-US" altLang="zh-TW" sz="1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en-US" altLang="zh-TW" sz="18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x,y</a:t>
            </a:r>
            <a:r>
              <a:rPr lang="en-US" altLang="zh-TW" sz="1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)’</a:t>
            </a:r>
            <a:endParaRPr lang="zh-TW" altLang="en-US" dirty="0"/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01C10633-6E63-CA5B-D08C-49DB87BFF4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445778"/>
              </p:ext>
            </p:extLst>
          </p:nvPr>
        </p:nvGraphicFramePr>
        <p:xfrm>
          <a:off x="6747165" y="3503423"/>
          <a:ext cx="2405148" cy="221718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01716">
                  <a:extLst>
                    <a:ext uri="{9D8B030D-6E8A-4147-A177-3AD203B41FA5}">
                      <a16:colId xmlns:a16="http://schemas.microsoft.com/office/drawing/2014/main" val="2170714531"/>
                    </a:ext>
                  </a:extLst>
                </a:gridCol>
                <a:gridCol w="801716">
                  <a:extLst>
                    <a:ext uri="{9D8B030D-6E8A-4147-A177-3AD203B41FA5}">
                      <a16:colId xmlns:a16="http://schemas.microsoft.com/office/drawing/2014/main" val="3885505025"/>
                    </a:ext>
                  </a:extLst>
                </a:gridCol>
                <a:gridCol w="801716">
                  <a:extLst>
                    <a:ext uri="{9D8B030D-6E8A-4147-A177-3AD203B41FA5}">
                      <a16:colId xmlns:a16="http://schemas.microsoft.com/office/drawing/2014/main" val="2617849280"/>
                    </a:ext>
                  </a:extLst>
                </a:gridCol>
              </a:tblGrid>
              <a:tr h="739063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1800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7D7DFF">
                        <a:alpha val="2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1800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7D7DFF">
                        <a:alpha val="2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800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7D7DFF">
                        <a:alpha val="2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2244532"/>
                  </a:ext>
                </a:extLst>
              </a:tr>
              <a:tr h="739063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800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7D7DFF">
                        <a:alpha val="2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800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7D7DFF">
                        <a:alpha val="2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800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7D7DFF">
                        <a:alpha val="2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6143323"/>
                  </a:ext>
                </a:extLst>
              </a:tr>
              <a:tr h="739063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1800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7D7DFF">
                        <a:alpha val="2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1800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7D7DFF">
                        <a:alpha val="2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800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7D7DFF">
                        <a:alpha val="2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6471285"/>
                  </a:ext>
                </a:extLst>
              </a:tr>
            </a:tbl>
          </a:graphicData>
        </a:graphic>
      </p:graphicFrame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49CDB760-3F55-9FFF-3758-311EA26206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2924597"/>
              </p:ext>
            </p:extLst>
          </p:nvPr>
        </p:nvGraphicFramePr>
        <p:xfrm>
          <a:off x="3061855" y="3503424"/>
          <a:ext cx="2405148" cy="221718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01716">
                  <a:extLst>
                    <a:ext uri="{9D8B030D-6E8A-4147-A177-3AD203B41FA5}">
                      <a16:colId xmlns:a16="http://schemas.microsoft.com/office/drawing/2014/main" val="2170714531"/>
                    </a:ext>
                  </a:extLst>
                </a:gridCol>
                <a:gridCol w="801716">
                  <a:extLst>
                    <a:ext uri="{9D8B030D-6E8A-4147-A177-3AD203B41FA5}">
                      <a16:colId xmlns:a16="http://schemas.microsoft.com/office/drawing/2014/main" val="3885505025"/>
                    </a:ext>
                  </a:extLst>
                </a:gridCol>
                <a:gridCol w="801716">
                  <a:extLst>
                    <a:ext uri="{9D8B030D-6E8A-4147-A177-3AD203B41FA5}">
                      <a16:colId xmlns:a16="http://schemas.microsoft.com/office/drawing/2014/main" val="2617849280"/>
                    </a:ext>
                  </a:extLst>
                </a:gridCol>
              </a:tblGrid>
              <a:tr h="739063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D5D5FF">
                        <a:alpha val="2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D5D5FF">
                        <a:alpha val="2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D5D5FF">
                        <a:alpha val="2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2244532"/>
                  </a:ext>
                </a:extLst>
              </a:tr>
              <a:tr h="739063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D5D5FF">
                        <a:alpha val="2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D5D5FF">
                        <a:alpha val="2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D5D5FF">
                        <a:alpha val="2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6143323"/>
                  </a:ext>
                </a:extLst>
              </a:tr>
              <a:tr h="739063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D5D5FF">
                        <a:alpha val="2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D5D5FF">
                        <a:alpha val="2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D5D5FF">
                        <a:alpha val="2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6471285"/>
                  </a:ext>
                </a:extLst>
              </a:tr>
            </a:tbl>
          </a:graphicData>
        </a:graphic>
      </p:graphicFrame>
      <p:sp>
        <p:nvSpPr>
          <p:cNvPr id="9" name="文字方塊 8">
            <a:extLst>
              <a:ext uri="{FF2B5EF4-FFF2-40B4-BE49-F238E27FC236}">
                <a16:creationId xmlns:a16="http://schemas.microsoft.com/office/drawing/2014/main" id="{FDF0CDF1-332C-12E3-B38F-FAF5AA5D6481}"/>
              </a:ext>
            </a:extLst>
          </p:cNvPr>
          <p:cNvSpPr txBox="1"/>
          <p:nvPr/>
        </p:nvSpPr>
        <p:spPr>
          <a:xfrm>
            <a:off x="2075754" y="1981238"/>
            <a:ext cx="742133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 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flip the kernel vertically, then horizontally to get k′.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ctr"/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convolution is the correlation between f and k′.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箭號: 向右 9">
            <a:extLst>
              <a:ext uri="{FF2B5EF4-FFF2-40B4-BE49-F238E27FC236}">
                <a16:creationId xmlns:a16="http://schemas.microsoft.com/office/drawing/2014/main" id="{CCBD1D31-0CA0-ADA8-D6D5-1B5A32521CD5}"/>
              </a:ext>
            </a:extLst>
          </p:cNvPr>
          <p:cNvSpPr/>
          <p:nvPr/>
        </p:nvSpPr>
        <p:spPr>
          <a:xfrm>
            <a:off x="5784283" y="4390932"/>
            <a:ext cx="623434" cy="461726"/>
          </a:xfrm>
          <a:prstGeom prst="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2" name="直線單箭頭接點 11">
            <a:extLst>
              <a:ext uri="{FF2B5EF4-FFF2-40B4-BE49-F238E27FC236}">
                <a16:creationId xmlns:a16="http://schemas.microsoft.com/office/drawing/2014/main" id="{CD163D31-6151-1C6A-F2A7-AC56A32A9ED1}"/>
              </a:ext>
            </a:extLst>
          </p:cNvPr>
          <p:cNvCxnSpPr/>
          <p:nvPr/>
        </p:nvCxnSpPr>
        <p:spPr>
          <a:xfrm>
            <a:off x="3390769" y="6056768"/>
            <a:ext cx="1747319" cy="0"/>
          </a:xfrm>
          <a:prstGeom prst="straightConnector1">
            <a:avLst/>
          </a:prstGeom>
          <a:ln>
            <a:solidFill>
              <a:srgbClr val="0000FF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直線單箭頭接點 12">
            <a:extLst>
              <a:ext uri="{FF2B5EF4-FFF2-40B4-BE49-F238E27FC236}">
                <a16:creationId xmlns:a16="http://schemas.microsoft.com/office/drawing/2014/main" id="{7E0AE743-6AB3-3ADC-7CF9-E69671E588DA}"/>
              </a:ext>
            </a:extLst>
          </p:cNvPr>
          <p:cNvCxnSpPr>
            <a:cxnSpLocks/>
          </p:cNvCxnSpPr>
          <p:nvPr/>
        </p:nvCxnSpPr>
        <p:spPr>
          <a:xfrm flipV="1">
            <a:off x="2755517" y="3874883"/>
            <a:ext cx="0" cy="1546633"/>
          </a:xfrm>
          <a:prstGeom prst="straightConnector1">
            <a:avLst/>
          </a:prstGeom>
          <a:ln>
            <a:solidFill>
              <a:srgbClr val="0000FF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00480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9F1A81B8-70CF-8FEC-47A8-6F3E5131074B}"/>
              </a:ext>
            </a:extLst>
          </p:cNvPr>
          <p:cNvSpPr txBox="1"/>
          <p:nvPr/>
        </p:nvSpPr>
        <p:spPr>
          <a:xfrm>
            <a:off x="0" y="387926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3600" dirty="0">
                <a:latin typeface="標楷體" panose="03000509000000000000" pitchFamily="65" charset="-120"/>
                <a:ea typeface="標楷體" panose="03000509000000000000" pitchFamily="65" charset="-120"/>
              </a:rPr>
              <a:t>小考參考</a:t>
            </a:r>
            <a:r>
              <a:rPr lang="en-US" altLang="zh-TW" sz="3600" dirty="0">
                <a:latin typeface="標楷體" panose="03000509000000000000" pitchFamily="65" charset="-120"/>
                <a:ea typeface="標楷體" panose="03000509000000000000" pitchFamily="65" charset="-120"/>
              </a:rPr>
              <a:t>:</a:t>
            </a:r>
            <a:r>
              <a:rPr lang="zh-TW" altLang="en-US" sz="3600" dirty="0">
                <a:latin typeface="標楷體" panose="03000509000000000000" pitchFamily="65" charset="-120"/>
                <a:ea typeface="標楷體" panose="03000509000000000000" pitchFamily="65" charset="-120"/>
              </a:rPr>
              <a:t>卷積例題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C691F775-D9A5-A73F-096B-B49BFC8C818D}"/>
              </a:ext>
            </a:extLst>
          </p:cNvPr>
          <p:cNvSpPr txBox="1"/>
          <p:nvPr/>
        </p:nvSpPr>
        <p:spPr>
          <a:xfrm>
            <a:off x="3208310" y="1582540"/>
            <a:ext cx="8497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1800" i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f</a:t>
            </a:r>
            <a:r>
              <a:rPr lang="en-US" altLang="zh-TW" sz="1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en-US" altLang="zh-TW" sz="18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x,y</a:t>
            </a:r>
            <a:r>
              <a:rPr lang="en-US" altLang="zh-TW" sz="1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endParaRPr lang="zh-TW" altLang="en-US" dirty="0"/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49DB0715-34C7-F380-84B7-E8D696424F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2644434"/>
              </p:ext>
            </p:extLst>
          </p:nvPr>
        </p:nvGraphicFramePr>
        <p:xfrm>
          <a:off x="8306784" y="2787055"/>
          <a:ext cx="2405148" cy="221718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01716">
                  <a:extLst>
                    <a:ext uri="{9D8B030D-6E8A-4147-A177-3AD203B41FA5}">
                      <a16:colId xmlns:a16="http://schemas.microsoft.com/office/drawing/2014/main" val="2170714531"/>
                    </a:ext>
                  </a:extLst>
                </a:gridCol>
                <a:gridCol w="801716">
                  <a:extLst>
                    <a:ext uri="{9D8B030D-6E8A-4147-A177-3AD203B41FA5}">
                      <a16:colId xmlns:a16="http://schemas.microsoft.com/office/drawing/2014/main" val="3885505025"/>
                    </a:ext>
                  </a:extLst>
                </a:gridCol>
                <a:gridCol w="801716">
                  <a:extLst>
                    <a:ext uri="{9D8B030D-6E8A-4147-A177-3AD203B41FA5}">
                      <a16:colId xmlns:a16="http://schemas.microsoft.com/office/drawing/2014/main" val="2617849280"/>
                    </a:ext>
                  </a:extLst>
                </a:gridCol>
              </a:tblGrid>
              <a:tr h="739063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14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25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20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2244532"/>
                  </a:ext>
                </a:extLst>
              </a:tr>
              <a:tr h="739063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20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37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32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6143323"/>
                  </a:ext>
                </a:extLst>
              </a:tr>
              <a:tr h="739063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14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25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20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6471285"/>
                  </a:ext>
                </a:extLst>
              </a:tr>
            </a:tbl>
          </a:graphicData>
        </a:graphic>
      </p:graphicFrame>
      <p:sp>
        <p:nvSpPr>
          <p:cNvPr id="9" name="文字方塊 8">
            <a:extLst>
              <a:ext uri="{FF2B5EF4-FFF2-40B4-BE49-F238E27FC236}">
                <a16:creationId xmlns:a16="http://schemas.microsoft.com/office/drawing/2014/main" id="{69ACA7EA-01ED-EE04-5973-E45506695029}"/>
              </a:ext>
            </a:extLst>
          </p:cNvPr>
          <p:cNvSpPr txBox="1"/>
          <p:nvPr/>
        </p:nvSpPr>
        <p:spPr>
          <a:xfrm>
            <a:off x="9128818" y="2302975"/>
            <a:ext cx="849745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altLang="zh-TW" i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f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＊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i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k</a:t>
            </a:r>
            <a:endParaRPr lang="zh-TW" altLang="en-US" dirty="0"/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B0A6AC4A-9E77-70F0-40F8-9CB05A3A4A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6654349"/>
              </p:ext>
            </p:extLst>
          </p:nvPr>
        </p:nvGraphicFramePr>
        <p:xfrm>
          <a:off x="1712019" y="2251345"/>
          <a:ext cx="4008580" cy="370455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01716">
                  <a:extLst>
                    <a:ext uri="{9D8B030D-6E8A-4147-A177-3AD203B41FA5}">
                      <a16:colId xmlns:a16="http://schemas.microsoft.com/office/drawing/2014/main" val="2927665850"/>
                    </a:ext>
                  </a:extLst>
                </a:gridCol>
                <a:gridCol w="801716">
                  <a:extLst>
                    <a:ext uri="{9D8B030D-6E8A-4147-A177-3AD203B41FA5}">
                      <a16:colId xmlns:a16="http://schemas.microsoft.com/office/drawing/2014/main" val="2170714531"/>
                    </a:ext>
                  </a:extLst>
                </a:gridCol>
                <a:gridCol w="801716">
                  <a:extLst>
                    <a:ext uri="{9D8B030D-6E8A-4147-A177-3AD203B41FA5}">
                      <a16:colId xmlns:a16="http://schemas.microsoft.com/office/drawing/2014/main" val="3885505025"/>
                    </a:ext>
                  </a:extLst>
                </a:gridCol>
                <a:gridCol w="801716">
                  <a:extLst>
                    <a:ext uri="{9D8B030D-6E8A-4147-A177-3AD203B41FA5}">
                      <a16:colId xmlns:a16="http://schemas.microsoft.com/office/drawing/2014/main" val="2617849280"/>
                    </a:ext>
                  </a:extLst>
                </a:gridCol>
                <a:gridCol w="801716">
                  <a:extLst>
                    <a:ext uri="{9D8B030D-6E8A-4147-A177-3AD203B41FA5}">
                      <a16:colId xmlns:a16="http://schemas.microsoft.com/office/drawing/2014/main" val="945653506"/>
                    </a:ext>
                  </a:extLst>
                </a:gridCol>
              </a:tblGrid>
              <a:tr h="740911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392877"/>
                  </a:ext>
                </a:extLst>
              </a:tr>
              <a:tr h="740911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2244532"/>
                  </a:ext>
                </a:extLst>
              </a:tr>
              <a:tr h="740911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6143323"/>
                  </a:ext>
                </a:extLst>
              </a:tr>
              <a:tr h="740911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6471285"/>
                  </a:ext>
                </a:extLst>
              </a:tr>
              <a:tr h="740911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2886274"/>
                  </a:ext>
                </a:extLst>
              </a:tr>
            </a:tbl>
          </a:graphicData>
        </a:graphic>
      </p:graphicFrame>
      <p:sp>
        <p:nvSpPr>
          <p:cNvPr id="11" name="文字方塊 10">
            <a:extLst>
              <a:ext uri="{FF2B5EF4-FFF2-40B4-BE49-F238E27FC236}">
                <a16:creationId xmlns:a16="http://schemas.microsoft.com/office/drawing/2014/main" id="{7DE0CC8D-01C6-340F-BF02-68CC1FAC4422}"/>
              </a:ext>
            </a:extLst>
          </p:cNvPr>
          <p:cNvSpPr txBox="1"/>
          <p:nvPr/>
        </p:nvSpPr>
        <p:spPr>
          <a:xfrm>
            <a:off x="7937328" y="375764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=</a:t>
            </a:r>
            <a:endParaRPr lang="zh-TW" altLang="en-US" dirty="0"/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01C10633-6E63-CA5B-D08C-49DB87BFF4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2188743"/>
              </p:ext>
            </p:extLst>
          </p:nvPr>
        </p:nvGraphicFramePr>
        <p:xfrm>
          <a:off x="1550384" y="2089710"/>
          <a:ext cx="2405148" cy="221718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01716">
                  <a:extLst>
                    <a:ext uri="{9D8B030D-6E8A-4147-A177-3AD203B41FA5}">
                      <a16:colId xmlns:a16="http://schemas.microsoft.com/office/drawing/2014/main" val="2170714531"/>
                    </a:ext>
                  </a:extLst>
                </a:gridCol>
                <a:gridCol w="801716">
                  <a:extLst>
                    <a:ext uri="{9D8B030D-6E8A-4147-A177-3AD203B41FA5}">
                      <a16:colId xmlns:a16="http://schemas.microsoft.com/office/drawing/2014/main" val="3885505025"/>
                    </a:ext>
                  </a:extLst>
                </a:gridCol>
                <a:gridCol w="801716">
                  <a:extLst>
                    <a:ext uri="{9D8B030D-6E8A-4147-A177-3AD203B41FA5}">
                      <a16:colId xmlns:a16="http://schemas.microsoft.com/office/drawing/2014/main" val="2617849280"/>
                    </a:ext>
                  </a:extLst>
                </a:gridCol>
              </a:tblGrid>
              <a:tr h="739063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1800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7D7DFF">
                        <a:alpha val="2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1800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7D7DFF">
                        <a:alpha val="2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800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7D7DFF">
                        <a:alpha val="2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2244532"/>
                  </a:ext>
                </a:extLst>
              </a:tr>
              <a:tr h="739063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800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7D7DFF">
                        <a:alpha val="2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800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7D7DFF">
                        <a:alpha val="2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800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7D7DFF">
                        <a:alpha val="2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6143323"/>
                  </a:ext>
                </a:extLst>
              </a:tr>
              <a:tr h="739063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1800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7D7DFF">
                        <a:alpha val="2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1800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7D7DFF">
                        <a:alpha val="2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800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7D7DFF">
                        <a:alpha val="2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6471285"/>
                  </a:ext>
                </a:extLst>
              </a:tr>
            </a:tbl>
          </a:graphicData>
        </a:graphic>
      </p:graphicFrame>
      <p:sp>
        <p:nvSpPr>
          <p:cNvPr id="12" name="文字方塊 11">
            <a:extLst>
              <a:ext uri="{FF2B5EF4-FFF2-40B4-BE49-F238E27FC236}">
                <a16:creationId xmlns:a16="http://schemas.microsoft.com/office/drawing/2014/main" id="{8629712B-B80D-C618-636B-0C5ADDB7093C}"/>
              </a:ext>
            </a:extLst>
          </p:cNvPr>
          <p:cNvSpPr txBox="1"/>
          <p:nvPr/>
        </p:nvSpPr>
        <p:spPr>
          <a:xfrm>
            <a:off x="8583874" y="2289063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答案</a:t>
            </a:r>
          </a:p>
        </p:txBody>
      </p:sp>
    </p:spTree>
    <p:extLst>
      <p:ext uri="{BB962C8B-B14F-4D97-AF65-F5344CB8AC3E}">
        <p14:creationId xmlns:p14="http://schemas.microsoft.com/office/powerpoint/2010/main" val="25145091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7C9A6725-148E-533B-2CA9-16615E013FE4}"/>
              </a:ext>
            </a:extLst>
          </p:cNvPr>
          <p:cNvSpPr txBox="1"/>
          <p:nvPr/>
        </p:nvSpPr>
        <p:spPr>
          <a:xfrm>
            <a:off x="1438983" y="636884"/>
            <a:ext cx="9515710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zh-TW" altLang="en-US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思考看看，若沒有邊界條件干擾，𝑘∗𝑓 </a:t>
            </a:r>
            <a:r>
              <a:rPr lang="en-US" altLang="zh-TW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=</a:t>
            </a:r>
            <a:r>
              <a:rPr lang="zh-TW" altLang="en-US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𝑓∗𝑘 </a:t>
            </a:r>
            <a:r>
              <a:rPr lang="en-US" altLang="zh-TW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?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Think: Without boundary effects, is </a:t>
            </a: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𝑘∗𝑓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𝑓∗𝑘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B5E983B5-A564-DFBD-3E01-182675DD51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0546516"/>
              </p:ext>
            </p:extLst>
          </p:nvPr>
        </p:nvGraphicFramePr>
        <p:xfrm>
          <a:off x="2927928" y="2834793"/>
          <a:ext cx="2405148" cy="221718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01716">
                  <a:extLst>
                    <a:ext uri="{9D8B030D-6E8A-4147-A177-3AD203B41FA5}">
                      <a16:colId xmlns:a16="http://schemas.microsoft.com/office/drawing/2014/main" val="2170714531"/>
                    </a:ext>
                  </a:extLst>
                </a:gridCol>
                <a:gridCol w="801716">
                  <a:extLst>
                    <a:ext uri="{9D8B030D-6E8A-4147-A177-3AD203B41FA5}">
                      <a16:colId xmlns:a16="http://schemas.microsoft.com/office/drawing/2014/main" val="3885505025"/>
                    </a:ext>
                  </a:extLst>
                </a:gridCol>
                <a:gridCol w="801716">
                  <a:extLst>
                    <a:ext uri="{9D8B030D-6E8A-4147-A177-3AD203B41FA5}">
                      <a16:colId xmlns:a16="http://schemas.microsoft.com/office/drawing/2014/main" val="2617849280"/>
                    </a:ext>
                  </a:extLst>
                </a:gridCol>
              </a:tblGrid>
              <a:tr h="739063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2244532"/>
                  </a:ext>
                </a:extLst>
              </a:tr>
              <a:tr h="739063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6143323"/>
                  </a:ext>
                </a:extLst>
              </a:tr>
              <a:tr h="739063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6471285"/>
                  </a:ext>
                </a:extLst>
              </a:tr>
            </a:tbl>
          </a:graphicData>
        </a:graphic>
      </p:graphicFrame>
      <p:sp>
        <p:nvSpPr>
          <p:cNvPr id="4" name="文字方塊 3">
            <a:extLst>
              <a:ext uri="{FF2B5EF4-FFF2-40B4-BE49-F238E27FC236}">
                <a16:creationId xmlns:a16="http://schemas.microsoft.com/office/drawing/2014/main" id="{01B0964E-68E4-C335-F676-F730DF569993}"/>
              </a:ext>
            </a:extLst>
          </p:cNvPr>
          <p:cNvSpPr txBox="1"/>
          <p:nvPr/>
        </p:nvSpPr>
        <p:spPr>
          <a:xfrm>
            <a:off x="3722255" y="2323005"/>
            <a:ext cx="8497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1800" i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f</a:t>
            </a:r>
            <a:r>
              <a:rPr lang="en-US" altLang="zh-TW" sz="1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en-US" altLang="zh-TW" sz="18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x,y</a:t>
            </a:r>
            <a:r>
              <a:rPr lang="en-US" altLang="zh-TW" sz="1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endParaRPr lang="zh-TW" altLang="en-US" dirty="0"/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8EF2ABBA-2841-7F8D-A3FD-6810C03D7C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5573494"/>
              </p:ext>
            </p:extLst>
          </p:nvPr>
        </p:nvGraphicFramePr>
        <p:xfrm>
          <a:off x="401784" y="2839411"/>
          <a:ext cx="2405148" cy="221718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01716">
                  <a:extLst>
                    <a:ext uri="{9D8B030D-6E8A-4147-A177-3AD203B41FA5}">
                      <a16:colId xmlns:a16="http://schemas.microsoft.com/office/drawing/2014/main" val="2170714531"/>
                    </a:ext>
                  </a:extLst>
                </a:gridCol>
                <a:gridCol w="801716">
                  <a:extLst>
                    <a:ext uri="{9D8B030D-6E8A-4147-A177-3AD203B41FA5}">
                      <a16:colId xmlns:a16="http://schemas.microsoft.com/office/drawing/2014/main" val="3885505025"/>
                    </a:ext>
                  </a:extLst>
                </a:gridCol>
                <a:gridCol w="801716">
                  <a:extLst>
                    <a:ext uri="{9D8B030D-6E8A-4147-A177-3AD203B41FA5}">
                      <a16:colId xmlns:a16="http://schemas.microsoft.com/office/drawing/2014/main" val="2617849280"/>
                    </a:ext>
                  </a:extLst>
                </a:gridCol>
              </a:tblGrid>
              <a:tr h="739063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D5D5FF">
                        <a:alpha val="2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D5D5FF">
                        <a:alpha val="2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D5D5FF">
                        <a:alpha val="2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2244532"/>
                  </a:ext>
                </a:extLst>
              </a:tr>
              <a:tr h="739063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D5D5FF">
                        <a:alpha val="2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D5D5FF">
                        <a:alpha val="2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D5D5FF">
                        <a:alpha val="2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6143323"/>
                  </a:ext>
                </a:extLst>
              </a:tr>
              <a:tr h="739063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D5D5FF">
                        <a:alpha val="2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D5D5FF">
                        <a:alpha val="2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D5D5FF">
                        <a:alpha val="2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6471285"/>
                  </a:ext>
                </a:extLst>
              </a:tr>
            </a:tbl>
          </a:graphicData>
        </a:graphic>
      </p:graphicFrame>
      <p:sp>
        <p:nvSpPr>
          <p:cNvPr id="6" name="文字方塊 5">
            <a:extLst>
              <a:ext uri="{FF2B5EF4-FFF2-40B4-BE49-F238E27FC236}">
                <a16:creationId xmlns:a16="http://schemas.microsoft.com/office/drawing/2014/main" id="{7DB2AB3B-E173-3579-F200-2EF810236481}"/>
              </a:ext>
            </a:extLst>
          </p:cNvPr>
          <p:cNvSpPr txBox="1"/>
          <p:nvPr/>
        </p:nvSpPr>
        <p:spPr>
          <a:xfrm>
            <a:off x="1205345" y="2318386"/>
            <a:ext cx="8497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i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k</a:t>
            </a:r>
            <a:r>
              <a:rPr lang="en-US" altLang="zh-TW" sz="1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en-US" altLang="zh-TW" sz="18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x,y</a:t>
            </a:r>
            <a:r>
              <a:rPr lang="en-US" altLang="zh-TW" sz="1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endParaRPr lang="zh-TW" altLang="en-US" dirty="0"/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3F0873C2-88A6-D012-5492-1E2A1AA54E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5693576"/>
              </p:ext>
            </p:extLst>
          </p:nvPr>
        </p:nvGraphicFramePr>
        <p:xfrm>
          <a:off x="6520875" y="2834792"/>
          <a:ext cx="2405148" cy="221718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01716">
                  <a:extLst>
                    <a:ext uri="{9D8B030D-6E8A-4147-A177-3AD203B41FA5}">
                      <a16:colId xmlns:a16="http://schemas.microsoft.com/office/drawing/2014/main" val="2170714531"/>
                    </a:ext>
                  </a:extLst>
                </a:gridCol>
                <a:gridCol w="801716">
                  <a:extLst>
                    <a:ext uri="{9D8B030D-6E8A-4147-A177-3AD203B41FA5}">
                      <a16:colId xmlns:a16="http://schemas.microsoft.com/office/drawing/2014/main" val="3885505025"/>
                    </a:ext>
                  </a:extLst>
                </a:gridCol>
                <a:gridCol w="801716">
                  <a:extLst>
                    <a:ext uri="{9D8B030D-6E8A-4147-A177-3AD203B41FA5}">
                      <a16:colId xmlns:a16="http://schemas.microsoft.com/office/drawing/2014/main" val="2617849280"/>
                    </a:ext>
                  </a:extLst>
                </a:gridCol>
              </a:tblGrid>
              <a:tr h="739063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?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?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?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2244532"/>
                  </a:ext>
                </a:extLst>
              </a:tr>
              <a:tr h="739063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?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?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?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6143323"/>
                  </a:ext>
                </a:extLst>
              </a:tr>
              <a:tr h="739063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?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?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?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6471285"/>
                  </a:ext>
                </a:extLst>
              </a:tr>
            </a:tbl>
          </a:graphicData>
        </a:graphic>
      </p:graphicFrame>
      <p:sp>
        <p:nvSpPr>
          <p:cNvPr id="8" name="文字方塊 7">
            <a:extLst>
              <a:ext uri="{FF2B5EF4-FFF2-40B4-BE49-F238E27FC236}">
                <a16:creationId xmlns:a16="http://schemas.microsoft.com/office/drawing/2014/main" id="{F6CEA6B3-5F33-1428-649D-936F854E11A0}"/>
              </a:ext>
            </a:extLst>
          </p:cNvPr>
          <p:cNvSpPr txBox="1"/>
          <p:nvPr/>
        </p:nvSpPr>
        <p:spPr>
          <a:xfrm>
            <a:off x="6548583" y="2350712"/>
            <a:ext cx="2336800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altLang="zh-TW" i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k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＊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i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f</a:t>
            </a:r>
            <a:endParaRPr lang="zh-TW" altLang="en-US" i="1" dirty="0"/>
          </a:p>
        </p:txBody>
      </p:sp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E87660DF-4169-4B96-0720-736A714029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8767890"/>
              </p:ext>
            </p:extLst>
          </p:nvPr>
        </p:nvGraphicFramePr>
        <p:xfrm>
          <a:off x="9596583" y="2844028"/>
          <a:ext cx="2405148" cy="221718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01716">
                  <a:extLst>
                    <a:ext uri="{9D8B030D-6E8A-4147-A177-3AD203B41FA5}">
                      <a16:colId xmlns:a16="http://schemas.microsoft.com/office/drawing/2014/main" val="2170714531"/>
                    </a:ext>
                  </a:extLst>
                </a:gridCol>
                <a:gridCol w="801716">
                  <a:extLst>
                    <a:ext uri="{9D8B030D-6E8A-4147-A177-3AD203B41FA5}">
                      <a16:colId xmlns:a16="http://schemas.microsoft.com/office/drawing/2014/main" val="3885505025"/>
                    </a:ext>
                  </a:extLst>
                </a:gridCol>
                <a:gridCol w="801716">
                  <a:extLst>
                    <a:ext uri="{9D8B030D-6E8A-4147-A177-3AD203B41FA5}">
                      <a16:colId xmlns:a16="http://schemas.microsoft.com/office/drawing/2014/main" val="2617849280"/>
                    </a:ext>
                  </a:extLst>
                </a:gridCol>
              </a:tblGrid>
              <a:tr h="739063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14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25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20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2244532"/>
                  </a:ext>
                </a:extLst>
              </a:tr>
              <a:tr h="739063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20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37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32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6143323"/>
                  </a:ext>
                </a:extLst>
              </a:tr>
              <a:tr h="739063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14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25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20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6471285"/>
                  </a:ext>
                </a:extLst>
              </a:tr>
            </a:tbl>
          </a:graphicData>
        </a:graphic>
      </p:graphicFrame>
      <p:sp>
        <p:nvSpPr>
          <p:cNvPr id="10" name="文字方塊 9">
            <a:extLst>
              <a:ext uri="{FF2B5EF4-FFF2-40B4-BE49-F238E27FC236}">
                <a16:creationId xmlns:a16="http://schemas.microsoft.com/office/drawing/2014/main" id="{C30FBFA4-4E65-2E38-F91F-82EF2AD1EF40}"/>
              </a:ext>
            </a:extLst>
          </p:cNvPr>
          <p:cNvSpPr txBox="1"/>
          <p:nvPr/>
        </p:nvSpPr>
        <p:spPr>
          <a:xfrm>
            <a:off x="10418617" y="2359948"/>
            <a:ext cx="849745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altLang="zh-TW" i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f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＊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i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k</a:t>
            </a:r>
            <a:endParaRPr lang="zh-TW" altLang="en-US" dirty="0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3C2EDF75-94F7-BE81-4AD1-5F175AE379CC}"/>
              </a:ext>
            </a:extLst>
          </p:cNvPr>
          <p:cNvSpPr txBox="1"/>
          <p:nvPr/>
        </p:nvSpPr>
        <p:spPr>
          <a:xfrm>
            <a:off x="9083965" y="3814675"/>
            <a:ext cx="420253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altLang="zh-TW" i="1" dirty="0"/>
              <a:t>=?</a:t>
            </a:r>
            <a:endParaRPr lang="zh-TW" altLang="en-US" i="1" dirty="0"/>
          </a:p>
        </p:txBody>
      </p:sp>
    </p:spTree>
    <p:extLst>
      <p:ext uri="{BB962C8B-B14F-4D97-AF65-F5344CB8AC3E}">
        <p14:creationId xmlns:p14="http://schemas.microsoft.com/office/powerpoint/2010/main" val="6009917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570</TotalTime>
  <Words>615</Words>
  <Application>Microsoft Office PowerPoint</Application>
  <PresentationFormat>寬螢幕</PresentationFormat>
  <Paragraphs>322</Paragraphs>
  <Slides>8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8</vt:i4>
      </vt:variant>
    </vt:vector>
  </HeadingPairs>
  <TitlesOfParts>
    <vt:vector size="15" baseType="lpstr">
      <vt:lpstr>標楷體</vt:lpstr>
      <vt:lpstr>Aptos</vt:lpstr>
      <vt:lpstr>Aptos Display</vt:lpstr>
      <vt:lpstr>Arial</vt:lpstr>
      <vt:lpstr>Times New Roman</vt:lpstr>
      <vt:lpstr>Wingdings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蕭兆翔</dc:creator>
  <cp:lastModifiedBy>蕭兆翔</cp:lastModifiedBy>
  <cp:revision>1</cp:revision>
  <dcterms:created xsi:type="dcterms:W3CDTF">2024-10-21T06:07:18Z</dcterms:created>
  <dcterms:modified xsi:type="dcterms:W3CDTF">2025-11-02T09:11:05Z</dcterms:modified>
</cp:coreProperties>
</file>