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17" r:id="rId2"/>
    <p:sldId id="418" r:id="rId3"/>
    <p:sldId id="412" r:id="rId4"/>
    <p:sldId id="414" r:id="rId5"/>
    <p:sldId id="416" r:id="rId6"/>
    <p:sldId id="419" r:id="rId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D9D9D9"/>
    <a:srgbClr val="7F7F7F"/>
    <a:srgbClr val="F9C9C9"/>
    <a:srgbClr val="4BAE4F"/>
    <a:srgbClr val="FFEFBD"/>
    <a:srgbClr val="FFF8E1"/>
    <a:srgbClr val="FFDDDD"/>
    <a:srgbClr val="7D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53E9E-F67B-42A2-B369-E0681ABD5848}" v="2691" dt="2024-11-13T14:19:51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068FED8F-1337-43B6-A26C-4EB37525DE15}"/>
    <pc:docChg chg="undo redo custSel addSld delSld modSld sldOrd">
      <pc:chgData name="蕭兆翔" userId="c09afb0b-60c9-45d8-81f2-4d7aa859f4bf" providerId="ADAL" clId="{068FED8F-1337-43B6-A26C-4EB37525DE15}" dt="2024-11-10T17:33:53.851" v="2928" actId="20577"/>
      <pc:docMkLst>
        <pc:docMk/>
      </pc:docMkLst>
      <pc:sldChg chg="modSp add del mod">
        <pc:chgData name="蕭兆翔" userId="c09afb0b-60c9-45d8-81f2-4d7aa859f4bf" providerId="ADAL" clId="{068FED8F-1337-43B6-A26C-4EB37525DE15}" dt="2024-11-10T13:33:12.527" v="181" actId="20577"/>
        <pc:sldMkLst>
          <pc:docMk/>
          <pc:sldMk cId="1343009528" sldId="256"/>
        </pc:sldMkLst>
        <pc:spChg chg="mod">
          <ac:chgData name="蕭兆翔" userId="c09afb0b-60c9-45d8-81f2-4d7aa859f4bf" providerId="ADAL" clId="{068FED8F-1337-43B6-A26C-4EB37525DE15}" dt="2024-11-10T13:33:12.527" v="181" actId="20577"/>
          <ac:spMkLst>
            <pc:docMk/>
            <pc:sldMk cId="1343009528" sldId="256"/>
            <ac:spMk id="9" creationId="{B49B9DE3-2C0C-4512-514F-D92557F4E5E7}"/>
          </ac:spMkLst>
        </pc:spChg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1192488509" sldId="257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3289930442" sldId="258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2656657157" sldId="259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1819006277" sldId="260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1307376873" sldId="263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2882052496" sldId="265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711328878" sldId="266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4218031409" sldId="267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405376382" sldId="268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3632601249" sldId="269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2192161288" sldId="273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2973850532" sldId="275"/>
        </pc:sldMkLst>
      </pc:sldChg>
      <pc:sldChg chg="del">
        <pc:chgData name="蕭兆翔" userId="c09afb0b-60c9-45d8-81f2-4d7aa859f4bf" providerId="ADAL" clId="{068FED8F-1337-43B6-A26C-4EB37525DE15}" dt="2024-11-10T13:19:03.952" v="1" actId="47"/>
        <pc:sldMkLst>
          <pc:docMk/>
          <pc:sldMk cId="4134291063" sldId="285"/>
        </pc:sldMkLst>
      </pc:sldChg>
      <pc:sldChg chg="del">
        <pc:chgData name="蕭兆翔" userId="c09afb0b-60c9-45d8-81f2-4d7aa859f4bf" providerId="ADAL" clId="{068FED8F-1337-43B6-A26C-4EB37525DE15}" dt="2024-11-10T13:19:03.952" v="1" actId="47"/>
        <pc:sldMkLst>
          <pc:docMk/>
          <pc:sldMk cId="3120264130" sldId="287"/>
        </pc:sldMkLst>
      </pc:sldChg>
      <pc:sldChg chg="del">
        <pc:chgData name="蕭兆翔" userId="c09afb0b-60c9-45d8-81f2-4d7aa859f4bf" providerId="ADAL" clId="{068FED8F-1337-43B6-A26C-4EB37525DE15}" dt="2024-11-10T13:19:03.952" v="1" actId="47"/>
        <pc:sldMkLst>
          <pc:docMk/>
          <pc:sldMk cId="591385026" sldId="291"/>
        </pc:sldMkLst>
      </pc:sldChg>
      <pc:sldChg chg="del">
        <pc:chgData name="蕭兆翔" userId="c09afb0b-60c9-45d8-81f2-4d7aa859f4bf" providerId="ADAL" clId="{068FED8F-1337-43B6-A26C-4EB37525DE15}" dt="2024-11-10T13:19:31.748" v="3" actId="47"/>
        <pc:sldMkLst>
          <pc:docMk/>
          <pc:sldMk cId="363576753" sldId="296"/>
        </pc:sldMkLst>
      </pc:sldChg>
      <pc:sldChg chg="addSp modSp">
        <pc:chgData name="蕭兆翔" userId="c09afb0b-60c9-45d8-81f2-4d7aa859f4bf" providerId="ADAL" clId="{068FED8F-1337-43B6-A26C-4EB37525DE15}" dt="2024-11-10T13:31:23.596" v="119"/>
        <pc:sldMkLst>
          <pc:docMk/>
          <pc:sldMk cId="2380513065" sldId="298"/>
        </pc:sldMkLst>
        <pc:picChg chg="add mod">
          <ac:chgData name="蕭兆翔" userId="c09afb0b-60c9-45d8-81f2-4d7aa859f4bf" providerId="ADAL" clId="{068FED8F-1337-43B6-A26C-4EB37525DE15}" dt="2024-11-10T13:31:23.596" v="119"/>
          <ac:picMkLst>
            <pc:docMk/>
            <pc:sldMk cId="2380513065" sldId="298"/>
            <ac:picMk id="7" creationId="{D4DEEB4C-CB52-ABD8-F9CF-FBFF94314C73}"/>
          </ac:picMkLst>
        </pc:picChg>
      </pc:sldChg>
      <pc:sldChg chg="del">
        <pc:chgData name="蕭兆翔" userId="c09afb0b-60c9-45d8-81f2-4d7aa859f4bf" providerId="ADAL" clId="{068FED8F-1337-43B6-A26C-4EB37525DE15}" dt="2024-11-10T13:19:45.442" v="5" actId="47"/>
        <pc:sldMkLst>
          <pc:docMk/>
          <pc:sldMk cId="1079547565" sldId="305"/>
        </pc:sldMkLst>
      </pc:sldChg>
      <pc:sldChg chg="add">
        <pc:chgData name="蕭兆翔" userId="c09afb0b-60c9-45d8-81f2-4d7aa859f4bf" providerId="ADAL" clId="{068FED8F-1337-43B6-A26C-4EB37525DE15}" dt="2024-11-10T13:45:46.827" v="946"/>
        <pc:sldMkLst>
          <pc:docMk/>
          <pc:sldMk cId="1308726338" sldId="317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1608843026" sldId="340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4000640759" sldId="341"/>
        </pc:sldMkLst>
      </pc:sldChg>
      <pc:sldChg chg="del">
        <pc:chgData name="蕭兆翔" userId="c09afb0b-60c9-45d8-81f2-4d7aa859f4bf" providerId="ADAL" clId="{068FED8F-1337-43B6-A26C-4EB37525DE15}" dt="2024-11-10T13:19:15.439" v="2" actId="47"/>
        <pc:sldMkLst>
          <pc:docMk/>
          <pc:sldMk cId="468964519" sldId="342"/>
        </pc:sldMkLst>
      </pc:sldChg>
      <pc:sldChg chg="del">
        <pc:chgData name="蕭兆翔" userId="c09afb0b-60c9-45d8-81f2-4d7aa859f4bf" providerId="ADAL" clId="{068FED8F-1337-43B6-A26C-4EB37525DE15}" dt="2024-11-10T13:19:15.439" v="2" actId="47"/>
        <pc:sldMkLst>
          <pc:docMk/>
          <pc:sldMk cId="4121787372" sldId="343"/>
        </pc:sldMkLst>
      </pc:sldChg>
      <pc:sldChg chg="del">
        <pc:chgData name="蕭兆翔" userId="c09afb0b-60c9-45d8-81f2-4d7aa859f4bf" providerId="ADAL" clId="{068FED8F-1337-43B6-A26C-4EB37525DE15}" dt="2024-11-10T13:23:18.978" v="69" actId="47"/>
        <pc:sldMkLst>
          <pc:docMk/>
          <pc:sldMk cId="2836162645" sldId="346"/>
        </pc:sldMkLst>
      </pc:sldChg>
      <pc:sldChg chg="del">
        <pc:chgData name="蕭兆翔" userId="c09afb0b-60c9-45d8-81f2-4d7aa859f4bf" providerId="ADAL" clId="{068FED8F-1337-43B6-A26C-4EB37525DE15}" dt="2024-11-10T13:23:20.357" v="70" actId="47"/>
        <pc:sldMkLst>
          <pc:docMk/>
          <pc:sldMk cId="174448775" sldId="347"/>
        </pc:sldMkLst>
      </pc:sldChg>
      <pc:sldChg chg="del">
        <pc:chgData name="蕭兆翔" userId="c09afb0b-60c9-45d8-81f2-4d7aa859f4bf" providerId="ADAL" clId="{068FED8F-1337-43B6-A26C-4EB37525DE15}" dt="2024-11-10T13:23:24.750" v="71" actId="47"/>
        <pc:sldMkLst>
          <pc:docMk/>
          <pc:sldMk cId="1343003617" sldId="348"/>
        </pc:sldMkLst>
      </pc:sldChg>
      <pc:sldChg chg="addSp modSp mod">
        <pc:chgData name="蕭兆翔" userId="c09afb0b-60c9-45d8-81f2-4d7aa859f4bf" providerId="ADAL" clId="{068FED8F-1337-43B6-A26C-4EB37525DE15}" dt="2024-11-10T17:33:53.851" v="2928" actId="20577"/>
        <pc:sldMkLst>
          <pc:docMk/>
          <pc:sldMk cId="3489695078" sldId="350"/>
        </pc:sldMkLst>
        <pc:spChg chg="add mod">
          <ac:chgData name="蕭兆翔" userId="c09afb0b-60c9-45d8-81f2-4d7aa859f4bf" providerId="ADAL" clId="{068FED8F-1337-43B6-A26C-4EB37525DE15}" dt="2024-11-10T14:37:02.300" v="1664" actId="1076"/>
          <ac:spMkLst>
            <pc:docMk/>
            <pc:sldMk cId="3489695078" sldId="350"/>
            <ac:spMk id="4" creationId="{1AF4C823-A7B2-F444-49E8-7E93BD59A9F7}"/>
          </ac:spMkLst>
        </pc:spChg>
        <pc:spChg chg="mod">
          <ac:chgData name="蕭兆翔" userId="c09afb0b-60c9-45d8-81f2-4d7aa859f4bf" providerId="ADAL" clId="{068FED8F-1337-43B6-A26C-4EB37525DE15}" dt="2024-11-10T17:33:53.851" v="2928" actId="20577"/>
          <ac:spMkLst>
            <pc:docMk/>
            <pc:sldMk cId="3489695078" sldId="350"/>
            <ac:spMk id="5" creationId="{B22F7599-56D5-0475-B4A2-1A24FAFD2827}"/>
          </ac:spMkLst>
        </pc:spChg>
        <pc:spChg chg="mod">
          <ac:chgData name="蕭兆翔" userId="c09afb0b-60c9-45d8-81f2-4d7aa859f4bf" providerId="ADAL" clId="{068FED8F-1337-43B6-A26C-4EB37525DE15}" dt="2024-11-10T14:36:17.410" v="1653" actId="1076"/>
          <ac:spMkLst>
            <pc:docMk/>
            <pc:sldMk cId="3489695078" sldId="350"/>
            <ac:spMk id="11" creationId="{41ABCBEE-30C4-AFCD-3F1A-98E5D0DAEC25}"/>
          </ac:spMkLst>
        </pc:spChg>
      </pc:sldChg>
      <pc:sldChg chg="del">
        <pc:chgData name="蕭兆翔" userId="c09afb0b-60c9-45d8-81f2-4d7aa859f4bf" providerId="ADAL" clId="{068FED8F-1337-43B6-A26C-4EB37525DE15}" dt="2024-11-10T13:23:12.539" v="67" actId="47"/>
        <pc:sldMkLst>
          <pc:docMk/>
          <pc:sldMk cId="299529254" sldId="352"/>
        </pc:sldMkLst>
      </pc:sldChg>
      <pc:sldChg chg="addSp modSp add del mod ord">
        <pc:chgData name="蕭兆翔" userId="c09afb0b-60c9-45d8-81f2-4d7aa859f4bf" providerId="ADAL" clId="{068FED8F-1337-43B6-A26C-4EB37525DE15}" dt="2024-11-10T14:40:05.271" v="1666"/>
        <pc:sldMkLst>
          <pc:docMk/>
          <pc:sldMk cId="3988298109" sldId="354"/>
        </pc:sldMkLst>
        <pc:spChg chg="add mod">
          <ac:chgData name="蕭兆翔" userId="c09afb0b-60c9-45d8-81f2-4d7aa859f4bf" providerId="ADAL" clId="{068FED8F-1337-43B6-A26C-4EB37525DE15}" dt="2024-11-10T13:34:11.458" v="230" actId="1076"/>
          <ac:spMkLst>
            <pc:docMk/>
            <pc:sldMk cId="3988298109" sldId="354"/>
            <ac:spMk id="7" creationId="{EEC3D47B-07E3-FD8C-1670-450E1430B65C}"/>
          </ac:spMkLst>
        </pc:spChg>
      </pc:sldChg>
      <pc:sldChg chg="del">
        <pc:chgData name="蕭兆翔" userId="c09afb0b-60c9-45d8-81f2-4d7aa859f4bf" providerId="ADAL" clId="{068FED8F-1337-43B6-A26C-4EB37525DE15}" dt="2024-11-10T13:22:53.618" v="62" actId="47"/>
        <pc:sldMkLst>
          <pc:docMk/>
          <pc:sldMk cId="2418612537" sldId="355"/>
        </pc:sldMkLst>
      </pc:sldChg>
      <pc:sldChg chg="del">
        <pc:chgData name="蕭兆翔" userId="c09afb0b-60c9-45d8-81f2-4d7aa859f4bf" providerId="ADAL" clId="{068FED8F-1337-43B6-A26C-4EB37525DE15}" dt="2024-11-10T13:20:55.593" v="12" actId="47"/>
        <pc:sldMkLst>
          <pc:docMk/>
          <pc:sldMk cId="2068701231" sldId="356"/>
        </pc:sldMkLst>
      </pc:sldChg>
      <pc:sldChg chg="del">
        <pc:chgData name="蕭兆翔" userId="c09afb0b-60c9-45d8-81f2-4d7aa859f4bf" providerId="ADAL" clId="{068FED8F-1337-43B6-A26C-4EB37525DE15}" dt="2024-11-10T13:20:58.899" v="13" actId="47"/>
        <pc:sldMkLst>
          <pc:docMk/>
          <pc:sldMk cId="3925056571" sldId="357"/>
        </pc:sldMkLst>
      </pc:sldChg>
      <pc:sldChg chg="addSp delSp modSp add del mod">
        <pc:chgData name="蕭兆翔" userId="c09afb0b-60c9-45d8-81f2-4d7aa859f4bf" providerId="ADAL" clId="{068FED8F-1337-43B6-A26C-4EB37525DE15}" dt="2024-11-10T13:35:05.731" v="257" actId="47"/>
        <pc:sldMkLst>
          <pc:docMk/>
          <pc:sldMk cId="395362120" sldId="359"/>
        </pc:sldMkLst>
        <pc:spChg chg="add del mod">
          <ac:chgData name="蕭兆翔" userId="c09afb0b-60c9-45d8-81f2-4d7aa859f4bf" providerId="ADAL" clId="{068FED8F-1337-43B6-A26C-4EB37525DE15}" dt="2024-11-10T13:34:48.452" v="256"/>
          <ac:spMkLst>
            <pc:docMk/>
            <pc:sldMk cId="395362120" sldId="359"/>
            <ac:spMk id="3" creationId="{F54D181F-E164-A568-904C-045BB98DD587}"/>
          </ac:spMkLst>
        </pc:spChg>
      </pc:sldChg>
      <pc:sldChg chg="modSp">
        <pc:chgData name="蕭兆翔" userId="c09afb0b-60c9-45d8-81f2-4d7aa859f4bf" providerId="ADAL" clId="{068FED8F-1337-43B6-A26C-4EB37525DE15}" dt="2024-11-10T13:23:00.048" v="64" actId="207"/>
        <pc:sldMkLst>
          <pc:docMk/>
          <pc:sldMk cId="3478620681" sldId="360"/>
        </pc:sldMkLst>
        <pc:spChg chg="mod">
          <ac:chgData name="蕭兆翔" userId="c09afb0b-60c9-45d8-81f2-4d7aa859f4bf" providerId="ADAL" clId="{068FED8F-1337-43B6-A26C-4EB37525DE15}" dt="2024-11-10T13:22:57.987" v="63" actId="207"/>
          <ac:spMkLst>
            <pc:docMk/>
            <pc:sldMk cId="3478620681" sldId="360"/>
            <ac:spMk id="79" creationId="{0D877AD4-171F-91C1-CE69-69C4D08075C4}"/>
          </ac:spMkLst>
        </pc:spChg>
        <pc:spChg chg="mod">
          <ac:chgData name="蕭兆翔" userId="c09afb0b-60c9-45d8-81f2-4d7aa859f4bf" providerId="ADAL" clId="{068FED8F-1337-43B6-A26C-4EB37525DE15}" dt="2024-11-10T13:23:00.048" v="64" actId="207"/>
          <ac:spMkLst>
            <pc:docMk/>
            <pc:sldMk cId="3478620681" sldId="360"/>
            <ac:spMk id="80" creationId="{886F3CE3-45B7-B6D8-B36E-41E8146A9CE3}"/>
          </ac:spMkLst>
        </pc:spChg>
      </pc:sldChg>
      <pc:sldChg chg="del">
        <pc:chgData name="蕭兆翔" userId="c09afb0b-60c9-45d8-81f2-4d7aa859f4bf" providerId="ADAL" clId="{068FED8F-1337-43B6-A26C-4EB37525DE15}" dt="2024-11-10T13:21:08.984" v="14" actId="47"/>
        <pc:sldMkLst>
          <pc:docMk/>
          <pc:sldMk cId="1497041327" sldId="361"/>
        </pc:sldMkLst>
      </pc:sldChg>
      <pc:sldChg chg="addSp delSp modSp mod">
        <pc:chgData name="蕭兆翔" userId="c09afb0b-60c9-45d8-81f2-4d7aa859f4bf" providerId="ADAL" clId="{068FED8F-1337-43B6-A26C-4EB37525DE15}" dt="2024-11-10T13:35:26.301" v="294" actId="1076"/>
        <pc:sldMkLst>
          <pc:docMk/>
          <pc:sldMk cId="1478207596" sldId="362"/>
        </pc:sldMkLst>
        <pc:spChg chg="mod">
          <ac:chgData name="蕭兆翔" userId="c09afb0b-60c9-45d8-81f2-4d7aa859f4bf" providerId="ADAL" clId="{068FED8F-1337-43B6-A26C-4EB37525DE15}" dt="2024-11-10T13:22:43.542" v="59" actId="207"/>
          <ac:spMkLst>
            <pc:docMk/>
            <pc:sldMk cId="1478207596" sldId="362"/>
            <ac:spMk id="3" creationId="{4E9C5245-878A-46C3-234A-20C3F5924A69}"/>
          </ac:spMkLst>
        </pc:spChg>
        <pc:spChg chg="add del mod">
          <ac:chgData name="蕭兆翔" userId="c09afb0b-60c9-45d8-81f2-4d7aa859f4bf" providerId="ADAL" clId="{068FED8F-1337-43B6-A26C-4EB37525DE15}" dt="2024-11-10T13:25:53.380" v="90" actId="478"/>
          <ac:spMkLst>
            <pc:docMk/>
            <pc:sldMk cId="1478207596" sldId="362"/>
            <ac:spMk id="4" creationId="{F84A501F-D509-8FD1-CD4D-62DF891EFA05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7" creationId="{CB9C8412-6508-FF16-0F63-CAC2CBE4702B}"/>
          </ac:spMkLst>
        </pc:spChg>
        <pc:spChg chg="add del mod">
          <ac:chgData name="蕭兆翔" userId="c09afb0b-60c9-45d8-81f2-4d7aa859f4bf" providerId="ADAL" clId="{068FED8F-1337-43B6-A26C-4EB37525DE15}" dt="2024-11-10T13:25:50.297" v="88" actId="478"/>
          <ac:spMkLst>
            <pc:docMk/>
            <pc:sldMk cId="1478207596" sldId="362"/>
            <ac:spMk id="8" creationId="{F1AF1244-A181-8156-DB76-4CA9476498B3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10" creationId="{A54704B2-1C86-19F3-8792-3B0E337AC671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14" creationId="{C4A32488-B26D-89C4-CC0A-504514CB3960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15" creationId="{A37E28CC-B594-2FB2-502E-DFD31E5462E5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17" creationId="{CAEA8CEF-974F-FE02-69E3-150B81AD4A11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22" creationId="{FF7E8904-5CD4-658C-54E4-41454A605ED4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23" creationId="{1A4D7845-4AC4-2D99-6777-D8985B54D490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24" creationId="{816831DF-1C64-2211-D027-B3F827DC3C02}"/>
          </ac:spMkLst>
        </pc:spChg>
        <pc:spChg chg="mod">
          <ac:chgData name="蕭兆翔" userId="c09afb0b-60c9-45d8-81f2-4d7aa859f4bf" providerId="ADAL" clId="{068FED8F-1337-43B6-A26C-4EB37525DE15}" dt="2024-11-10T13:26:54.685" v="100" actId="207"/>
          <ac:spMkLst>
            <pc:docMk/>
            <pc:sldMk cId="1478207596" sldId="362"/>
            <ac:spMk id="25" creationId="{5F58DB7C-AC93-A424-764B-51B7269ADAF2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27" creationId="{BD60A5D3-B632-CFAD-4BB0-974244764877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28" creationId="{2D5ABBB2-CFA8-DB2E-CB08-AF661D664A52}"/>
          </ac:spMkLst>
        </pc:spChg>
        <pc:spChg chg="mod">
          <ac:chgData name="蕭兆翔" userId="c09afb0b-60c9-45d8-81f2-4d7aa859f4bf" providerId="ADAL" clId="{068FED8F-1337-43B6-A26C-4EB37525DE15}" dt="2024-11-10T13:28:31.049" v="115" actId="208"/>
          <ac:spMkLst>
            <pc:docMk/>
            <pc:sldMk cId="1478207596" sldId="362"/>
            <ac:spMk id="29" creationId="{35A7F9F7-D659-4E2F-2F98-C266C26BA9A1}"/>
          </ac:spMkLst>
        </pc:spChg>
        <pc:spChg chg="mod">
          <ac:chgData name="蕭兆翔" userId="c09afb0b-60c9-45d8-81f2-4d7aa859f4bf" providerId="ADAL" clId="{068FED8F-1337-43B6-A26C-4EB37525DE15}" dt="2024-11-10T13:24:05.837" v="74" actId="207"/>
          <ac:spMkLst>
            <pc:docMk/>
            <pc:sldMk cId="1478207596" sldId="362"/>
            <ac:spMk id="41" creationId="{A839E311-55C5-2E84-3207-8BE53E356AEB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2" creationId="{5D5FC2DF-2CC7-6915-3A1C-3DAD5B20F24E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3" creationId="{A7E34597-08E3-5537-062B-3496DA2EC6EF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4" creationId="{44E4857D-BBD0-0122-6420-018EE75F2ED5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5" creationId="{DECA54DB-1872-2B11-7804-BD915AFF47F6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6" creationId="{734F1DCE-3506-2108-3468-83017BC9FB25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47" creationId="{5C2B9C85-BB2E-F16E-0555-15714BEB1723}"/>
          </ac:spMkLst>
        </pc:spChg>
        <pc:spChg chg="add mod">
          <ac:chgData name="蕭兆翔" userId="c09afb0b-60c9-45d8-81f2-4d7aa859f4bf" providerId="ADAL" clId="{068FED8F-1337-43B6-A26C-4EB37525DE15}" dt="2024-11-10T13:26:42.830" v="98" actId="207"/>
          <ac:spMkLst>
            <pc:docMk/>
            <pc:sldMk cId="1478207596" sldId="362"/>
            <ac:spMk id="52" creationId="{378B6DE7-09F7-2C06-8ABD-A76F775F9BE2}"/>
          </ac:spMkLst>
        </pc:spChg>
        <pc:spChg chg="add mod">
          <ac:chgData name="蕭兆翔" userId="c09afb0b-60c9-45d8-81f2-4d7aa859f4bf" providerId="ADAL" clId="{068FED8F-1337-43B6-A26C-4EB37525DE15}" dt="2024-11-10T13:27:39.126" v="105" actId="1076"/>
          <ac:spMkLst>
            <pc:docMk/>
            <pc:sldMk cId="1478207596" sldId="362"/>
            <ac:spMk id="68" creationId="{C6DF43AB-9F2F-8505-358C-A7EBED28988D}"/>
          </ac:spMkLst>
        </pc:spChg>
        <pc:spChg chg="ord">
          <ac:chgData name="蕭兆翔" userId="c09afb0b-60c9-45d8-81f2-4d7aa859f4bf" providerId="ADAL" clId="{068FED8F-1337-43B6-A26C-4EB37525DE15}" dt="2024-11-10T13:26:46.494" v="99" actId="166"/>
          <ac:spMkLst>
            <pc:docMk/>
            <pc:sldMk cId="1478207596" sldId="362"/>
            <ac:spMk id="74" creationId="{3C26AC01-FE78-2BE2-2ABF-6BEA22899634}"/>
          </ac:spMkLst>
        </pc:spChg>
        <pc:spChg chg="add mod">
          <ac:chgData name="蕭兆翔" userId="c09afb0b-60c9-45d8-81f2-4d7aa859f4bf" providerId="ADAL" clId="{068FED8F-1337-43B6-A26C-4EB37525DE15}" dt="2024-11-10T13:27:36.365" v="104" actId="1076"/>
          <ac:spMkLst>
            <pc:docMk/>
            <pc:sldMk cId="1478207596" sldId="362"/>
            <ac:spMk id="75" creationId="{88F2B190-0C40-FBC7-7104-F5942A8883AA}"/>
          </ac:spMkLst>
        </pc:spChg>
        <pc:spChg chg="add mod">
          <ac:chgData name="蕭兆翔" userId="c09afb0b-60c9-45d8-81f2-4d7aa859f4bf" providerId="ADAL" clId="{068FED8F-1337-43B6-A26C-4EB37525DE15}" dt="2024-11-10T13:28:19.389" v="114" actId="207"/>
          <ac:spMkLst>
            <pc:docMk/>
            <pc:sldMk cId="1478207596" sldId="362"/>
            <ac:spMk id="76" creationId="{B88CFA7A-73B0-A42F-93DB-C9534901E910}"/>
          </ac:spMkLst>
        </pc:spChg>
        <pc:spChg chg="add mod">
          <ac:chgData name="蕭兆翔" userId="c09afb0b-60c9-45d8-81f2-4d7aa859f4bf" providerId="ADAL" clId="{068FED8F-1337-43B6-A26C-4EB37525DE15}" dt="2024-11-10T13:28:19.389" v="114" actId="207"/>
          <ac:spMkLst>
            <pc:docMk/>
            <pc:sldMk cId="1478207596" sldId="362"/>
            <ac:spMk id="77" creationId="{ABBA72A0-33B4-459D-0BDC-436FEFCE0276}"/>
          </ac:spMkLst>
        </pc:spChg>
        <pc:spChg chg="add mod">
          <ac:chgData name="蕭兆翔" userId="c09afb0b-60c9-45d8-81f2-4d7aa859f4bf" providerId="ADAL" clId="{068FED8F-1337-43B6-A26C-4EB37525DE15}" dt="2024-11-10T13:28:19.389" v="114" actId="207"/>
          <ac:spMkLst>
            <pc:docMk/>
            <pc:sldMk cId="1478207596" sldId="362"/>
            <ac:spMk id="78" creationId="{A356E5CF-D741-5DA9-786F-07C8126B2E35}"/>
          </ac:spMkLst>
        </pc:spChg>
        <pc:spChg chg="add mod">
          <ac:chgData name="蕭兆翔" userId="c09afb0b-60c9-45d8-81f2-4d7aa859f4bf" providerId="ADAL" clId="{068FED8F-1337-43B6-A26C-4EB37525DE15}" dt="2024-11-10T13:28:19.389" v="114" actId="207"/>
          <ac:spMkLst>
            <pc:docMk/>
            <pc:sldMk cId="1478207596" sldId="362"/>
            <ac:spMk id="79" creationId="{DF6066B7-42ED-303D-0470-8D265B4E7A39}"/>
          </ac:spMkLst>
        </pc:spChg>
        <pc:spChg chg="add mod">
          <ac:chgData name="蕭兆翔" userId="c09afb0b-60c9-45d8-81f2-4d7aa859f4bf" providerId="ADAL" clId="{068FED8F-1337-43B6-A26C-4EB37525DE15}" dt="2024-11-10T13:29:35.377" v="118" actId="1076"/>
          <ac:spMkLst>
            <pc:docMk/>
            <pc:sldMk cId="1478207596" sldId="362"/>
            <ac:spMk id="80" creationId="{9C2B12BC-BE80-5F0A-DF5C-03B31E89BF30}"/>
          </ac:spMkLst>
        </pc:spChg>
        <pc:spChg chg="add mod">
          <ac:chgData name="蕭兆翔" userId="c09afb0b-60c9-45d8-81f2-4d7aa859f4bf" providerId="ADAL" clId="{068FED8F-1337-43B6-A26C-4EB37525DE15}" dt="2024-11-10T13:35:26.301" v="294" actId="1076"/>
          <ac:spMkLst>
            <pc:docMk/>
            <pc:sldMk cId="1478207596" sldId="362"/>
            <ac:spMk id="81" creationId="{989E461D-9100-DCCE-624F-E8FD9402D026}"/>
          </ac:spMkLst>
        </pc:spChg>
        <pc:spChg chg="mod">
          <ac:chgData name="蕭兆翔" userId="c09afb0b-60c9-45d8-81f2-4d7aa859f4bf" providerId="ADAL" clId="{068FED8F-1337-43B6-A26C-4EB37525DE15}" dt="2024-11-10T13:28:36.724" v="116" actId="208"/>
          <ac:spMkLst>
            <pc:docMk/>
            <pc:sldMk cId="1478207596" sldId="362"/>
            <ac:spMk id="94" creationId="{AF7F62C1-3328-427D-B913-98A8E3E4B0A0}"/>
          </ac:spMkLst>
        </pc:spChg>
        <pc:spChg chg="del">
          <ac:chgData name="蕭兆翔" userId="c09afb0b-60c9-45d8-81f2-4d7aa859f4bf" providerId="ADAL" clId="{068FED8F-1337-43B6-A26C-4EB37525DE15}" dt="2024-11-10T13:25:52.210" v="89" actId="478"/>
          <ac:spMkLst>
            <pc:docMk/>
            <pc:sldMk cId="1478207596" sldId="362"/>
            <ac:spMk id="110" creationId="{33133ED5-2276-E2BC-A736-1EBC43DB5E13}"/>
          </ac:spMkLst>
        </pc:spChg>
        <pc:spChg chg="mod">
          <ac:chgData name="蕭兆翔" userId="c09afb0b-60c9-45d8-81f2-4d7aa859f4bf" providerId="ADAL" clId="{068FED8F-1337-43B6-A26C-4EB37525DE15}" dt="2024-11-10T13:25:04.168" v="79" actId="20577"/>
          <ac:spMkLst>
            <pc:docMk/>
            <pc:sldMk cId="1478207596" sldId="362"/>
            <ac:spMk id="111" creationId="{3EA7B765-2C0C-26F5-29A2-B548C9AC23DB}"/>
          </ac:spMkLst>
        </pc:spChg>
        <pc:spChg chg="del mod">
          <ac:chgData name="蕭兆翔" userId="c09afb0b-60c9-45d8-81f2-4d7aa859f4bf" providerId="ADAL" clId="{068FED8F-1337-43B6-A26C-4EB37525DE15}" dt="2024-11-10T13:25:16.108" v="80" actId="478"/>
          <ac:spMkLst>
            <pc:docMk/>
            <pc:sldMk cId="1478207596" sldId="362"/>
            <ac:spMk id="123" creationId="{6BA392F0-1688-FB9A-D922-64BB8C0604B4}"/>
          </ac:spMkLst>
        </pc:spChg>
        <pc:spChg chg="del">
          <ac:chgData name="蕭兆翔" userId="c09afb0b-60c9-45d8-81f2-4d7aa859f4bf" providerId="ADAL" clId="{068FED8F-1337-43B6-A26C-4EB37525DE15}" dt="2024-11-10T13:25:48.337" v="85" actId="478"/>
          <ac:spMkLst>
            <pc:docMk/>
            <pc:sldMk cId="1478207596" sldId="362"/>
            <ac:spMk id="134" creationId="{1F60F453-1CF3-B6DA-7914-1F5074CF6FFA}"/>
          </ac:spMkLst>
        </pc:spChg>
        <pc:spChg chg="del">
          <ac:chgData name="蕭兆翔" userId="c09afb0b-60c9-45d8-81f2-4d7aa859f4bf" providerId="ADAL" clId="{068FED8F-1337-43B6-A26C-4EB37525DE15}" dt="2024-11-10T13:25:48.780" v="86" actId="478"/>
          <ac:spMkLst>
            <pc:docMk/>
            <pc:sldMk cId="1478207596" sldId="362"/>
            <ac:spMk id="135" creationId="{F8FB7958-DD3E-0AD9-EDAF-2379046C09FC}"/>
          </ac:spMkLst>
        </pc:spChg>
        <pc:spChg chg="del">
          <ac:chgData name="蕭兆翔" userId="c09afb0b-60c9-45d8-81f2-4d7aa859f4bf" providerId="ADAL" clId="{068FED8F-1337-43B6-A26C-4EB37525DE15}" dt="2024-11-10T13:25:49.376" v="87" actId="478"/>
          <ac:spMkLst>
            <pc:docMk/>
            <pc:sldMk cId="1478207596" sldId="362"/>
            <ac:spMk id="136" creationId="{3DC01B55-24F2-A4CB-FC5A-F54A2F5A3C82}"/>
          </ac:spMkLst>
        </pc:spChg>
        <pc:grpChg chg="add mod">
          <ac:chgData name="蕭兆翔" userId="c09afb0b-60c9-45d8-81f2-4d7aa859f4bf" providerId="ADAL" clId="{068FED8F-1337-43B6-A26C-4EB37525DE15}" dt="2024-11-10T13:27:34.453" v="103" actId="14100"/>
          <ac:grpSpMkLst>
            <pc:docMk/>
            <pc:sldMk cId="1478207596" sldId="362"/>
            <ac:grpSpMk id="57" creationId="{FB66FC71-8748-363D-51F5-7E38953F8758}"/>
          </ac:grpSpMkLst>
        </pc:grpChg>
        <pc:grpChg chg="add mod">
          <ac:chgData name="蕭兆翔" userId="c09afb0b-60c9-45d8-81f2-4d7aa859f4bf" providerId="ADAL" clId="{068FED8F-1337-43B6-A26C-4EB37525DE15}" dt="2024-11-10T13:27:30.391" v="102" actId="1076"/>
          <ac:grpSpMkLst>
            <pc:docMk/>
            <pc:sldMk cId="1478207596" sldId="362"/>
            <ac:grpSpMk id="62" creationId="{75441975-E2BD-4236-61BB-8FD3AAE6D506}"/>
          </ac:grpSpMkLst>
        </pc:grp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58" creationId="{060C842F-391C-29AA-B59B-E561D2DF98E3}"/>
          </ac:cxnSpMkLst>
        </pc:cxn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59" creationId="{BA1328C9-D70B-B890-8C80-F5096D71677D}"/>
          </ac:cxnSpMkLst>
        </pc:cxn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60" creationId="{68D570BB-D39C-56E9-E348-9967AEC20DF1}"/>
          </ac:cxnSpMkLst>
        </pc:cxn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63" creationId="{22ECEA6E-BB06-2673-8D27-EFC48515BE1E}"/>
          </ac:cxnSpMkLst>
        </pc:cxn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64" creationId="{A72FED6F-315A-F1D3-4C4A-3040F9086088}"/>
          </ac:cxnSpMkLst>
        </pc:cxnChg>
        <pc:cxnChg chg="mod">
          <ac:chgData name="蕭兆翔" userId="c09afb0b-60c9-45d8-81f2-4d7aa859f4bf" providerId="ADAL" clId="{068FED8F-1337-43B6-A26C-4EB37525DE15}" dt="2024-11-10T13:27:24.356" v="101"/>
          <ac:cxnSpMkLst>
            <pc:docMk/>
            <pc:sldMk cId="1478207596" sldId="362"/>
            <ac:cxnSpMk id="65" creationId="{E38472EC-36E3-5515-FA2D-D9E8D8506574}"/>
          </ac:cxnSpMkLst>
        </pc:cxnChg>
      </pc:sldChg>
      <pc:sldChg chg="ord">
        <pc:chgData name="蕭兆翔" userId="c09afb0b-60c9-45d8-81f2-4d7aa859f4bf" providerId="ADAL" clId="{068FED8F-1337-43B6-A26C-4EB37525DE15}" dt="2024-11-10T13:23:04.191" v="66"/>
        <pc:sldMkLst>
          <pc:docMk/>
          <pc:sldMk cId="1903079872" sldId="363"/>
        </pc:sldMkLst>
      </pc:sldChg>
      <pc:sldChg chg="del">
        <pc:chgData name="蕭兆翔" userId="c09afb0b-60c9-45d8-81f2-4d7aa859f4bf" providerId="ADAL" clId="{068FED8F-1337-43B6-A26C-4EB37525DE15}" dt="2024-11-10T13:20:05.165" v="8" actId="47"/>
        <pc:sldMkLst>
          <pc:docMk/>
          <pc:sldMk cId="3547440806" sldId="364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1384483766" sldId="365"/>
        </pc:sldMkLst>
      </pc:sldChg>
      <pc:sldChg chg="del">
        <pc:chgData name="蕭兆翔" userId="c09afb0b-60c9-45d8-81f2-4d7aa859f4bf" providerId="ADAL" clId="{068FED8F-1337-43B6-A26C-4EB37525DE15}" dt="2024-11-10T13:18:58.069" v="0" actId="47"/>
        <pc:sldMkLst>
          <pc:docMk/>
          <pc:sldMk cId="502761630" sldId="366"/>
        </pc:sldMkLst>
      </pc:sldChg>
      <pc:sldChg chg="modSp mod">
        <pc:chgData name="蕭兆翔" userId="c09afb0b-60c9-45d8-81f2-4d7aa859f4bf" providerId="ADAL" clId="{068FED8F-1337-43B6-A26C-4EB37525DE15}" dt="2024-11-10T14:40:27.969" v="1671" actId="1076"/>
        <pc:sldMkLst>
          <pc:docMk/>
          <pc:sldMk cId="2276324886" sldId="367"/>
        </pc:sldMkLst>
        <pc:spChg chg="mod">
          <ac:chgData name="蕭兆翔" userId="c09afb0b-60c9-45d8-81f2-4d7aa859f4bf" providerId="ADAL" clId="{068FED8F-1337-43B6-A26C-4EB37525DE15}" dt="2024-11-10T14:40:27.969" v="1671" actId="1076"/>
          <ac:spMkLst>
            <pc:docMk/>
            <pc:sldMk cId="2276324886" sldId="367"/>
            <ac:spMk id="6" creationId="{1849C0E9-5C96-D367-8F4B-CFFC1B7BD727}"/>
          </ac:spMkLst>
        </pc:spChg>
        <pc:spChg chg="mod">
          <ac:chgData name="蕭兆翔" userId="c09afb0b-60c9-45d8-81f2-4d7aa859f4bf" providerId="ADAL" clId="{068FED8F-1337-43B6-A26C-4EB37525DE15}" dt="2024-11-10T14:40:26.679" v="1670" actId="1076"/>
          <ac:spMkLst>
            <pc:docMk/>
            <pc:sldMk cId="2276324886" sldId="367"/>
            <ac:spMk id="32" creationId="{C2752900-B843-E575-ABD3-EE16B18F0CFF}"/>
          </ac:spMkLst>
        </pc:spChg>
      </pc:sldChg>
      <pc:sldChg chg="addSp modSp new mod">
        <pc:chgData name="蕭兆翔" userId="c09afb0b-60c9-45d8-81f2-4d7aa859f4bf" providerId="ADAL" clId="{068FED8F-1337-43B6-A26C-4EB37525DE15}" dt="2024-11-10T14:59:40.363" v="2177" actId="1076"/>
        <pc:sldMkLst>
          <pc:docMk/>
          <pc:sldMk cId="1019940285" sldId="368"/>
        </pc:sldMkLst>
        <pc:spChg chg="add mod">
          <ac:chgData name="蕭兆翔" userId="c09afb0b-60c9-45d8-81f2-4d7aa859f4bf" providerId="ADAL" clId="{068FED8F-1337-43B6-A26C-4EB37525DE15}" dt="2024-11-10T14:56:13.514" v="2004" actId="207"/>
          <ac:spMkLst>
            <pc:docMk/>
            <pc:sldMk cId="1019940285" sldId="368"/>
            <ac:spMk id="4" creationId="{41398EE9-D4CA-9F7A-DABA-F40B693ECC71}"/>
          </ac:spMkLst>
        </pc:spChg>
        <pc:spChg chg="add mod">
          <ac:chgData name="蕭兆翔" userId="c09afb0b-60c9-45d8-81f2-4d7aa859f4bf" providerId="ADAL" clId="{068FED8F-1337-43B6-A26C-4EB37525DE15}" dt="2024-11-10T14:56:42.519" v="2016" actId="1076"/>
          <ac:spMkLst>
            <pc:docMk/>
            <pc:sldMk cId="1019940285" sldId="368"/>
            <ac:spMk id="6" creationId="{BD5925C4-F54D-4761-3375-169F2AC1259B}"/>
          </ac:spMkLst>
        </pc:spChg>
        <pc:spChg chg="add mod">
          <ac:chgData name="蕭兆翔" userId="c09afb0b-60c9-45d8-81f2-4d7aa859f4bf" providerId="ADAL" clId="{068FED8F-1337-43B6-A26C-4EB37525DE15}" dt="2024-11-10T14:56:58.396" v="2057" actId="207"/>
          <ac:spMkLst>
            <pc:docMk/>
            <pc:sldMk cId="1019940285" sldId="368"/>
            <ac:spMk id="7" creationId="{3BE3E059-41DD-CC55-597F-427F7D1B5706}"/>
          </ac:spMkLst>
        </pc:spChg>
        <pc:spChg chg="add mod">
          <ac:chgData name="蕭兆翔" userId="c09afb0b-60c9-45d8-81f2-4d7aa859f4bf" providerId="ADAL" clId="{068FED8F-1337-43B6-A26C-4EB37525DE15}" dt="2024-11-10T14:57:06.702" v="2060" actId="1076"/>
          <ac:spMkLst>
            <pc:docMk/>
            <pc:sldMk cId="1019940285" sldId="368"/>
            <ac:spMk id="9" creationId="{8135E544-21D0-3889-2438-90FF24D26EFB}"/>
          </ac:spMkLst>
        </pc:spChg>
        <pc:spChg chg="add mod">
          <ac:chgData name="蕭兆翔" userId="c09afb0b-60c9-45d8-81f2-4d7aa859f4bf" providerId="ADAL" clId="{068FED8F-1337-43B6-A26C-4EB37525DE15}" dt="2024-11-10T14:57:13.251" v="2063" actId="14100"/>
          <ac:spMkLst>
            <pc:docMk/>
            <pc:sldMk cId="1019940285" sldId="368"/>
            <ac:spMk id="11" creationId="{84A95F15-32E7-A5DC-0D32-F87FABEC941B}"/>
          </ac:spMkLst>
        </pc:spChg>
        <pc:spChg chg="add mod">
          <ac:chgData name="蕭兆翔" userId="c09afb0b-60c9-45d8-81f2-4d7aa859f4bf" providerId="ADAL" clId="{068FED8F-1337-43B6-A26C-4EB37525DE15}" dt="2024-11-10T14:59:40.363" v="2177" actId="1076"/>
          <ac:spMkLst>
            <pc:docMk/>
            <pc:sldMk cId="1019940285" sldId="368"/>
            <ac:spMk id="12" creationId="{FAC42076-7905-6C0B-6576-ADED97BE6F72}"/>
          </ac:spMkLst>
        </pc:spChg>
        <pc:picChg chg="add mod">
          <ac:chgData name="蕭兆翔" userId="c09afb0b-60c9-45d8-81f2-4d7aa859f4bf" providerId="ADAL" clId="{068FED8F-1337-43B6-A26C-4EB37525DE15}" dt="2024-11-10T13:37:34.656" v="594" actId="1076"/>
          <ac:picMkLst>
            <pc:docMk/>
            <pc:sldMk cId="1019940285" sldId="368"/>
            <ac:picMk id="3" creationId="{489730F2-0EB4-4BB0-2447-C7A646608208}"/>
          </ac:picMkLst>
        </pc:picChg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3144529321" sldId="368"/>
        </pc:sldMkLst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1234110007" sldId="369"/>
        </pc:sldMkLst>
      </pc:sldChg>
      <pc:sldChg chg="new del ord">
        <pc:chgData name="蕭兆翔" userId="c09afb0b-60c9-45d8-81f2-4d7aa859f4bf" providerId="ADAL" clId="{068FED8F-1337-43B6-A26C-4EB37525DE15}" dt="2024-11-10T13:32:59.498" v="149" actId="47"/>
        <pc:sldMkLst>
          <pc:docMk/>
          <pc:sldMk cId="3231643387" sldId="369"/>
        </pc:sldMkLst>
      </pc:sldChg>
      <pc:sldChg chg="addSp modSp new mod">
        <pc:chgData name="蕭兆翔" userId="c09afb0b-60c9-45d8-81f2-4d7aa859f4bf" providerId="ADAL" clId="{068FED8F-1337-43B6-A26C-4EB37525DE15}" dt="2024-11-10T13:38:50.292" v="709" actId="1076"/>
        <pc:sldMkLst>
          <pc:docMk/>
          <pc:sldMk cId="3368122676" sldId="369"/>
        </pc:sldMkLst>
        <pc:spChg chg="add mod">
          <ac:chgData name="蕭兆翔" userId="c09afb0b-60c9-45d8-81f2-4d7aa859f4bf" providerId="ADAL" clId="{068FED8F-1337-43B6-A26C-4EB37525DE15}" dt="2024-11-10T13:38:25.310" v="619" actId="1076"/>
          <ac:spMkLst>
            <pc:docMk/>
            <pc:sldMk cId="3368122676" sldId="369"/>
            <ac:spMk id="3" creationId="{B3C36487-F25C-2D37-8E35-05DB913CEC04}"/>
          </ac:spMkLst>
        </pc:spChg>
        <pc:spChg chg="add mod">
          <ac:chgData name="蕭兆翔" userId="c09afb0b-60c9-45d8-81f2-4d7aa859f4bf" providerId="ADAL" clId="{068FED8F-1337-43B6-A26C-4EB37525DE15}" dt="2024-11-10T13:38:50.292" v="709" actId="1076"/>
          <ac:spMkLst>
            <pc:docMk/>
            <pc:sldMk cId="3368122676" sldId="369"/>
            <ac:spMk id="4" creationId="{211EA429-59C1-658F-3E48-92A61BF09720}"/>
          </ac:spMkLst>
        </pc:spChg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1878439683" sldId="370"/>
        </pc:sldMkLst>
      </pc:sldChg>
      <pc:sldChg chg="modSp add mod">
        <pc:chgData name="蕭兆翔" userId="c09afb0b-60c9-45d8-81f2-4d7aa859f4bf" providerId="ADAL" clId="{068FED8F-1337-43B6-A26C-4EB37525DE15}" dt="2024-11-10T13:39:53.358" v="790" actId="20577"/>
        <pc:sldMkLst>
          <pc:docMk/>
          <pc:sldMk cId="3628181636" sldId="370"/>
        </pc:sldMkLst>
        <pc:spChg chg="mod">
          <ac:chgData name="蕭兆翔" userId="c09afb0b-60c9-45d8-81f2-4d7aa859f4bf" providerId="ADAL" clId="{068FED8F-1337-43B6-A26C-4EB37525DE15}" dt="2024-11-10T13:38:58.657" v="721" actId="20577"/>
          <ac:spMkLst>
            <pc:docMk/>
            <pc:sldMk cId="3628181636" sldId="370"/>
            <ac:spMk id="3" creationId="{17A5FBA8-7633-6B5F-B970-3A98A2AD06D3}"/>
          </ac:spMkLst>
        </pc:spChg>
        <pc:spChg chg="mod">
          <ac:chgData name="蕭兆翔" userId="c09afb0b-60c9-45d8-81f2-4d7aa859f4bf" providerId="ADAL" clId="{068FED8F-1337-43B6-A26C-4EB37525DE15}" dt="2024-11-10T13:39:53.358" v="790" actId="20577"/>
          <ac:spMkLst>
            <pc:docMk/>
            <pc:sldMk cId="3628181636" sldId="370"/>
            <ac:spMk id="4" creationId="{C8C2CCAF-3956-C51A-61F7-B052BB94E40B}"/>
          </ac:spMkLst>
        </pc:spChg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2110693809" sldId="371"/>
        </pc:sldMkLst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277144691" sldId="372"/>
        </pc:sldMkLst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4052363464" sldId="373"/>
        </pc:sldMkLst>
      </pc:sldChg>
      <pc:sldChg chg="del">
        <pc:chgData name="蕭兆翔" userId="c09afb0b-60c9-45d8-81f2-4d7aa859f4bf" providerId="ADAL" clId="{068FED8F-1337-43B6-A26C-4EB37525DE15}" dt="2024-11-10T13:21:46.644" v="16" actId="47"/>
        <pc:sldMkLst>
          <pc:docMk/>
          <pc:sldMk cId="2708484305" sldId="374"/>
        </pc:sldMkLst>
      </pc:sldChg>
      <pc:sldChg chg="del">
        <pc:chgData name="蕭兆翔" userId="c09afb0b-60c9-45d8-81f2-4d7aa859f4bf" providerId="ADAL" clId="{068FED8F-1337-43B6-A26C-4EB37525DE15}" dt="2024-11-10T13:20:03.816" v="7" actId="47"/>
        <pc:sldMkLst>
          <pc:docMk/>
          <pc:sldMk cId="1652231474" sldId="375"/>
        </pc:sldMkLst>
      </pc:sldChg>
      <pc:sldChg chg="del">
        <pc:chgData name="蕭兆翔" userId="c09afb0b-60c9-45d8-81f2-4d7aa859f4bf" providerId="ADAL" clId="{068FED8F-1337-43B6-A26C-4EB37525DE15}" dt="2024-11-10T13:19:44.090" v="4" actId="47"/>
        <pc:sldMkLst>
          <pc:docMk/>
          <pc:sldMk cId="860171490" sldId="376"/>
        </pc:sldMkLst>
      </pc:sldChg>
      <pc:sldChg chg="del">
        <pc:chgData name="蕭兆翔" userId="c09afb0b-60c9-45d8-81f2-4d7aa859f4bf" providerId="ADAL" clId="{068FED8F-1337-43B6-A26C-4EB37525DE15}" dt="2024-11-10T13:19:47.708" v="6" actId="47"/>
        <pc:sldMkLst>
          <pc:docMk/>
          <pc:sldMk cId="3193035229" sldId="377"/>
        </pc:sldMkLst>
      </pc:sldChg>
      <pc:sldChg chg="del">
        <pc:chgData name="蕭兆翔" userId="c09afb0b-60c9-45d8-81f2-4d7aa859f4bf" providerId="ADAL" clId="{068FED8F-1337-43B6-A26C-4EB37525DE15}" dt="2024-11-10T13:20:21.937" v="10" actId="47"/>
        <pc:sldMkLst>
          <pc:docMk/>
          <pc:sldMk cId="3193363585" sldId="378"/>
        </pc:sldMkLst>
      </pc:sldChg>
      <pc:sldChg chg="del">
        <pc:chgData name="蕭兆翔" userId="c09afb0b-60c9-45d8-81f2-4d7aa859f4bf" providerId="ADAL" clId="{068FED8F-1337-43B6-A26C-4EB37525DE15}" dt="2024-11-10T13:21:25.163" v="15" actId="47"/>
        <pc:sldMkLst>
          <pc:docMk/>
          <pc:sldMk cId="3768927201" sldId="379"/>
        </pc:sldMkLst>
      </pc:sldChg>
      <pc:sldChg chg="del">
        <pc:chgData name="蕭兆翔" userId="c09afb0b-60c9-45d8-81f2-4d7aa859f4bf" providerId="ADAL" clId="{068FED8F-1337-43B6-A26C-4EB37525DE15}" dt="2024-11-10T13:20:07.068" v="9" actId="47"/>
        <pc:sldMkLst>
          <pc:docMk/>
          <pc:sldMk cId="543560831" sldId="380"/>
        </pc:sldMkLst>
      </pc:sldChg>
      <pc:sldChg chg="add">
        <pc:chgData name="蕭兆翔" userId="c09afb0b-60c9-45d8-81f2-4d7aa859f4bf" providerId="ADAL" clId="{068FED8F-1337-43B6-A26C-4EB37525DE15}" dt="2024-11-10T13:42:11.346" v="792"/>
        <pc:sldMkLst>
          <pc:docMk/>
          <pc:sldMk cId="2273897021" sldId="380"/>
        </pc:sldMkLst>
      </pc:sldChg>
      <pc:sldChg chg="add">
        <pc:chgData name="蕭兆翔" userId="c09afb0b-60c9-45d8-81f2-4d7aa859f4bf" providerId="ADAL" clId="{068FED8F-1337-43B6-A26C-4EB37525DE15}" dt="2024-11-10T13:42:11.346" v="792"/>
        <pc:sldMkLst>
          <pc:docMk/>
          <pc:sldMk cId="108245367" sldId="382"/>
        </pc:sldMkLst>
      </pc:sldChg>
      <pc:sldChg chg="add">
        <pc:chgData name="蕭兆翔" userId="c09afb0b-60c9-45d8-81f2-4d7aa859f4bf" providerId="ADAL" clId="{068FED8F-1337-43B6-A26C-4EB37525DE15}" dt="2024-11-10T13:42:11.346" v="792"/>
        <pc:sldMkLst>
          <pc:docMk/>
          <pc:sldMk cId="629608856" sldId="383"/>
        </pc:sldMkLst>
      </pc:sldChg>
      <pc:sldChg chg="add">
        <pc:chgData name="蕭兆翔" userId="c09afb0b-60c9-45d8-81f2-4d7aa859f4bf" providerId="ADAL" clId="{068FED8F-1337-43B6-A26C-4EB37525DE15}" dt="2024-11-10T13:42:00.061" v="791"/>
        <pc:sldMkLst>
          <pc:docMk/>
          <pc:sldMk cId="925713520" sldId="384"/>
        </pc:sldMkLst>
      </pc:sldChg>
      <pc:sldChg chg="addSp modSp add mod">
        <pc:chgData name="蕭兆翔" userId="c09afb0b-60c9-45d8-81f2-4d7aa859f4bf" providerId="ADAL" clId="{068FED8F-1337-43B6-A26C-4EB37525DE15}" dt="2024-11-10T13:43:36.301" v="814" actId="1076"/>
        <pc:sldMkLst>
          <pc:docMk/>
          <pc:sldMk cId="3158669101" sldId="389"/>
        </pc:sldMkLst>
        <pc:spChg chg="add mod">
          <ac:chgData name="蕭兆翔" userId="c09afb0b-60c9-45d8-81f2-4d7aa859f4bf" providerId="ADAL" clId="{068FED8F-1337-43B6-A26C-4EB37525DE15}" dt="2024-11-10T13:43:36.301" v="814" actId="1076"/>
          <ac:spMkLst>
            <pc:docMk/>
            <pc:sldMk cId="3158669101" sldId="389"/>
            <ac:spMk id="3" creationId="{917A8FFE-5B42-9371-FC75-B3A67523D316}"/>
          </ac:spMkLst>
        </pc:spChg>
      </pc:sldChg>
      <pc:sldChg chg="add">
        <pc:chgData name="蕭兆翔" userId="c09afb0b-60c9-45d8-81f2-4d7aa859f4bf" providerId="ADAL" clId="{068FED8F-1337-43B6-A26C-4EB37525DE15}" dt="2024-11-10T13:43:15.551" v="793"/>
        <pc:sldMkLst>
          <pc:docMk/>
          <pc:sldMk cId="1190195857" sldId="390"/>
        </pc:sldMkLst>
      </pc:sldChg>
      <pc:sldChg chg="modSp add mod">
        <pc:chgData name="蕭兆翔" userId="c09afb0b-60c9-45d8-81f2-4d7aa859f4bf" providerId="ADAL" clId="{068FED8F-1337-43B6-A26C-4EB37525DE15}" dt="2024-11-10T15:12:15.236" v="2231" actId="1076"/>
        <pc:sldMkLst>
          <pc:docMk/>
          <pc:sldMk cId="3661037127" sldId="395"/>
        </pc:sldMkLst>
        <pc:spChg chg="mod">
          <ac:chgData name="蕭兆翔" userId="c09afb0b-60c9-45d8-81f2-4d7aa859f4bf" providerId="ADAL" clId="{068FED8F-1337-43B6-A26C-4EB37525DE15}" dt="2024-11-10T15:10:24.254" v="2227" actId="1076"/>
          <ac:spMkLst>
            <pc:docMk/>
            <pc:sldMk cId="3661037127" sldId="395"/>
            <ac:spMk id="16" creationId="{A044DA0B-556D-FCA8-F70C-89FE35D4B356}"/>
          </ac:spMkLst>
        </pc:spChg>
        <pc:graphicFrameChg chg="mod">
          <ac:chgData name="蕭兆翔" userId="c09afb0b-60c9-45d8-81f2-4d7aa859f4bf" providerId="ADAL" clId="{068FED8F-1337-43B6-A26C-4EB37525DE15}" dt="2024-11-10T15:10:24.254" v="2227" actId="1076"/>
          <ac:graphicFrameMkLst>
            <pc:docMk/>
            <pc:sldMk cId="3661037127" sldId="395"/>
            <ac:graphicFrameMk id="5" creationId="{06947508-179C-D27E-31DC-DDECBD84B71B}"/>
          </ac:graphicFrameMkLst>
        </pc:graphicFrameChg>
        <pc:graphicFrameChg chg="mod">
          <ac:chgData name="蕭兆翔" userId="c09afb0b-60c9-45d8-81f2-4d7aa859f4bf" providerId="ADAL" clId="{068FED8F-1337-43B6-A26C-4EB37525DE15}" dt="2024-11-10T15:10:20.042" v="2226" actId="1076"/>
          <ac:graphicFrameMkLst>
            <pc:docMk/>
            <pc:sldMk cId="3661037127" sldId="395"/>
            <ac:graphicFrameMk id="12" creationId="{DC100970-19F5-1C01-C31C-D29DF48FF8E8}"/>
          </ac:graphicFrameMkLst>
        </pc:graphicFrameChg>
        <pc:graphicFrameChg chg="mod ord">
          <ac:chgData name="蕭兆翔" userId="c09afb0b-60c9-45d8-81f2-4d7aa859f4bf" providerId="ADAL" clId="{068FED8F-1337-43B6-A26C-4EB37525DE15}" dt="2024-11-10T15:12:15.236" v="2231" actId="1076"/>
          <ac:graphicFrameMkLst>
            <pc:docMk/>
            <pc:sldMk cId="3661037127" sldId="395"/>
            <ac:graphicFrameMk id="13" creationId="{26ABA120-AD74-B2A0-4902-CA97602EFFE4}"/>
          </ac:graphicFrameMkLst>
        </pc:graphicFrameChg>
      </pc:sldChg>
      <pc:sldChg chg="addSp modSp add mod">
        <pc:chgData name="蕭兆翔" userId="c09afb0b-60c9-45d8-81f2-4d7aa859f4bf" providerId="ADAL" clId="{068FED8F-1337-43B6-A26C-4EB37525DE15}" dt="2024-11-10T15:13:14" v="2236" actId="14100"/>
        <pc:sldMkLst>
          <pc:docMk/>
          <pc:sldMk cId="4223565042" sldId="396"/>
        </pc:sldMkLst>
        <pc:spChg chg="add mod">
          <ac:chgData name="蕭兆翔" userId="c09afb0b-60c9-45d8-81f2-4d7aa859f4bf" providerId="ADAL" clId="{068FED8F-1337-43B6-A26C-4EB37525DE15}" dt="2024-11-10T15:13:14" v="2236" actId="14100"/>
          <ac:spMkLst>
            <pc:docMk/>
            <pc:sldMk cId="4223565042" sldId="396"/>
            <ac:spMk id="3" creationId="{3E2F336F-914D-480A-3280-375C9A5918B4}"/>
          </ac:spMkLst>
        </pc:spChg>
      </pc:sldChg>
      <pc:sldChg chg="addSp delSp modSp add mod">
        <pc:chgData name="蕭兆翔" userId="c09afb0b-60c9-45d8-81f2-4d7aa859f4bf" providerId="ADAL" clId="{068FED8F-1337-43B6-A26C-4EB37525DE15}" dt="2024-11-10T15:07:07.318" v="2222" actId="1076"/>
        <pc:sldMkLst>
          <pc:docMk/>
          <pc:sldMk cId="1449316844" sldId="401"/>
        </pc:sldMkLst>
        <pc:spChg chg="mod">
          <ac:chgData name="蕭兆翔" userId="c09afb0b-60c9-45d8-81f2-4d7aa859f4bf" providerId="ADAL" clId="{068FED8F-1337-43B6-A26C-4EB37525DE15}" dt="2024-11-10T15:07:07.318" v="2222" actId="1076"/>
          <ac:spMkLst>
            <pc:docMk/>
            <pc:sldMk cId="1449316844" sldId="401"/>
            <ac:spMk id="14" creationId="{5BC3D40A-3C2F-0785-91E1-082892B27B9D}"/>
          </ac:spMkLst>
        </pc:spChg>
        <pc:spChg chg="add del mod">
          <ac:chgData name="蕭兆翔" userId="c09afb0b-60c9-45d8-81f2-4d7aa859f4bf" providerId="ADAL" clId="{068FED8F-1337-43B6-A26C-4EB37525DE15}" dt="2024-11-10T13:44:40.155" v="945" actId="1076"/>
          <ac:spMkLst>
            <pc:docMk/>
            <pc:sldMk cId="1449316844" sldId="401"/>
            <ac:spMk id="44" creationId="{7B958AFA-4758-EFFB-BC8D-4429D758ACA7}"/>
          </ac:spMkLst>
        </pc:spChg>
      </pc:sldChg>
      <pc:sldChg chg="modSp add mod">
        <pc:chgData name="蕭兆翔" userId="c09afb0b-60c9-45d8-81f2-4d7aa859f4bf" providerId="ADAL" clId="{068FED8F-1337-43B6-A26C-4EB37525DE15}" dt="2024-11-10T14:10:29.466" v="1413" actId="20577"/>
        <pc:sldMkLst>
          <pc:docMk/>
          <pc:sldMk cId="1781052510" sldId="402"/>
        </pc:sldMkLst>
        <pc:spChg chg="mod">
          <ac:chgData name="蕭兆翔" userId="c09afb0b-60c9-45d8-81f2-4d7aa859f4bf" providerId="ADAL" clId="{068FED8F-1337-43B6-A26C-4EB37525DE15}" dt="2024-11-10T13:46:49.945" v="952" actId="20577"/>
          <ac:spMkLst>
            <pc:docMk/>
            <pc:sldMk cId="1781052510" sldId="402"/>
            <ac:spMk id="3" creationId="{C3DBC849-CDF7-AB99-3648-DD97DBF1ED9C}"/>
          </ac:spMkLst>
        </pc:spChg>
        <pc:spChg chg="mod">
          <ac:chgData name="蕭兆翔" userId="c09afb0b-60c9-45d8-81f2-4d7aa859f4bf" providerId="ADAL" clId="{068FED8F-1337-43B6-A26C-4EB37525DE15}" dt="2024-11-10T14:10:29.466" v="1413" actId="20577"/>
          <ac:spMkLst>
            <pc:docMk/>
            <pc:sldMk cId="1781052510" sldId="402"/>
            <ac:spMk id="4" creationId="{11DBFB96-FAB9-1ADB-5A00-64277DDFC024}"/>
          </ac:spMkLst>
        </pc:spChg>
      </pc:sldChg>
      <pc:sldChg chg="addSp delSp modSp new mod">
        <pc:chgData name="蕭兆翔" userId="c09afb0b-60c9-45d8-81f2-4d7aa859f4bf" providerId="ADAL" clId="{068FED8F-1337-43B6-A26C-4EB37525DE15}" dt="2024-11-10T15:19:09.747" v="2331" actId="207"/>
        <pc:sldMkLst>
          <pc:docMk/>
          <pc:sldMk cId="1171400983" sldId="403"/>
        </pc:sldMkLst>
        <pc:spChg chg="add mod">
          <ac:chgData name="蕭兆翔" userId="c09afb0b-60c9-45d8-81f2-4d7aa859f4bf" providerId="ADAL" clId="{068FED8F-1337-43B6-A26C-4EB37525DE15}" dt="2024-11-10T15:16:03.012" v="2246" actId="20578"/>
          <ac:spMkLst>
            <pc:docMk/>
            <pc:sldMk cId="1171400983" sldId="403"/>
            <ac:spMk id="3" creationId="{BEE91562-331A-F19E-5600-75B6F3407202}"/>
          </ac:spMkLst>
        </pc:spChg>
        <pc:spChg chg="add del mod">
          <ac:chgData name="蕭兆翔" userId="c09afb0b-60c9-45d8-81f2-4d7aa859f4bf" providerId="ADAL" clId="{068FED8F-1337-43B6-A26C-4EB37525DE15}" dt="2024-11-10T13:52:27.626" v="1032"/>
          <ac:spMkLst>
            <pc:docMk/>
            <pc:sldMk cId="1171400983" sldId="403"/>
            <ac:spMk id="4" creationId="{28C1E2C5-F0B7-6470-B562-3AD06092C589}"/>
          </ac:spMkLst>
        </pc:spChg>
        <pc:spChg chg="add mod">
          <ac:chgData name="蕭兆翔" userId="c09afb0b-60c9-45d8-81f2-4d7aa859f4bf" providerId="ADAL" clId="{068FED8F-1337-43B6-A26C-4EB37525DE15}" dt="2024-11-10T13:52:51.377" v="1097" actId="1076"/>
          <ac:spMkLst>
            <pc:docMk/>
            <pc:sldMk cId="1171400983" sldId="403"/>
            <ac:spMk id="5" creationId="{FD471998-5960-362C-8CB5-43561585D735}"/>
          </ac:spMkLst>
        </pc:spChg>
        <pc:spChg chg="add mod">
          <ac:chgData name="蕭兆翔" userId="c09afb0b-60c9-45d8-81f2-4d7aa859f4bf" providerId="ADAL" clId="{068FED8F-1337-43B6-A26C-4EB37525DE15}" dt="2024-11-10T15:16:16.447" v="2256"/>
          <ac:spMkLst>
            <pc:docMk/>
            <pc:sldMk cId="1171400983" sldId="403"/>
            <ac:spMk id="7" creationId="{BA62E7A3-D09D-D20C-153F-74AB0B3CA820}"/>
          </ac:spMkLst>
        </pc:spChg>
        <pc:spChg chg="del mod">
          <ac:chgData name="蕭兆翔" userId="c09afb0b-60c9-45d8-81f2-4d7aa859f4bf" providerId="ADAL" clId="{068FED8F-1337-43B6-A26C-4EB37525DE15}" dt="2024-11-10T13:53:58.281" v="1131"/>
          <ac:spMkLst>
            <pc:docMk/>
            <pc:sldMk cId="1171400983" sldId="403"/>
            <ac:spMk id="8" creationId="{8A7E9CC4-8927-845D-C3FD-ED2359C58ED1}"/>
          </ac:spMkLst>
        </pc:spChg>
        <pc:spChg chg="add mod">
          <ac:chgData name="蕭兆翔" userId="c09afb0b-60c9-45d8-81f2-4d7aa859f4bf" providerId="ADAL" clId="{068FED8F-1337-43B6-A26C-4EB37525DE15}" dt="2024-11-10T13:54:14.485" v="1138" actId="1076"/>
          <ac:spMkLst>
            <pc:docMk/>
            <pc:sldMk cId="1171400983" sldId="403"/>
            <ac:spMk id="9" creationId="{DF29546E-50BC-827B-17B7-158A610E62C7}"/>
          </ac:spMkLst>
        </pc:spChg>
        <pc:spChg chg="add del mod">
          <ac:chgData name="蕭兆翔" userId="c09afb0b-60c9-45d8-81f2-4d7aa859f4bf" providerId="ADAL" clId="{068FED8F-1337-43B6-A26C-4EB37525DE15}" dt="2024-11-10T13:59:33.585" v="1247" actId="478"/>
          <ac:spMkLst>
            <pc:docMk/>
            <pc:sldMk cId="1171400983" sldId="403"/>
            <ac:spMk id="10" creationId="{4E3FD681-0ED0-1EE6-0CA7-A547E3CBBEE9}"/>
          </ac:spMkLst>
        </pc:spChg>
        <pc:spChg chg="add mod">
          <ac:chgData name="蕭兆翔" userId="c09afb0b-60c9-45d8-81f2-4d7aa859f4bf" providerId="ADAL" clId="{068FED8F-1337-43B6-A26C-4EB37525DE15}" dt="2024-11-10T15:18:15.560" v="2271" actId="207"/>
          <ac:spMkLst>
            <pc:docMk/>
            <pc:sldMk cId="1171400983" sldId="403"/>
            <ac:spMk id="12" creationId="{CDE399EE-66DF-616A-9DEF-EF2A6257A378}"/>
          </ac:spMkLst>
        </pc:spChg>
        <pc:spChg chg="add del mod">
          <ac:chgData name="蕭兆翔" userId="c09afb0b-60c9-45d8-81f2-4d7aa859f4bf" providerId="ADAL" clId="{068FED8F-1337-43B6-A26C-4EB37525DE15}" dt="2024-11-10T14:04:03.813" v="1280" actId="21"/>
          <ac:spMkLst>
            <pc:docMk/>
            <pc:sldMk cId="1171400983" sldId="403"/>
            <ac:spMk id="13" creationId="{1458EAE2-5101-BF0D-EC68-37D5312A6F95}"/>
          </ac:spMkLst>
        </pc:spChg>
        <pc:spChg chg="add mod">
          <ac:chgData name="蕭兆翔" userId="c09afb0b-60c9-45d8-81f2-4d7aa859f4bf" providerId="ADAL" clId="{068FED8F-1337-43B6-A26C-4EB37525DE15}" dt="2024-11-10T15:18:35.188" v="2290" actId="1076"/>
          <ac:spMkLst>
            <pc:docMk/>
            <pc:sldMk cId="1171400983" sldId="403"/>
            <ac:spMk id="16" creationId="{CAFA524A-706C-4FEC-F536-5992FFC7D6A6}"/>
          </ac:spMkLst>
        </pc:spChg>
        <pc:spChg chg="add mod">
          <ac:chgData name="蕭兆翔" userId="c09afb0b-60c9-45d8-81f2-4d7aa859f4bf" providerId="ADAL" clId="{068FED8F-1337-43B6-A26C-4EB37525DE15}" dt="2024-11-10T15:18:43.263" v="2316" actId="20577"/>
          <ac:spMkLst>
            <pc:docMk/>
            <pc:sldMk cId="1171400983" sldId="403"/>
            <ac:spMk id="17" creationId="{8E2DDE9E-2F67-F135-3CB2-20C11723F776}"/>
          </ac:spMkLst>
        </pc:spChg>
        <pc:spChg chg="add del mod">
          <ac:chgData name="蕭兆翔" userId="c09afb0b-60c9-45d8-81f2-4d7aa859f4bf" providerId="ADAL" clId="{068FED8F-1337-43B6-A26C-4EB37525DE15}" dt="2024-11-10T15:19:05.833" v="2329"/>
          <ac:spMkLst>
            <pc:docMk/>
            <pc:sldMk cId="1171400983" sldId="403"/>
            <ac:spMk id="18" creationId="{A48E0924-BA2D-7E01-0B97-9AC11E006FBB}"/>
          </ac:spMkLst>
        </pc:spChg>
        <pc:graphicFrameChg chg="add mod modGraphic">
          <ac:chgData name="蕭兆翔" userId="c09afb0b-60c9-45d8-81f2-4d7aa859f4bf" providerId="ADAL" clId="{068FED8F-1337-43B6-A26C-4EB37525DE15}" dt="2024-11-10T15:18:52.896" v="2325" actId="122"/>
          <ac:graphicFrameMkLst>
            <pc:docMk/>
            <pc:sldMk cId="1171400983" sldId="403"/>
            <ac:graphicFrameMk id="14" creationId="{6B580DCA-8755-F311-0A4E-6C026CA35BFD}"/>
          </ac:graphicFrameMkLst>
        </pc:graphicFrameChg>
        <pc:graphicFrameChg chg="add mod modGraphic">
          <ac:chgData name="蕭兆翔" userId="c09afb0b-60c9-45d8-81f2-4d7aa859f4bf" providerId="ADAL" clId="{068FED8F-1337-43B6-A26C-4EB37525DE15}" dt="2024-11-10T15:19:09.747" v="2331" actId="207"/>
          <ac:graphicFrameMkLst>
            <pc:docMk/>
            <pc:sldMk cId="1171400983" sldId="403"/>
            <ac:graphicFrameMk id="15" creationId="{5BA6CE11-DF54-13BD-4E57-77CAE8166652}"/>
          </ac:graphicFrameMkLst>
        </pc:graphicFrameChg>
      </pc:sldChg>
      <pc:sldChg chg="addSp delSp modSp new mod">
        <pc:chgData name="蕭兆翔" userId="c09afb0b-60c9-45d8-81f2-4d7aa859f4bf" providerId="ADAL" clId="{068FED8F-1337-43B6-A26C-4EB37525DE15}" dt="2024-11-10T15:42:46.271" v="2888" actId="20577"/>
        <pc:sldMkLst>
          <pc:docMk/>
          <pc:sldMk cId="2877462144" sldId="404"/>
        </pc:sldMkLst>
        <pc:spChg chg="add del mod">
          <ac:chgData name="蕭兆翔" userId="c09afb0b-60c9-45d8-81f2-4d7aa859f4bf" providerId="ADAL" clId="{068FED8F-1337-43B6-A26C-4EB37525DE15}" dt="2024-11-10T15:26:27.123" v="2428" actId="21"/>
          <ac:spMkLst>
            <pc:docMk/>
            <pc:sldMk cId="2877462144" sldId="404"/>
            <ac:spMk id="4" creationId="{D42E6DC8-2109-910D-97EB-D874691AEF8C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6" creationId="{45780891-7429-25A9-5C5E-7D000832B568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9" creationId="{95EE021A-7421-B70B-FB01-E8C1957FE494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11" creationId="{467B6D46-C034-DD86-898B-2B4503E2C768}"/>
          </ac:spMkLst>
        </pc:spChg>
        <pc:spChg chg="add mod">
          <ac:chgData name="蕭兆翔" userId="c09afb0b-60c9-45d8-81f2-4d7aa859f4bf" providerId="ADAL" clId="{068FED8F-1337-43B6-A26C-4EB37525DE15}" dt="2024-11-10T15:22:35.351" v="2418" actId="207"/>
          <ac:spMkLst>
            <pc:docMk/>
            <pc:sldMk cId="2877462144" sldId="404"/>
            <ac:spMk id="12" creationId="{0D51BDB4-1428-F383-2803-DA55BA36AA36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13" creationId="{1458EAE2-5101-BF0D-EC68-37D5312A6F95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15" creationId="{E9873404-D08E-C618-E3D9-EDCAE5A4D415}"/>
          </ac:spMkLst>
        </pc:spChg>
        <pc:spChg chg="add del mod">
          <ac:chgData name="蕭兆翔" userId="c09afb0b-60c9-45d8-81f2-4d7aa859f4bf" providerId="ADAL" clId="{068FED8F-1337-43B6-A26C-4EB37525DE15}" dt="2024-11-10T15:19:37.078" v="2333" actId="478"/>
          <ac:spMkLst>
            <pc:docMk/>
            <pc:sldMk cId="2877462144" sldId="404"/>
            <ac:spMk id="16" creationId="{618F38D2-6DFD-1E6D-8562-E583C4922837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21" creationId="{B905B400-5641-0405-CD85-501B06BD08CC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26" creationId="{FCD13D18-A62F-EEDA-52B1-660628D8B6FE}"/>
          </ac:spMkLst>
        </pc:spChg>
        <pc:spChg chg="add mod">
          <ac:chgData name="蕭兆翔" userId="c09afb0b-60c9-45d8-81f2-4d7aa859f4bf" providerId="ADAL" clId="{068FED8F-1337-43B6-A26C-4EB37525DE15}" dt="2024-11-10T15:33:10.701" v="2522" actId="20577"/>
          <ac:spMkLst>
            <pc:docMk/>
            <pc:sldMk cId="2877462144" sldId="404"/>
            <ac:spMk id="27" creationId="{7EAF460D-BFF0-176F-E7BE-708DA9931D8C}"/>
          </ac:spMkLst>
        </pc:spChg>
        <pc:spChg chg="add mod">
          <ac:chgData name="蕭兆翔" userId="c09afb0b-60c9-45d8-81f2-4d7aa859f4bf" providerId="ADAL" clId="{068FED8F-1337-43B6-A26C-4EB37525DE15}" dt="2024-11-10T15:21:06.901" v="2406" actId="1035"/>
          <ac:spMkLst>
            <pc:docMk/>
            <pc:sldMk cId="2877462144" sldId="404"/>
            <ac:spMk id="28" creationId="{73E5AC08-6A44-5A8D-C905-D53FAA2A5A72}"/>
          </ac:spMkLst>
        </pc:spChg>
        <pc:spChg chg="add del mod">
          <ac:chgData name="蕭兆翔" userId="c09afb0b-60c9-45d8-81f2-4d7aa859f4bf" providerId="ADAL" clId="{068FED8F-1337-43B6-A26C-4EB37525DE15}" dt="2024-11-10T15:33:55.610" v="2526" actId="21"/>
          <ac:spMkLst>
            <pc:docMk/>
            <pc:sldMk cId="2877462144" sldId="404"/>
            <ac:spMk id="32" creationId="{70E814E9-CD8C-C868-2C36-85E9E8E41591}"/>
          </ac:spMkLst>
        </pc:spChg>
        <pc:spChg chg="add del mod">
          <ac:chgData name="蕭兆翔" userId="c09afb0b-60c9-45d8-81f2-4d7aa859f4bf" providerId="ADAL" clId="{068FED8F-1337-43B6-A26C-4EB37525DE15}" dt="2024-11-10T15:26:27.123" v="2428" actId="21"/>
          <ac:spMkLst>
            <pc:docMk/>
            <pc:sldMk cId="2877462144" sldId="404"/>
            <ac:spMk id="35" creationId="{49FD58DD-D0A5-0FDF-0C2F-01FF2C5B188E}"/>
          </ac:spMkLst>
        </pc:spChg>
        <pc:spChg chg="add mod">
          <ac:chgData name="蕭兆翔" userId="c09afb0b-60c9-45d8-81f2-4d7aa859f4bf" providerId="ADAL" clId="{068FED8F-1337-43B6-A26C-4EB37525DE15}" dt="2024-11-10T15:19:44.534" v="2337" actId="1076"/>
          <ac:spMkLst>
            <pc:docMk/>
            <pc:sldMk cId="2877462144" sldId="404"/>
            <ac:spMk id="38" creationId="{5F955A26-4139-5037-AEE6-9D2A82B6F805}"/>
          </ac:spMkLst>
        </pc:spChg>
        <pc:spChg chg="add mod">
          <ac:chgData name="蕭兆翔" userId="c09afb0b-60c9-45d8-81f2-4d7aa859f4bf" providerId="ADAL" clId="{068FED8F-1337-43B6-A26C-4EB37525DE15}" dt="2024-11-10T15:19:51.570" v="2340" actId="1076"/>
          <ac:spMkLst>
            <pc:docMk/>
            <pc:sldMk cId="2877462144" sldId="404"/>
            <ac:spMk id="39" creationId="{E332A2A3-CC3B-3BDA-26DF-9C01FE65DF72}"/>
          </ac:spMkLst>
        </pc:spChg>
        <pc:spChg chg="add mod">
          <ac:chgData name="蕭兆翔" userId="c09afb0b-60c9-45d8-81f2-4d7aa859f4bf" providerId="ADAL" clId="{068FED8F-1337-43B6-A26C-4EB37525DE15}" dt="2024-11-10T15:20:52.649" v="2372" actId="1076"/>
          <ac:spMkLst>
            <pc:docMk/>
            <pc:sldMk cId="2877462144" sldId="404"/>
            <ac:spMk id="41" creationId="{54C9A728-5EA2-8C73-17AD-B21024A3D641}"/>
          </ac:spMkLst>
        </pc:spChg>
        <pc:spChg chg="add mod">
          <ac:chgData name="蕭兆翔" userId="c09afb0b-60c9-45d8-81f2-4d7aa859f4bf" providerId="ADAL" clId="{068FED8F-1337-43B6-A26C-4EB37525DE15}" dt="2024-11-10T15:21:56.415" v="2411" actId="14100"/>
          <ac:spMkLst>
            <pc:docMk/>
            <pc:sldMk cId="2877462144" sldId="404"/>
            <ac:spMk id="44" creationId="{3E6569B9-67DF-F88D-DA57-AF1F4E63E5A3}"/>
          </ac:spMkLst>
        </pc:spChg>
        <pc:spChg chg="add mod">
          <ac:chgData name="蕭兆翔" userId="c09afb0b-60c9-45d8-81f2-4d7aa859f4bf" providerId="ADAL" clId="{068FED8F-1337-43B6-A26C-4EB37525DE15}" dt="2024-11-10T15:24:10.488" v="2420" actId="14100"/>
          <ac:spMkLst>
            <pc:docMk/>
            <pc:sldMk cId="2877462144" sldId="404"/>
            <ac:spMk id="47" creationId="{66E96E8B-330D-FA43-E33A-C147B496A305}"/>
          </ac:spMkLst>
        </pc:spChg>
        <pc:spChg chg="add mod">
          <ac:chgData name="蕭兆翔" userId="c09afb0b-60c9-45d8-81f2-4d7aa859f4bf" providerId="ADAL" clId="{068FED8F-1337-43B6-A26C-4EB37525DE15}" dt="2024-11-10T15:34:41.532" v="2535" actId="20577"/>
          <ac:spMkLst>
            <pc:docMk/>
            <pc:sldMk cId="2877462144" sldId="404"/>
            <ac:spMk id="50" creationId="{8E04D429-CB85-725B-C951-3EE3322D7E51}"/>
          </ac:spMkLst>
        </pc:spChg>
        <pc:spChg chg="add del mod">
          <ac:chgData name="蕭兆翔" userId="c09afb0b-60c9-45d8-81f2-4d7aa859f4bf" providerId="ADAL" clId="{068FED8F-1337-43B6-A26C-4EB37525DE15}" dt="2024-11-10T15:34:44.652" v="2536" actId="478"/>
          <ac:spMkLst>
            <pc:docMk/>
            <pc:sldMk cId="2877462144" sldId="404"/>
            <ac:spMk id="51" creationId="{448D68DA-839C-39B5-F58F-4C7F9A1D6348}"/>
          </ac:spMkLst>
        </pc:spChg>
        <pc:spChg chg="add mod">
          <ac:chgData name="蕭兆翔" userId="c09afb0b-60c9-45d8-81f2-4d7aa859f4bf" providerId="ADAL" clId="{068FED8F-1337-43B6-A26C-4EB37525DE15}" dt="2024-11-10T15:42:32.092" v="2876" actId="1076"/>
          <ac:spMkLst>
            <pc:docMk/>
            <pc:sldMk cId="2877462144" sldId="404"/>
            <ac:spMk id="53" creationId="{8873F1A8-D4C4-7BE4-131C-F4A86E333801}"/>
          </ac:spMkLst>
        </pc:spChg>
        <pc:graphicFrameChg chg="add mod">
          <ac:chgData name="蕭兆翔" userId="c09afb0b-60c9-45d8-81f2-4d7aa859f4bf" providerId="ADAL" clId="{068FED8F-1337-43B6-A26C-4EB37525DE15}" dt="2024-11-10T15:19:46.402" v="2338" actId="1076"/>
          <ac:graphicFrameMkLst>
            <pc:docMk/>
            <pc:sldMk cId="2877462144" sldId="404"/>
            <ac:graphicFrameMk id="36" creationId="{F297CAEB-A44A-1718-0C78-0B28D888D142}"/>
          </ac:graphicFrameMkLst>
        </pc:graphicFrameChg>
        <pc:graphicFrameChg chg="add mod modGraphic">
          <ac:chgData name="蕭兆翔" userId="c09afb0b-60c9-45d8-81f2-4d7aa859f4bf" providerId="ADAL" clId="{068FED8F-1337-43B6-A26C-4EB37525DE15}" dt="2024-11-10T15:20:28.427" v="2365" actId="242"/>
          <ac:graphicFrameMkLst>
            <pc:docMk/>
            <pc:sldMk cId="2877462144" sldId="404"/>
            <ac:graphicFrameMk id="37" creationId="{2380E04C-563A-AABA-4B14-C6A1D70B1432}"/>
          </ac:graphicFrameMkLst>
        </pc:graphicFrameChg>
        <pc:graphicFrameChg chg="add mod modGraphic">
          <ac:chgData name="蕭兆翔" userId="c09afb0b-60c9-45d8-81f2-4d7aa859f4bf" providerId="ADAL" clId="{068FED8F-1337-43B6-A26C-4EB37525DE15}" dt="2024-11-10T15:42:46.271" v="2888" actId="20577"/>
          <ac:graphicFrameMkLst>
            <pc:docMk/>
            <pc:sldMk cId="2877462144" sldId="404"/>
            <ac:graphicFrameMk id="52" creationId="{3151940D-FC6D-0C9B-A985-E1F7FEE001A5}"/>
          </ac:graphicFrameMkLst>
        </pc:graphicFrameChg>
        <pc:cxnChg chg="add mod">
          <ac:chgData name="蕭兆翔" userId="c09afb0b-60c9-45d8-81f2-4d7aa859f4bf" providerId="ADAL" clId="{068FED8F-1337-43B6-A26C-4EB37525DE15}" dt="2024-11-10T15:22:04.907" v="2412" actId="14100"/>
          <ac:cxnSpMkLst>
            <pc:docMk/>
            <pc:sldMk cId="2877462144" sldId="404"/>
            <ac:cxnSpMk id="8" creationId="{C2197E38-EA0B-08EA-6F97-28829FAB9C63}"/>
          </ac:cxnSpMkLst>
        </pc:cxnChg>
        <pc:cxnChg chg="add mod">
          <ac:chgData name="蕭兆翔" userId="c09afb0b-60c9-45d8-81f2-4d7aa859f4bf" providerId="ADAL" clId="{068FED8F-1337-43B6-A26C-4EB37525DE15}" dt="2024-11-10T15:22:22.316" v="2417" actId="14100"/>
          <ac:cxnSpMkLst>
            <pc:docMk/>
            <pc:sldMk cId="2877462144" sldId="404"/>
            <ac:cxnSpMk id="19" creationId="{38409376-0689-FC7C-85C4-9DA51909F57B}"/>
          </ac:cxnSpMkLst>
        </pc:cxnChg>
        <pc:cxnChg chg="add mod">
          <ac:chgData name="蕭兆翔" userId="c09afb0b-60c9-45d8-81f2-4d7aa859f4bf" providerId="ADAL" clId="{068FED8F-1337-43B6-A26C-4EB37525DE15}" dt="2024-11-10T15:23:07.089" v="2419" actId="14100"/>
          <ac:cxnSpMkLst>
            <pc:docMk/>
            <pc:sldMk cId="2877462144" sldId="404"/>
            <ac:cxnSpMk id="22" creationId="{99AD35A5-A6DA-78A0-220F-99F0CE24C176}"/>
          </ac:cxnSpMkLst>
        </pc:cxnChg>
        <pc:cxnChg chg="add mod">
          <ac:chgData name="蕭兆翔" userId="c09afb0b-60c9-45d8-81f2-4d7aa859f4bf" providerId="ADAL" clId="{068FED8F-1337-43B6-A26C-4EB37525DE15}" dt="2024-11-10T15:22:11.928" v="2413" actId="14100"/>
          <ac:cxnSpMkLst>
            <pc:docMk/>
            <pc:sldMk cId="2877462144" sldId="404"/>
            <ac:cxnSpMk id="30" creationId="{2C2C6EF9-A729-1786-A391-2C8C61223BBE}"/>
          </ac:cxnSpMkLst>
        </pc:cxnChg>
        <pc:cxnChg chg="add mod">
          <ac:chgData name="蕭兆翔" userId="c09afb0b-60c9-45d8-81f2-4d7aa859f4bf" providerId="ADAL" clId="{068FED8F-1337-43B6-A26C-4EB37525DE15}" dt="2024-11-10T15:21:14.858" v="2408" actId="208"/>
          <ac:cxnSpMkLst>
            <pc:docMk/>
            <pc:sldMk cId="2877462144" sldId="404"/>
            <ac:cxnSpMk id="43" creationId="{9AB0E302-A027-3A83-DB54-10239ACEC597}"/>
          </ac:cxnSpMkLst>
        </pc:cxnChg>
      </pc:sldChg>
      <pc:sldChg chg="new del">
        <pc:chgData name="蕭兆翔" userId="c09afb0b-60c9-45d8-81f2-4d7aa859f4bf" providerId="ADAL" clId="{068FED8F-1337-43B6-A26C-4EB37525DE15}" dt="2024-11-10T14:34:32.697" v="1644" actId="47"/>
        <pc:sldMkLst>
          <pc:docMk/>
          <pc:sldMk cId="380181954" sldId="405"/>
        </pc:sldMkLst>
      </pc:sldChg>
      <pc:sldChg chg="addSp modSp new mod">
        <pc:chgData name="蕭兆翔" userId="c09afb0b-60c9-45d8-81f2-4d7aa859f4bf" providerId="ADAL" clId="{068FED8F-1337-43B6-A26C-4EB37525DE15}" dt="2024-11-10T14:50:54.671" v="2002" actId="1076"/>
        <pc:sldMkLst>
          <pc:docMk/>
          <pc:sldMk cId="1008381853" sldId="405"/>
        </pc:sldMkLst>
        <pc:spChg chg="add mod">
          <ac:chgData name="蕭兆翔" userId="c09afb0b-60c9-45d8-81f2-4d7aa859f4bf" providerId="ADAL" clId="{068FED8F-1337-43B6-A26C-4EB37525DE15}" dt="2024-11-10T14:40:34.343" v="1673"/>
          <ac:spMkLst>
            <pc:docMk/>
            <pc:sldMk cId="1008381853" sldId="405"/>
            <ac:spMk id="3" creationId="{94FAAAF8-49FC-30FF-A6E3-F8698F743B6F}"/>
          </ac:spMkLst>
        </pc:spChg>
        <pc:spChg chg="add mod">
          <ac:chgData name="蕭兆翔" userId="c09afb0b-60c9-45d8-81f2-4d7aa859f4bf" providerId="ADAL" clId="{068FED8F-1337-43B6-A26C-4EB37525DE15}" dt="2024-11-10T14:42:57.066" v="1858" actId="1076"/>
          <ac:spMkLst>
            <pc:docMk/>
            <pc:sldMk cId="1008381853" sldId="405"/>
            <ac:spMk id="4" creationId="{B52B17FC-16E2-356C-1F40-C674AF707C54}"/>
          </ac:spMkLst>
        </pc:spChg>
        <pc:spChg chg="add mod">
          <ac:chgData name="蕭兆翔" userId="c09afb0b-60c9-45d8-81f2-4d7aa859f4bf" providerId="ADAL" clId="{068FED8F-1337-43B6-A26C-4EB37525DE15}" dt="2024-11-10T14:47:39.784" v="1995" actId="1076"/>
          <ac:spMkLst>
            <pc:docMk/>
            <pc:sldMk cId="1008381853" sldId="405"/>
            <ac:spMk id="5" creationId="{099B494B-4B6C-5232-ADEA-6700F06B3E99}"/>
          </ac:spMkLst>
        </pc:spChg>
        <pc:spChg chg="add mod">
          <ac:chgData name="蕭兆翔" userId="c09afb0b-60c9-45d8-81f2-4d7aa859f4bf" providerId="ADAL" clId="{068FED8F-1337-43B6-A26C-4EB37525DE15}" dt="2024-11-10T14:47:50.882" v="1999" actId="1076"/>
          <ac:spMkLst>
            <pc:docMk/>
            <pc:sldMk cId="1008381853" sldId="405"/>
            <ac:spMk id="6" creationId="{74BB63DB-428C-10C7-DA9F-E096E046A6D1}"/>
          </ac:spMkLst>
        </pc:spChg>
        <pc:spChg chg="add mod">
          <ac:chgData name="蕭兆翔" userId="c09afb0b-60c9-45d8-81f2-4d7aa859f4bf" providerId="ADAL" clId="{068FED8F-1337-43B6-A26C-4EB37525DE15}" dt="2024-11-10T14:46:18.931" v="1947" actId="1076"/>
          <ac:spMkLst>
            <pc:docMk/>
            <pc:sldMk cId="1008381853" sldId="405"/>
            <ac:spMk id="7" creationId="{6B97C5CB-7784-F396-D9B7-DC263BBF5CD0}"/>
          </ac:spMkLst>
        </pc:spChg>
        <pc:spChg chg="add mod">
          <ac:chgData name="蕭兆翔" userId="c09afb0b-60c9-45d8-81f2-4d7aa859f4bf" providerId="ADAL" clId="{068FED8F-1337-43B6-A26C-4EB37525DE15}" dt="2024-11-10T14:43:25.981" v="1864" actId="20577"/>
          <ac:spMkLst>
            <pc:docMk/>
            <pc:sldMk cId="1008381853" sldId="405"/>
            <ac:spMk id="8" creationId="{D32043BD-0F74-461F-295C-3984489B2BDD}"/>
          </ac:spMkLst>
        </pc:spChg>
        <pc:spChg chg="add mod">
          <ac:chgData name="蕭兆翔" userId="c09afb0b-60c9-45d8-81f2-4d7aa859f4bf" providerId="ADAL" clId="{068FED8F-1337-43B6-A26C-4EB37525DE15}" dt="2024-11-10T14:50:54.671" v="2002" actId="1076"/>
          <ac:spMkLst>
            <pc:docMk/>
            <pc:sldMk cId="1008381853" sldId="405"/>
            <ac:spMk id="10" creationId="{351FB935-E4F6-61CD-72E0-C5CAE060CCFA}"/>
          </ac:spMkLst>
        </pc:spChg>
        <pc:spChg chg="add mod">
          <ac:chgData name="蕭兆翔" userId="c09afb0b-60c9-45d8-81f2-4d7aa859f4bf" providerId="ADAL" clId="{068FED8F-1337-43B6-A26C-4EB37525DE15}" dt="2024-11-10T14:44:13.061" v="1893" actId="1036"/>
          <ac:spMkLst>
            <pc:docMk/>
            <pc:sldMk cId="1008381853" sldId="405"/>
            <ac:spMk id="11" creationId="{C1F88276-DBE7-B2A4-BDA1-34EA3BBCF003}"/>
          </ac:spMkLst>
        </pc:spChg>
        <pc:spChg chg="add mod">
          <ac:chgData name="蕭兆翔" userId="c09afb0b-60c9-45d8-81f2-4d7aa859f4bf" providerId="ADAL" clId="{068FED8F-1337-43B6-A26C-4EB37525DE15}" dt="2024-11-10T14:44:16.519" v="1903" actId="1036"/>
          <ac:spMkLst>
            <pc:docMk/>
            <pc:sldMk cId="1008381853" sldId="405"/>
            <ac:spMk id="12" creationId="{31CFF050-7603-0A9D-5BC7-ECDF581EAA75}"/>
          </ac:spMkLst>
        </pc:spChg>
        <pc:spChg chg="add mod">
          <ac:chgData name="蕭兆翔" userId="c09afb0b-60c9-45d8-81f2-4d7aa859f4bf" providerId="ADAL" clId="{068FED8F-1337-43B6-A26C-4EB37525DE15}" dt="2024-11-10T14:50:54.671" v="2002" actId="1076"/>
          <ac:spMkLst>
            <pc:docMk/>
            <pc:sldMk cId="1008381853" sldId="405"/>
            <ac:spMk id="13" creationId="{F4D62C81-7A4E-D211-5F19-DA6438B195D7}"/>
          </ac:spMkLst>
        </pc:spChg>
      </pc:sldChg>
      <pc:sldChg chg="addSp delSp modSp new mod">
        <pc:chgData name="蕭兆翔" userId="c09afb0b-60c9-45d8-81f2-4d7aa859f4bf" providerId="ADAL" clId="{068FED8F-1337-43B6-A26C-4EB37525DE15}" dt="2024-11-10T15:48:03.990" v="2926" actId="1076"/>
        <pc:sldMkLst>
          <pc:docMk/>
          <pc:sldMk cId="3211445092" sldId="406"/>
        </pc:sldMkLst>
        <pc:spChg chg="add mod">
          <ac:chgData name="蕭兆翔" userId="c09afb0b-60c9-45d8-81f2-4d7aa859f4bf" providerId="ADAL" clId="{068FED8F-1337-43B6-A26C-4EB37525DE15}" dt="2024-11-10T15:48:03.990" v="2926" actId="1076"/>
          <ac:spMkLst>
            <pc:docMk/>
            <pc:sldMk cId="3211445092" sldId="406"/>
            <ac:spMk id="3" creationId="{50B4CE3A-E29B-3369-43B1-9FE980D6EDF9}"/>
          </ac:spMkLst>
        </pc:spChg>
        <pc:spChg chg="add mod">
          <ac:chgData name="蕭兆翔" userId="c09afb0b-60c9-45d8-81f2-4d7aa859f4bf" providerId="ADAL" clId="{068FED8F-1337-43B6-A26C-4EB37525DE15}" dt="2024-11-10T15:42:14.113" v="2866" actId="1076"/>
          <ac:spMkLst>
            <pc:docMk/>
            <pc:sldMk cId="3211445092" sldId="406"/>
            <ac:spMk id="4" creationId="{D42E6DC8-2109-910D-97EB-D874691AEF8C}"/>
          </ac:spMkLst>
        </pc:spChg>
        <pc:spChg chg="add mod">
          <ac:chgData name="蕭兆翔" userId="c09afb0b-60c9-45d8-81f2-4d7aa859f4bf" providerId="ADAL" clId="{068FED8F-1337-43B6-A26C-4EB37525DE15}" dt="2024-11-10T15:42:12.191" v="2865" actId="1076"/>
          <ac:spMkLst>
            <pc:docMk/>
            <pc:sldMk cId="3211445092" sldId="406"/>
            <ac:spMk id="6" creationId="{44AD313B-28E8-F21A-0D7F-BA06CD371CC0}"/>
          </ac:spMkLst>
        </pc:spChg>
        <pc:spChg chg="add mod">
          <ac:chgData name="蕭兆翔" userId="c09afb0b-60c9-45d8-81f2-4d7aa859f4bf" providerId="ADAL" clId="{068FED8F-1337-43B6-A26C-4EB37525DE15}" dt="2024-11-10T15:42:12.191" v="2865" actId="1076"/>
          <ac:spMkLst>
            <pc:docMk/>
            <pc:sldMk cId="3211445092" sldId="406"/>
            <ac:spMk id="8" creationId="{68857FAE-0211-4D8B-72E6-29869E6F1407}"/>
          </ac:spMkLst>
        </pc:spChg>
        <pc:spChg chg="add mod">
          <ac:chgData name="蕭兆翔" userId="c09afb0b-60c9-45d8-81f2-4d7aa859f4bf" providerId="ADAL" clId="{068FED8F-1337-43B6-A26C-4EB37525DE15}" dt="2024-11-10T15:35:31.415" v="2678" actId="403"/>
          <ac:spMkLst>
            <pc:docMk/>
            <pc:sldMk cId="3211445092" sldId="406"/>
            <ac:spMk id="9" creationId="{41D2C00A-DF40-3A66-DE37-BC424F554B15}"/>
          </ac:spMkLst>
        </pc:spChg>
        <pc:spChg chg="add mod">
          <ac:chgData name="蕭兆翔" userId="c09afb0b-60c9-45d8-81f2-4d7aa859f4bf" providerId="ADAL" clId="{068FED8F-1337-43B6-A26C-4EB37525DE15}" dt="2024-11-10T15:47:56.232" v="2924" actId="1076"/>
          <ac:spMkLst>
            <pc:docMk/>
            <pc:sldMk cId="3211445092" sldId="406"/>
            <ac:spMk id="13" creationId="{08EB9782-8729-09CF-46F3-6243331E3264}"/>
          </ac:spMkLst>
        </pc:spChg>
        <pc:spChg chg="add mod">
          <ac:chgData name="蕭兆翔" userId="c09afb0b-60c9-45d8-81f2-4d7aa859f4bf" providerId="ADAL" clId="{068FED8F-1337-43B6-A26C-4EB37525DE15}" dt="2024-11-10T15:47:57.804" v="2925" actId="1076"/>
          <ac:spMkLst>
            <pc:docMk/>
            <pc:sldMk cId="3211445092" sldId="406"/>
            <ac:spMk id="35" creationId="{49FD58DD-D0A5-0FDF-0C2F-01FF2C5B188E}"/>
          </ac:spMkLst>
        </pc:spChg>
        <pc:graphicFrameChg chg="add del mod">
          <ac:chgData name="蕭兆翔" userId="c09afb0b-60c9-45d8-81f2-4d7aa859f4bf" providerId="ADAL" clId="{068FED8F-1337-43B6-A26C-4EB37525DE15}" dt="2024-11-10T15:41:02.417" v="2832" actId="478"/>
          <ac:graphicFrameMkLst>
            <pc:docMk/>
            <pc:sldMk cId="3211445092" sldId="406"/>
            <ac:graphicFrameMk id="5" creationId="{EB83F045-D82F-7331-385B-7D5C8030926A}"/>
          </ac:graphicFrameMkLst>
        </pc:graphicFrameChg>
        <pc:graphicFrameChg chg="add del mod">
          <ac:chgData name="蕭兆翔" userId="c09afb0b-60c9-45d8-81f2-4d7aa859f4bf" providerId="ADAL" clId="{068FED8F-1337-43B6-A26C-4EB37525DE15}" dt="2024-11-10T15:40:28" v="2809" actId="478"/>
          <ac:graphicFrameMkLst>
            <pc:docMk/>
            <pc:sldMk cId="3211445092" sldId="406"/>
            <ac:graphicFrameMk id="7" creationId="{F72361DB-89D7-604C-0EB8-88213AC223A3}"/>
          </ac:graphicFrameMkLst>
        </pc:graphicFrameChg>
        <pc:graphicFrameChg chg="add mod modGraphic">
          <ac:chgData name="蕭兆翔" userId="c09afb0b-60c9-45d8-81f2-4d7aa859f4bf" providerId="ADAL" clId="{068FED8F-1337-43B6-A26C-4EB37525DE15}" dt="2024-11-10T15:42:12.191" v="2865" actId="1076"/>
          <ac:graphicFrameMkLst>
            <pc:docMk/>
            <pc:sldMk cId="3211445092" sldId="406"/>
            <ac:graphicFrameMk id="10" creationId="{5817B854-C4BB-B087-C14A-06763E5D50A2}"/>
          </ac:graphicFrameMkLst>
        </pc:graphicFrameChg>
        <pc:graphicFrameChg chg="add mod modGraphic">
          <ac:chgData name="蕭兆翔" userId="c09afb0b-60c9-45d8-81f2-4d7aa859f4bf" providerId="ADAL" clId="{068FED8F-1337-43B6-A26C-4EB37525DE15}" dt="2024-11-10T15:42:18.119" v="2871" actId="20577"/>
          <ac:graphicFrameMkLst>
            <pc:docMk/>
            <pc:sldMk cId="3211445092" sldId="406"/>
            <ac:graphicFrameMk id="11" creationId="{BD12E043-1ABA-8145-C2CB-04248D0B1C4A}"/>
          </ac:graphicFrameMkLst>
        </pc:graphicFrameChg>
      </pc:sldChg>
    </pc:docChg>
  </pc:docChgLst>
  <pc:docChgLst>
    <pc:chgData name="蕭兆翔" userId="c09afb0b-60c9-45d8-81f2-4d7aa859f4bf" providerId="ADAL" clId="{3E550C28-6B2E-4F29-85D2-5F01E5A35369}"/>
    <pc:docChg chg="addSld modSld">
      <pc:chgData name="蕭兆翔" userId="c09afb0b-60c9-45d8-81f2-4d7aa859f4bf" providerId="ADAL" clId="{3E550C28-6B2E-4F29-85D2-5F01E5A35369}" dt="2024-10-08T14:55:22.605" v="28" actId="1076"/>
      <pc:docMkLst>
        <pc:docMk/>
      </pc:docMkLst>
      <pc:sldChg chg="modSp">
        <pc:chgData name="蕭兆翔" userId="c09afb0b-60c9-45d8-81f2-4d7aa859f4bf" providerId="ADAL" clId="{3E550C28-6B2E-4F29-85D2-5F01E5A35369}" dt="2024-09-29T08:02:50.577" v="20"/>
        <pc:sldMkLst>
          <pc:docMk/>
          <pc:sldMk cId="2276324886" sldId="367"/>
        </pc:sldMkLst>
        <pc:spChg chg="mod">
          <ac:chgData name="蕭兆翔" userId="c09afb0b-60c9-45d8-81f2-4d7aa859f4bf" providerId="ADAL" clId="{3E550C28-6B2E-4F29-85D2-5F01E5A35369}" dt="2024-09-29T08:02:50.577" v="20"/>
          <ac:spMkLst>
            <pc:docMk/>
            <pc:sldMk cId="2276324886" sldId="367"/>
            <ac:spMk id="6" creationId="{1849C0E9-5C96-D367-8F4B-CFFC1B7BD727}"/>
          </ac:spMkLst>
        </pc:spChg>
      </pc:sldChg>
      <pc:sldChg chg="addSp modSp new mod">
        <pc:chgData name="蕭兆翔" userId="c09afb0b-60c9-45d8-81f2-4d7aa859f4bf" providerId="ADAL" clId="{3E550C28-6B2E-4F29-85D2-5F01E5A35369}" dt="2024-10-08T14:55:22.605" v="28" actId="1076"/>
        <pc:sldMkLst>
          <pc:docMk/>
          <pc:sldMk cId="543560831" sldId="380"/>
        </pc:sldMkLst>
        <pc:picChg chg="add mod modCrop">
          <ac:chgData name="蕭兆翔" userId="c09afb0b-60c9-45d8-81f2-4d7aa859f4bf" providerId="ADAL" clId="{3E550C28-6B2E-4F29-85D2-5F01E5A35369}" dt="2024-10-08T14:55:22.605" v="28" actId="1076"/>
          <ac:picMkLst>
            <pc:docMk/>
            <pc:sldMk cId="543560831" sldId="380"/>
            <ac:picMk id="3" creationId="{814D1A01-475E-68FC-6FD9-3F28A6D7A194}"/>
          </ac:picMkLst>
        </pc:picChg>
      </pc:sldChg>
    </pc:docChg>
  </pc:docChgLst>
  <pc:docChgLst>
    <pc:chgData name="蕭兆翔" userId="c09afb0b-60c9-45d8-81f2-4d7aa859f4bf" providerId="ADAL" clId="{0F953E9E-F67B-42A2-B369-E0681ABD5848}"/>
    <pc:docChg chg="undo redo custSel addSld delSld modSld sldOrd modNotesMaster">
      <pc:chgData name="蕭兆翔" userId="c09afb0b-60c9-45d8-81f2-4d7aa859f4bf" providerId="ADAL" clId="{0F953E9E-F67B-42A2-B369-E0681ABD5848}" dt="2024-11-13T14:24:03.192" v="3600" actId="2696"/>
      <pc:docMkLst>
        <pc:docMk/>
      </pc:docMkLst>
      <pc:sldChg chg="del">
        <pc:chgData name="蕭兆翔" userId="c09afb0b-60c9-45d8-81f2-4d7aa859f4bf" providerId="ADAL" clId="{0F953E9E-F67B-42A2-B369-E0681ABD5848}" dt="2024-11-13T07:56:57.283" v="2448" actId="47"/>
        <pc:sldMkLst>
          <pc:docMk/>
          <pc:sldMk cId="1019940285" sldId="368"/>
        </pc:sldMkLst>
      </pc:sldChg>
      <pc:sldChg chg="del">
        <pc:chgData name="蕭兆翔" userId="c09afb0b-60c9-45d8-81f2-4d7aa859f4bf" providerId="ADAL" clId="{0F953E9E-F67B-42A2-B369-E0681ABD5848}" dt="2024-11-11T15:23:45.517" v="792" actId="47"/>
        <pc:sldMkLst>
          <pc:docMk/>
          <pc:sldMk cId="1171400983" sldId="403"/>
        </pc:sldMkLst>
      </pc:sldChg>
      <pc:sldChg chg="addSp delSp modSp mod">
        <pc:chgData name="蕭兆翔" userId="c09afb0b-60c9-45d8-81f2-4d7aa859f4bf" providerId="ADAL" clId="{0F953E9E-F67B-42A2-B369-E0681ABD5848}" dt="2024-11-12T05:37:33.647" v="2365"/>
        <pc:sldMkLst>
          <pc:docMk/>
          <pc:sldMk cId="3211445092" sldId="406"/>
        </pc:sldMkLst>
        <pc:spChg chg="del mod">
          <ac:chgData name="蕭兆翔" userId="c09afb0b-60c9-45d8-81f2-4d7aa859f4bf" providerId="ADAL" clId="{0F953E9E-F67B-42A2-B369-E0681ABD5848}" dt="2024-11-12T03:19:51.806" v="931" actId="478"/>
          <ac:spMkLst>
            <pc:docMk/>
            <pc:sldMk cId="3211445092" sldId="406"/>
            <ac:spMk id="3" creationId="{50B4CE3A-E29B-3369-43B1-9FE980D6EDF9}"/>
          </ac:spMkLst>
        </pc:spChg>
        <pc:spChg chg="del mod">
          <ac:chgData name="蕭兆翔" userId="c09afb0b-60c9-45d8-81f2-4d7aa859f4bf" providerId="ADAL" clId="{0F953E9E-F67B-42A2-B369-E0681ABD5848}" dt="2024-11-12T03:19:32.688" v="923" actId="478"/>
          <ac:spMkLst>
            <pc:docMk/>
            <pc:sldMk cId="3211445092" sldId="406"/>
            <ac:spMk id="4" creationId="{D42E6DC8-2109-910D-97EB-D874691AEF8C}"/>
          </ac:spMkLst>
        </pc:spChg>
        <pc:spChg chg="add mod">
          <ac:chgData name="蕭兆翔" userId="c09afb0b-60c9-45d8-81f2-4d7aa859f4bf" providerId="ADAL" clId="{0F953E9E-F67B-42A2-B369-E0681ABD5848}" dt="2024-11-12T03:20:18.685" v="980" actId="1076"/>
          <ac:spMkLst>
            <pc:docMk/>
            <pc:sldMk cId="3211445092" sldId="406"/>
            <ac:spMk id="5" creationId="{6AB1D4DD-CACC-5F7A-1948-77CD5598C1E6}"/>
          </ac:spMkLst>
        </pc:spChg>
        <pc:spChg chg="mod">
          <ac:chgData name="蕭兆翔" userId="c09afb0b-60c9-45d8-81f2-4d7aa859f4bf" providerId="ADAL" clId="{0F953E9E-F67B-42A2-B369-E0681ABD5848}" dt="2024-11-12T03:20:18.685" v="980" actId="1076"/>
          <ac:spMkLst>
            <pc:docMk/>
            <pc:sldMk cId="3211445092" sldId="406"/>
            <ac:spMk id="6" creationId="{44AD313B-28E8-F21A-0D7F-BA06CD371CC0}"/>
          </ac:spMkLst>
        </pc:spChg>
        <pc:spChg chg="add mod">
          <ac:chgData name="蕭兆翔" userId="c09afb0b-60c9-45d8-81f2-4d7aa859f4bf" providerId="ADAL" clId="{0F953E9E-F67B-42A2-B369-E0681ABD5848}" dt="2024-11-12T03:22:38.862" v="992" actId="1076"/>
          <ac:spMkLst>
            <pc:docMk/>
            <pc:sldMk cId="3211445092" sldId="406"/>
            <ac:spMk id="7" creationId="{950A056B-F583-8C39-BDB3-82A3675398AA}"/>
          </ac:spMkLst>
        </pc:spChg>
        <pc:spChg chg="mod">
          <ac:chgData name="蕭兆翔" userId="c09afb0b-60c9-45d8-81f2-4d7aa859f4bf" providerId="ADAL" clId="{0F953E9E-F67B-42A2-B369-E0681ABD5848}" dt="2024-11-12T03:20:18.685" v="980" actId="1076"/>
          <ac:spMkLst>
            <pc:docMk/>
            <pc:sldMk cId="3211445092" sldId="406"/>
            <ac:spMk id="8" creationId="{68857FAE-0211-4D8B-72E6-29869E6F1407}"/>
          </ac:spMkLst>
        </pc:spChg>
        <pc:spChg chg="mod">
          <ac:chgData name="蕭兆翔" userId="c09afb0b-60c9-45d8-81f2-4d7aa859f4bf" providerId="ADAL" clId="{0F953E9E-F67B-42A2-B369-E0681ABD5848}" dt="2024-11-11T15:24:15.176" v="812" actId="20577"/>
          <ac:spMkLst>
            <pc:docMk/>
            <pc:sldMk cId="3211445092" sldId="406"/>
            <ac:spMk id="9" creationId="{41D2C00A-DF40-3A66-DE37-BC424F554B15}"/>
          </ac:spMkLst>
        </pc:spChg>
        <pc:spChg chg="add mod">
          <ac:chgData name="蕭兆翔" userId="c09afb0b-60c9-45d8-81f2-4d7aa859f4bf" providerId="ADAL" clId="{0F953E9E-F67B-42A2-B369-E0681ABD5848}" dt="2024-11-12T03:22:38.862" v="992" actId="1076"/>
          <ac:spMkLst>
            <pc:docMk/>
            <pc:sldMk cId="3211445092" sldId="406"/>
            <ac:spMk id="12" creationId="{380BE4C3-A5F6-6DE7-730F-F98681A74246}"/>
          </ac:spMkLst>
        </pc:spChg>
        <pc:spChg chg="mod">
          <ac:chgData name="蕭兆翔" userId="c09afb0b-60c9-45d8-81f2-4d7aa859f4bf" providerId="ADAL" clId="{0F953E9E-F67B-42A2-B369-E0681ABD5848}" dt="2024-11-12T03:22:13.750" v="991" actId="1076"/>
          <ac:spMkLst>
            <pc:docMk/>
            <pc:sldMk cId="3211445092" sldId="406"/>
            <ac:spMk id="13" creationId="{08EB9782-8729-09CF-46F3-6243331E3264}"/>
          </ac:spMkLst>
        </pc:spChg>
        <pc:spChg chg="add mod">
          <ac:chgData name="蕭兆翔" userId="c09afb0b-60c9-45d8-81f2-4d7aa859f4bf" providerId="ADAL" clId="{0F953E9E-F67B-42A2-B369-E0681ABD5848}" dt="2024-11-12T05:37:32.130" v="2364"/>
          <ac:spMkLst>
            <pc:docMk/>
            <pc:sldMk cId="3211445092" sldId="406"/>
            <ac:spMk id="14" creationId="{12321768-E46A-8A5A-7E99-3E161BB8D16B}"/>
          </ac:spMkLst>
        </pc:spChg>
        <pc:spChg chg="add mod">
          <ac:chgData name="蕭兆翔" userId="c09afb0b-60c9-45d8-81f2-4d7aa859f4bf" providerId="ADAL" clId="{0F953E9E-F67B-42A2-B369-E0681ABD5848}" dt="2024-11-12T05:37:33.647" v="2365"/>
          <ac:spMkLst>
            <pc:docMk/>
            <pc:sldMk cId="3211445092" sldId="406"/>
            <ac:spMk id="15" creationId="{ACA73170-E624-FE35-E1AD-8D4F69096461}"/>
          </ac:spMkLst>
        </pc:spChg>
        <pc:spChg chg="mod">
          <ac:chgData name="蕭兆翔" userId="c09afb0b-60c9-45d8-81f2-4d7aa859f4bf" providerId="ADAL" clId="{0F953E9E-F67B-42A2-B369-E0681ABD5848}" dt="2024-11-12T03:22:13.750" v="991" actId="1076"/>
          <ac:spMkLst>
            <pc:docMk/>
            <pc:sldMk cId="3211445092" sldId="406"/>
            <ac:spMk id="35" creationId="{49FD58DD-D0A5-0FDF-0C2F-01FF2C5B188E}"/>
          </ac:spMkLst>
        </pc:spChg>
        <pc:graphicFrameChg chg="mod">
          <ac:chgData name="蕭兆翔" userId="c09afb0b-60c9-45d8-81f2-4d7aa859f4bf" providerId="ADAL" clId="{0F953E9E-F67B-42A2-B369-E0681ABD5848}" dt="2024-11-12T03:20:18.685" v="980" actId="1076"/>
          <ac:graphicFrameMkLst>
            <pc:docMk/>
            <pc:sldMk cId="3211445092" sldId="406"/>
            <ac:graphicFrameMk id="10" creationId="{5817B854-C4BB-B087-C14A-06763E5D50A2}"/>
          </ac:graphicFrameMkLst>
        </pc:graphicFrameChg>
        <pc:graphicFrameChg chg="mod modGraphic">
          <ac:chgData name="蕭兆翔" userId="c09afb0b-60c9-45d8-81f2-4d7aa859f4bf" providerId="ADAL" clId="{0F953E9E-F67B-42A2-B369-E0681ABD5848}" dt="2024-11-12T03:22:09.218" v="990" actId="122"/>
          <ac:graphicFrameMkLst>
            <pc:docMk/>
            <pc:sldMk cId="3211445092" sldId="406"/>
            <ac:graphicFrameMk id="11" creationId="{BD12E043-1ABA-8145-C2CB-04248D0B1C4A}"/>
          </ac:graphicFrameMkLst>
        </pc:graphicFrameChg>
      </pc:sldChg>
      <pc:sldChg chg="modSp add mod">
        <pc:chgData name="蕭兆翔" userId="c09afb0b-60c9-45d8-81f2-4d7aa859f4bf" providerId="ADAL" clId="{0F953E9E-F67B-42A2-B369-E0681ABD5848}" dt="2024-11-12T03:12:27.387" v="852" actId="20577"/>
        <pc:sldMkLst>
          <pc:docMk/>
          <pc:sldMk cId="1655102408" sldId="407"/>
        </pc:sldMkLst>
        <pc:spChg chg="mod">
          <ac:chgData name="蕭兆翔" userId="c09afb0b-60c9-45d8-81f2-4d7aa859f4bf" providerId="ADAL" clId="{0F953E9E-F67B-42A2-B369-E0681ABD5848}" dt="2024-11-12T03:11:35.490" v="836" actId="1076"/>
          <ac:spMkLst>
            <pc:docMk/>
            <pc:sldMk cId="1655102408" sldId="407"/>
            <ac:spMk id="71" creationId="{EC29BEAE-CA7F-0868-09A1-04BFBC7B3F37}"/>
          </ac:spMkLst>
        </pc:spChg>
        <pc:spChg chg="mod">
          <ac:chgData name="蕭兆翔" userId="c09afb0b-60c9-45d8-81f2-4d7aa859f4bf" providerId="ADAL" clId="{0F953E9E-F67B-42A2-B369-E0681ABD5848}" dt="2024-11-12T03:11:37.913" v="837" actId="1076"/>
          <ac:spMkLst>
            <pc:docMk/>
            <pc:sldMk cId="1655102408" sldId="407"/>
            <ac:spMk id="73" creationId="{B4EBF09C-FF8B-2EE6-0B98-308666B1C107}"/>
          </ac:spMkLst>
        </pc:spChg>
        <pc:spChg chg="mod">
          <ac:chgData name="蕭兆翔" userId="c09afb0b-60c9-45d8-81f2-4d7aa859f4bf" providerId="ADAL" clId="{0F953E9E-F67B-42A2-B369-E0681ABD5848}" dt="2024-11-12T03:12:27.387" v="852" actId="20577"/>
          <ac:spMkLst>
            <pc:docMk/>
            <pc:sldMk cId="1655102408" sldId="407"/>
            <ac:spMk id="75" creationId="{6DAB289B-3A64-0547-C181-A0D2FD511ABC}"/>
          </ac:spMkLst>
        </pc:spChg>
        <pc:picChg chg="mod">
          <ac:chgData name="蕭兆翔" userId="c09afb0b-60c9-45d8-81f2-4d7aa859f4bf" providerId="ADAL" clId="{0F953E9E-F67B-42A2-B369-E0681ABD5848}" dt="2024-11-12T03:11:15.594" v="834" actId="1076"/>
          <ac:picMkLst>
            <pc:docMk/>
            <pc:sldMk cId="1655102408" sldId="407"/>
            <ac:picMk id="76" creationId="{1E4574CE-54A9-B69F-1055-124CE1CCA287}"/>
          </ac:picMkLst>
        </pc:picChg>
      </pc:sldChg>
      <pc:sldChg chg="addSp delSp modSp new del mod">
        <pc:chgData name="蕭兆翔" userId="c09afb0b-60c9-45d8-81f2-4d7aa859f4bf" providerId="ADAL" clId="{0F953E9E-F67B-42A2-B369-E0681ABD5848}" dt="2024-11-11T15:16:56.089" v="782" actId="47"/>
        <pc:sldMkLst>
          <pc:docMk/>
          <pc:sldMk cId="3956271742" sldId="407"/>
        </pc:sldMkLst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7" creationId="{C91CFE5E-C4FB-505E-AAB9-ED2D116D1F03}"/>
          </ac:spMkLst>
        </pc:spChg>
        <pc:spChg chg="add del mod">
          <ac:chgData name="蕭兆翔" userId="c09afb0b-60c9-45d8-81f2-4d7aa859f4bf" providerId="ADAL" clId="{0F953E9E-F67B-42A2-B369-E0681ABD5848}" dt="2024-11-11T07:49:29.966" v="10" actId="478"/>
          <ac:spMkLst>
            <pc:docMk/>
            <pc:sldMk cId="3956271742" sldId="407"/>
            <ac:spMk id="8" creationId="{9E5ED35F-E4EE-3B3F-3A58-94B9D8906860}"/>
          </ac:spMkLst>
        </pc:spChg>
        <pc:spChg chg="add del mod">
          <ac:chgData name="蕭兆翔" userId="c09afb0b-60c9-45d8-81f2-4d7aa859f4bf" providerId="ADAL" clId="{0F953E9E-F67B-42A2-B369-E0681ABD5848}" dt="2024-11-11T07:49:28.572" v="8" actId="478"/>
          <ac:spMkLst>
            <pc:docMk/>
            <pc:sldMk cId="3956271742" sldId="407"/>
            <ac:spMk id="9" creationId="{2AB06D3A-BED6-5B50-3726-A4CDA4A161A5}"/>
          </ac:spMkLst>
        </pc:spChg>
        <pc:spChg chg="add del mod">
          <ac:chgData name="蕭兆翔" userId="c09afb0b-60c9-45d8-81f2-4d7aa859f4bf" providerId="ADAL" clId="{0F953E9E-F67B-42A2-B369-E0681ABD5848}" dt="2024-11-11T07:49:29.207" v="9" actId="478"/>
          <ac:spMkLst>
            <pc:docMk/>
            <pc:sldMk cId="3956271742" sldId="407"/>
            <ac:spMk id="10" creationId="{7A90935C-FC37-98F1-8B5A-797CF04BA2B5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11" creationId="{364BE92D-72AE-64F8-E245-3305234B8E36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16" creationId="{69BDF5F8-0A44-0594-BE07-81F90F514A21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23" creationId="{7B2AC4DF-7498-9AAB-99D8-8B4CCF65A7EF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24" creationId="{92475CE3-CEB6-39E0-087E-C280888028B1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25" creationId="{3CF748A0-D33B-CBCC-FAEB-D651BC5518FE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27" creationId="{2C1923DB-C89B-E5CD-CC10-26A7A817184D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33" creationId="{D060B724-20FC-7CBE-5B99-7B77696F25CE}"/>
          </ac:spMkLst>
        </pc:spChg>
        <pc:spChg chg="add mod">
          <ac:chgData name="蕭兆翔" userId="c09afb0b-60c9-45d8-81f2-4d7aa859f4bf" providerId="ADAL" clId="{0F953E9E-F67B-42A2-B369-E0681ABD5848}" dt="2024-11-11T08:01:24.874" v="239" actId="1076"/>
          <ac:spMkLst>
            <pc:docMk/>
            <pc:sldMk cId="3956271742" sldId="407"/>
            <ac:spMk id="44" creationId="{E60DB0BB-3691-C9CF-5D0E-F08DAB21A6B0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50" creationId="{CAF6F300-2FAA-8C32-DA71-0355B822791E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51" creationId="{40ACA4D5-B3B2-565F-FE84-A9C895B6FC32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56" creationId="{F999B3A0-B58E-3868-A639-9CB335B3F472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63" creationId="{B60E1B81-6EEE-4D54-3616-1D479294F1E4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64" creationId="{B8E24C1A-9560-D2BF-B5B7-9B0702B441E2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65" creationId="{9C6F02F0-D516-3D84-82DC-ADD34323930F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66" creationId="{07474515-C3DD-353D-4007-E820BB272A53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71" creationId="{471AC7D0-6E82-E6F4-7289-E889E664BE9D}"/>
          </ac:spMkLst>
        </pc:spChg>
        <pc:spChg chg="add mod">
          <ac:chgData name="蕭兆翔" userId="c09afb0b-60c9-45d8-81f2-4d7aa859f4bf" providerId="ADAL" clId="{0F953E9E-F67B-42A2-B369-E0681ABD5848}" dt="2024-11-11T08:01:30.457" v="241" actId="1076"/>
          <ac:spMkLst>
            <pc:docMk/>
            <pc:sldMk cId="3956271742" sldId="407"/>
            <ac:spMk id="76" creationId="{B20255EE-BF9E-2522-A068-8D6141CC66A9}"/>
          </ac:spMkLst>
        </pc:spChg>
        <pc:grpChg chg="add mod">
          <ac:chgData name="蕭兆翔" userId="c09afb0b-60c9-45d8-81f2-4d7aa859f4bf" providerId="ADAL" clId="{0F953E9E-F67B-42A2-B369-E0681ABD5848}" dt="2024-11-11T08:01:24.874" v="239" actId="1076"/>
          <ac:grpSpMkLst>
            <pc:docMk/>
            <pc:sldMk cId="3956271742" sldId="407"/>
            <ac:grpSpMk id="12" creationId="{AC3F7921-106B-05E1-FF4B-D351FD775D17}"/>
          </ac:grpSpMkLst>
        </pc:grpChg>
        <pc:grpChg chg="add mod">
          <ac:chgData name="蕭兆翔" userId="c09afb0b-60c9-45d8-81f2-4d7aa859f4bf" providerId="ADAL" clId="{0F953E9E-F67B-42A2-B369-E0681ABD5848}" dt="2024-11-11T08:01:24.874" v="239" actId="1076"/>
          <ac:grpSpMkLst>
            <pc:docMk/>
            <pc:sldMk cId="3956271742" sldId="407"/>
            <ac:grpSpMk id="17" creationId="{0AA6D5AE-57AA-1378-E4A6-778DF88FF390}"/>
          </ac:grpSpMkLst>
        </pc:grpChg>
        <pc:grpChg chg="add mod">
          <ac:chgData name="蕭兆翔" userId="c09afb0b-60c9-45d8-81f2-4d7aa859f4bf" providerId="ADAL" clId="{0F953E9E-F67B-42A2-B369-E0681ABD5848}" dt="2024-11-11T08:01:24.874" v="239" actId="1076"/>
          <ac:grpSpMkLst>
            <pc:docMk/>
            <pc:sldMk cId="3956271742" sldId="407"/>
            <ac:grpSpMk id="29" creationId="{97DC0158-0F46-CE93-DCBA-B39DF75C8FB3}"/>
          </ac:grpSpMkLst>
        </pc:grpChg>
        <pc:grpChg chg="add mod">
          <ac:chgData name="蕭兆翔" userId="c09afb0b-60c9-45d8-81f2-4d7aa859f4bf" providerId="ADAL" clId="{0F953E9E-F67B-42A2-B369-E0681ABD5848}" dt="2024-11-11T08:01:24.874" v="239" actId="1076"/>
          <ac:grpSpMkLst>
            <pc:docMk/>
            <pc:sldMk cId="3956271742" sldId="407"/>
            <ac:grpSpMk id="40" creationId="{F0DB203B-EA0B-F5E5-DFFD-E99E19E314E0}"/>
          </ac:grpSpMkLst>
        </pc:grpChg>
        <pc:grpChg chg="add mod">
          <ac:chgData name="蕭兆翔" userId="c09afb0b-60c9-45d8-81f2-4d7aa859f4bf" providerId="ADAL" clId="{0F953E9E-F67B-42A2-B369-E0681ABD5848}" dt="2024-11-11T08:01:30.457" v="241" actId="1076"/>
          <ac:grpSpMkLst>
            <pc:docMk/>
            <pc:sldMk cId="3956271742" sldId="407"/>
            <ac:grpSpMk id="52" creationId="{F9692E0F-1CCE-F771-463D-FAD015A5CE27}"/>
          </ac:grpSpMkLst>
        </pc:grpChg>
        <pc:grpChg chg="add mod">
          <ac:chgData name="蕭兆翔" userId="c09afb0b-60c9-45d8-81f2-4d7aa859f4bf" providerId="ADAL" clId="{0F953E9E-F67B-42A2-B369-E0681ABD5848}" dt="2024-11-11T08:01:30.457" v="241" actId="1076"/>
          <ac:grpSpMkLst>
            <pc:docMk/>
            <pc:sldMk cId="3956271742" sldId="407"/>
            <ac:grpSpMk id="57" creationId="{FE38813D-B07C-98FF-5183-EA2F5CF2FEF4}"/>
          </ac:grpSpMkLst>
        </pc:grpChg>
        <pc:grpChg chg="add mod">
          <ac:chgData name="蕭兆翔" userId="c09afb0b-60c9-45d8-81f2-4d7aa859f4bf" providerId="ADAL" clId="{0F953E9E-F67B-42A2-B369-E0681ABD5848}" dt="2024-11-11T08:01:30.457" v="241" actId="1076"/>
          <ac:grpSpMkLst>
            <pc:docMk/>
            <pc:sldMk cId="3956271742" sldId="407"/>
            <ac:grpSpMk id="67" creationId="{0A5C71EA-0997-28F0-73A9-CDB2629AA42B}"/>
          </ac:grpSpMkLst>
        </pc:grpChg>
        <pc:grpChg chg="add mod">
          <ac:chgData name="蕭兆翔" userId="c09afb0b-60c9-45d8-81f2-4d7aa859f4bf" providerId="ADAL" clId="{0F953E9E-F67B-42A2-B369-E0681ABD5848}" dt="2024-11-11T08:01:30.457" v="241" actId="1076"/>
          <ac:grpSpMkLst>
            <pc:docMk/>
            <pc:sldMk cId="3956271742" sldId="407"/>
            <ac:grpSpMk id="72" creationId="{0FA19591-8394-BA63-0322-E4F34AAC3C07}"/>
          </ac:grpSpMkLst>
        </pc:grpChg>
        <pc:picChg chg="add del">
          <ac:chgData name="蕭兆翔" userId="c09afb0b-60c9-45d8-81f2-4d7aa859f4bf" providerId="ADAL" clId="{0F953E9E-F67B-42A2-B369-E0681ABD5848}" dt="2024-11-11T08:01:34.102" v="243" actId="21"/>
          <ac:picMkLst>
            <pc:docMk/>
            <pc:sldMk cId="3956271742" sldId="407"/>
            <ac:picMk id="77" creationId="{97EA8EFB-1BB8-3525-1EA2-C36F823BB679}"/>
          </ac:picMkLst>
        </pc:pic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3" creationId="{049678A4-4D78-2D05-B37F-6F70A514A42F}"/>
          </ac:cxnSpMkLst>
        </pc:cxn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4" creationId="{67278D80-AD1B-0594-FC84-F626EED4F2EF}"/>
          </ac:cxnSpMkLst>
        </pc:cxn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5" creationId="{2E63F6EA-1F65-FEEE-5359-E773CB0D92A8}"/>
          </ac:cxnSpMkLst>
        </pc:cxn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6" creationId="{D81F6DAB-01B2-0199-3333-1B0B3B482515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13" creationId="{BBF7A38F-87FA-209F-E238-DF2DDB42DC0A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14" creationId="{A90277AC-6143-BFDA-DE70-26E59E3C69ED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15" creationId="{8EF4D624-3322-2DFC-DA30-AFF706A5B4DD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18" creationId="{4C84A140-7D17-4577-1E93-51FE1E40EF9F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19" creationId="{1AA9B8FE-3B14-DB60-089A-530A9486272E}"/>
          </ac:cxnSpMkLst>
        </pc:cxnChg>
        <pc:cxnChg chg="mod">
          <ac:chgData name="蕭兆翔" userId="c09afb0b-60c9-45d8-81f2-4d7aa859f4bf" providerId="ADAL" clId="{0F953E9E-F67B-42A2-B369-E0681ABD5848}" dt="2024-11-11T07:49:05.022" v="1"/>
          <ac:cxnSpMkLst>
            <pc:docMk/>
            <pc:sldMk cId="3956271742" sldId="407"/>
            <ac:cxnSpMk id="20" creationId="{AF2C5D97-C44B-9B31-C918-362EA8DC6743}"/>
          </ac:cxnSpMkLst>
        </pc:cxn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21" creationId="{3A9EA6F6-823A-7DE8-8440-C4B0AF059DEA}"/>
          </ac:cxnSpMkLst>
        </pc:cxnChg>
        <pc:cxnChg chg="add mod">
          <ac:chgData name="蕭兆翔" userId="c09afb0b-60c9-45d8-81f2-4d7aa859f4bf" providerId="ADAL" clId="{0F953E9E-F67B-42A2-B369-E0681ABD5848}" dt="2024-11-11T08:01:24.874" v="239" actId="1076"/>
          <ac:cxnSpMkLst>
            <pc:docMk/>
            <pc:sldMk cId="3956271742" sldId="407"/>
            <ac:cxnSpMk id="22" creationId="{2E0AAD13-3676-3F29-E3D2-13F7FBC08E66}"/>
          </ac:cxnSpMkLst>
        </pc:cxnChg>
        <pc:cxnChg chg="mod">
          <ac:chgData name="蕭兆翔" userId="c09afb0b-60c9-45d8-81f2-4d7aa859f4bf" providerId="ADAL" clId="{0F953E9E-F67B-42A2-B369-E0681ABD5848}" dt="2024-11-11T07:57:08.216" v="169"/>
          <ac:cxnSpMkLst>
            <pc:docMk/>
            <pc:sldMk cId="3956271742" sldId="407"/>
            <ac:cxnSpMk id="30" creationId="{7192D410-9091-6554-07AB-A8864BCF0C93}"/>
          </ac:cxnSpMkLst>
        </pc:cxnChg>
        <pc:cxnChg chg="mod">
          <ac:chgData name="蕭兆翔" userId="c09afb0b-60c9-45d8-81f2-4d7aa859f4bf" providerId="ADAL" clId="{0F953E9E-F67B-42A2-B369-E0681ABD5848}" dt="2024-11-11T07:57:08.216" v="169"/>
          <ac:cxnSpMkLst>
            <pc:docMk/>
            <pc:sldMk cId="3956271742" sldId="407"/>
            <ac:cxnSpMk id="31" creationId="{74E70FF5-D5B7-5764-5580-A4712D3EA9C8}"/>
          </ac:cxnSpMkLst>
        </pc:cxnChg>
        <pc:cxnChg chg="mod">
          <ac:chgData name="蕭兆翔" userId="c09afb0b-60c9-45d8-81f2-4d7aa859f4bf" providerId="ADAL" clId="{0F953E9E-F67B-42A2-B369-E0681ABD5848}" dt="2024-11-11T07:57:08.216" v="169"/>
          <ac:cxnSpMkLst>
            <pc:docMk/>
            <pc:sldMk cId="3956271742" sldId="407"/>
            <ac:cxnSpMk id="32" creationId="{71CE3BA5-EEC9-AEC4-5C0E-E3DFF8EB70C1}"/>
          </ac:cxnSpMkLst>
        </pc:cxnChg>
        <pc:cxnChg chg="mod">
          <ac:chgData name="蕭兆翔" userId="c09afb0b-60c9-45d8-81f2-4d7aa859f4bf" providerId="ADAL" clId="{0F953E9E-F67B-42A2-B369-E0681ABD5848}" dt="2024-11-11T07:59:42.763" v="215"/>
          <ac:cxnSpMkLst>
            <pc:docMk/>
            <pc:sldMk cId="3956271742" sldId="407"/>
            <ac:cxnSpMk id="41" creationId="{3BB2663D-9B4F-B9EC-4DCB-EE822E45355E}"/>
          </ac:cxnSpMkLst>
        </pc:cxnChg>
        <pc:cxnChg chg="mod">
          <ac:chgData name="蕭兆翔" userId="c09afb0b-60c9-45d8-81f2-4d7aa859f4bf" providerId="ADAL" clId="{0F953E9E-F67B-42A2-B369-E0681ABD5848}" dt="2024-11-11T07:59:42.763" v="215"/>
          <ac:cxnSpMkLst>
            <pc:docMk/>
            <pc:sldMk cId="3956271742" sldId="407"/>
            <ac:cxnSpMk id="42" creationId="{F6FA99D9-72BC-7090-02D5-E9BD67DD6C3F}"/>
          </ac:cxnSpMkLst>
        </pc:cxnChg>
        <pc:cxnChg chg="mod">
          <ac:chgData name="蕭兆翔" userId="c09afb0b-60c9-45d8-81f2-4d7aa859f4bf" providerId="ADAL" clId="{0F953E9E-F67B-42A2-B369-E0681ABD5848}" dt="2024-11-11T07:59:42.763" v="215"/>
          <ac:cxnSpMkLst>
            <pc:docMk/>
            <pc:sldMk cId="3956271742" sldId="407"/>
            <ac:cxnSpMk id="43" creationId="{4B45A303-5BAE-9628-11F3-C559044FA700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46" creationId="{ACEF1254-5F5A-FC40-8727-3A0DD5CC93BC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47" creationId="{0D8494B7-F527-A193-781E-D0A969E98A06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48" creationId="{140B95A8-CBF4-FBBF-F174-24A3A799C94A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49" creationId="{9EC53DAC-E248-F1F7-3D01-6BF0A7F8E813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53" creationId="{0D047803-D0EF-62C0-DEE6-8D5D30D68F84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54" creationId="{7FE9C6EF-80BF-1442-2A1C-5885E8A55ECA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55" creationId="{ACFDD4D5-D55F-38F1-2C4E-D88C86DEF626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58" creationId="{81B180A3-E9B3-39D8-B6BF-910757482439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59" creationId="{49ACA65F-D598-044E-9972-AE4F66C61716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60" creationId="{758EC3E1-EF5B-D7D1-1980-DF7C158FC803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61" creationId="{222DAC0C-0071-19D0-67E2-BC38DE0E7503}"/>
          </ac:cxnSpMkLst>
        </pc:cxnChg>
        <pc:cxnChg chg="add mod">
          <ac:chgData name="蕭兆翔" userId="c09afb0b-60c9-45d8-81f2-4d7aa859f4bf" providerId="ADAL" clId="{0F953E9E-F67B-42A2-B369-E0681ABD5848}" dt="2024-11-11T08:01:30.457" v="241" actId="1076"/>
          <ac:cxnSpMkLst>
            <pc:docMk/>
            <pc:sldMk cId="3956271742" sldId="407"/>
            <ac:cxnSpMk id="62" creationId="{B85728BE-9129-3E92-E54A-327A2458337B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68" creationId="{30ADF304-5973-9A65-CF19-90D9DF302D7C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69" creationId="{FAC777B8-4B85-B2E2-27D9-23D6A443B70F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70" creationId="{24D730D1-9A18-2284-C3D4-014F48746349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73" creationId="{B5406B09-8F08-58D6-F19E-BFDB0A006DBA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74" creationId="{569C7F3C-B16A-E10E-123C-3CA72A020861}"/>
          </ac:cxnSpMkLst>
        </pc:cxnChg>
        <pc:cxnChg chg="mod">
          <ac:chgData name="蕭兆翔" userId="c09afb0b-60c9-45d8-81f2-4d7aa859f4bf" providerId="ADAL" clId="{0F953E9E-F67B-42A2-B369-E0681ABD5848}" dt="2024-11-11T08:01:29.161" v="240"/>
          <ac:cxnSpMkLst>
            <pc:docMk/>
            <pc:sldMk cId="3956271742" sldId="407"/>
            <ac:cxnSpMk id="75" creationId="{88D5B420-E675-A5BC-5A59-48D143363710}"/>
          </ac:cxnSpMkLst>
        </pc:cxnChg>
      </pc:sldChg>
      <pc:sldChg chg="modSp add del mod">
        <pc:chgData name="蕭兆翔" userId="c09afb0b-60c9-45d8-81f2-4d7aa859f4bf" providerId="ADAL" clId="{0F953E9E-F67B-42A2-B369-E0681ABD5848}" dt="2024-11-13T08:05:43.092" v="2697" actId="47"/>
        <pc:sldMkLst>
          <pc:docMk/>
          <pc:sldMk cId="395368028" sldId="408"/>
        </pc:sldMkLst>
        <pc:spChg chg="mod">
          <ac:chgData name="蕭兆翔" userId="c09afb0b-60c9-45d8-81f2-4d7aa859f4bf" providerId="ADAL" clId="{0F953E9E-F67B-42A2-B369-E0681ABD5848}" dt="2024-11-13T07:57:20.247" v="2452" actId="20577"/>
          <ac:spMkLst>
            <pc:docMk/>
            <pc:sldMk cId="395368028" sldId="408"/>
            <ac:spMk id="6" creationId="{B489DA56-10BC-C126-2DD9-A2CB588B7120}"/>
          </ac:spMkLst>
        </pc:spChg>
      </pc:sldChg>
      <pc:sldChg chg="addSp delSp modSp new add del mod">
        <pc:chgData name="蕭兆翔" userId="c09afb0b-60c9-45d8-81f2-4d7aa859f4bf" providerId="ADAL" clId="{0F953E9E-F67B-42A2-B369-E0681ABD5848}" dt="2024-11-11T15:16:56.089" v="782" actId="47"/>
        <pc:sldMkLst>
          <pc:docMk/>
          <pc:sldMk cId="1828750814" sldId="408"/>
        </pc:sldMkLst>
        <pc:spChg chg="mod">
          <ac:chgData name="蕭兆翔" userId="c09afb0b-60c9-45d8-81f2-4d7aa859f4bf" providerId="ADAL" clId="{0F953E9E-F67B-42A2-B369-E0681ABD5848}" dt="2024-11-11T10:10:52.264" v="510" actId="1076"/>
          <ac:spMkLst>
            <pc:docMk/>
            <pc:sldMk cId="1828750814" sldId="408"/>
            <ac:spMk id="2" creationId="{179A4D5E-2625-59A7-47E3-CA08FE7939A8}"/>
          </ac:spMkLst>
        </pc:spChg>
        <pc:spChg chg="add mod">
          <ac:chgData name="蕭兆翔" userId="c09afb0b-60c9-45d8-81f2-4d7aa859f4bf" providerId="ADAL" clId="{0F953E9E-F67B-42A2-B369-E0681ABD5848}" dt="2024-11-11T09:49:58.754" v="354" actId="1076"/>
          <ac:spMkLst>
            <pc:docMk/>
            <pc:sldMk cId="1828750814" sldId="408"/>
            <ac:spMk id="5" creationId="{F7117DBB-CA70-7643-3A17-770A28ADDC47}"/>
          </ac:spMkLst>
        </pc:spChg>
        <pc:spChg chg="add mod">
          <ac:chgData name="蕭兆翔" userId="c09afb0b-60c9-45d8-81f2-4d7aa859f4bf" providerId="ADAL" clId="{0F953E9E-F67B-42A2-B369-E0681ABD5848}" dt="2024-11-11T09:49:58.754" v="354" actId="1076"/>
          <ac:spMkLst>
            <pc:docMk/>
            <pc:sldMk cId="1828750814" sldId="408"/>
            <ac:spMk id="6" creationId="{C0B075CE-F273-5C59-2C46-76437FD4EA85}"/>
          </ac:spMkLst>
        </pc:spChg>
        <pc:spChg chg="add mod">
          <ac:chgData name="蕭兆翔" userId="c09afb0b-60c9-45d8-81f2-4d7aa859f4bf" providerId="ADAL" clId="{0F953E9E-F67B-42A2-B369-E0681ABD5848}" dt="2024-11-11T09:49:58.754" v="354" actId="1076"/>
          <ac:spMkLst>
            <pc:docMk/>
            <pc:sldMk cId="1828750814" sldId="408"/>
            <ac:spMk id="8" creationId="{39AC18C4-59AA-0CD6-9FFB-0338E5B195D2}"/>
          </ac:spMkLst>
        </pc:spChg>
        <pc:spChg chg="add mod">
          <ac:chgData name="蕭兆翔" userId="c09afb0b-60c9-45d8-81f2-4d7aa859f4bf" providerId="ADAL" clId="{0F953E9E-F67B-42A2-B369-E0681ABD5848}" dt="2024-11-11T09:37:42.645" v="351"/>
          <ac:spMkLst>
            <pc:docMk/>
            <pc:sldMk cId="1828750814" sldId="408"/>
            <ac:spMk id="11" creationId="{2D5A2B2E-DA44-7C3B-360F-0CD8665DAF39}"/>
          </ac:spMkLst>
        </pc:spChg>
        <pc:spChg chg="add mod">
          <ac:chgData name="蕭兆翔" userId="c09afb0b-60c9-45d8-81f2-4d7aa859f4bf" providerId="ADAL" clId="{0F953E9E-F67B-42A2-B369-E0681ABD5848}" dt="2024-11-11T09:37:42.645" v="351"/>
          <ac:spMkLst>
            <pc:docMk/>
            <pc:sldMk cId="1828750814" sldId="408"/>
            <ac:spMk id="12" creationId="{770762F0-A581-205C-FE5C-24CCB49D6117}"/>
          </ac:spMkLst>
        </pc:spChg>
        <pc:spChg chg="add mod">
          <ac:chgData name="蕭兆翔" userId="c09afb0b-60c9-45d8-81f2-4d7aa859f4bf" providerId="ADAL" clId="{0F953E9E-F67B-42A2-B369-E0681ABD5848}" dt="2024-11-11T09:37:42.645" v="351"/>
          <ac:spMkLst>
            <pc:docMk/>
            <pc:sldMk cId="1828750814" sldId="408"/>
            <ac:spMk id="14" creationId="{150CDD4E-9671-BF6B-FEBE-1D045F97C1C8}"/>
          </ac:spMkLst>
        </pc:spChg>
        <pc:spChg chg="add del mod">
          <ac:chgData name="蕭兆翔" userId="c09afb0b-60c9-45d8-81f2-4d7aa859f4bf" providerId="ADAL" clId="{0F953E9E-F67B-42A2-B369-E0681ABD5848}" dt="2024-11-11T09:50:38.761" v="372" actId="478"/>
          <ac:spMkLst>
            <pc:docMk/>
            <pc:sldMk cId="1828750814" sldId="408"/>
            <ac:spMk id="17" creationId="{7A52EA7E-8601-9950-7C6E-E46E42A07AC0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18" creationId="{00CB1265-8275-EB6D-013E-3EB9B415462D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20" creationId="{90C54CC9-DA25-7887-77FA-38D6D3035ECD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27" creationId="{77A50964-89F2-51A7-E074-BC195BE23653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28" creationId="{8868CE1A-74F9-A33C-B1E5-B2A6C3DE5124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29" creationId="{58E19195-6BC4-A827-6214-37CEBCA8B5EA}"/>
          </ac:spMkLst>
        </pc:spChg>
        <pc:spChg chg="add mod">
          <ac:chgData name="蕭兆翔" userId="c09afb0b-60c9-45d8-81f2-4d7aa859f4bf" providerId="ADAL" clId="{0F953E9E-F67B-42A2-B369-E0681ABD5848}" dt="2024-11-11T10:03:49.089" v="486" actId="1076"/>
          <ac:spMkLst>
            <pc:docMk/>
            <pc:sldMk cId="1828750814" sldId="408"/>
            <ac:spMk id="30" creationId="{4DABFECE-5882-9685-531C-235FE37DF08B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32" creationId="{2AEDE9B5-9E8F-989E-53A2-69491C9CC649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34" creationId="{2CA0DB3E-45C4-CF49-1E47-92EB85DA213B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39" creationId="{DE7C647A-17B5-263F-D010-A182D17AA8D7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40" creationId="{162937CB-7469-778F-58F9-E1EB457FBE0C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41" creationId="{26DCB687-C5FB-AED0-5D58-9000D7CC77FD}"/>
          </ac:spMkLst>
        </pc:spChg>
        <pc:spChg chg="add mod">
          <ac:chgData name="蕭兆翔" userId="c09afb0b-60c9-45d8-81f2-4d7aa859f4bf" providerId="ADAL" clId="{0F953E9E-F67B-42A2-B369-E0681ABD5848}" dt="2024-11-11T09:54:46.518" v="483"/>
          <ac:spMkLst>
            <pc:docMk/>
            <pc:sldMk cId="1828750814" sldId="408"/>
            <ac:spMk id="42" creationId="{9EA2D1AA-0B08-5F12-60F1-91EB2A03485E}"/>
          </ac:spMkLst>
        </pc:spChg>
        <pc:spChg chg="add mod">
          <ac:chgData name="蕭兆翔" userId="c09afb0b-60c9-45d8-81f2-4d7aa859f4bf" providerId="ADAL" clId="{0F953E9E-F67B-42A2-B369-E0681ABD5848}" dt="2024-11-11T10:13:22.933" v="586" actId="1076"/>
          <ac:spMkLst>
            <pc:docMk/>
            <pc:sldMk cId="1828750814" sldId="408"/>
            <ac:spMk id="45" creationId="{5BF19B72-CB0F-90E3-EF85-4FA5AB26A59D}"/>
          </ac:spMkLst>
        </pc:spChg>
        <pc:spChg chg="add mod">
          <ac:chgData name="蕭兆翔" userId="c09afb0b-60c9-45d8-81f2-4d7aa859f4bf" providerId="ADAL" clId="{0F953E9E-F67B-42A2-B369-E0681ABD5848}" dt="2024-11-11T10:13:22.933" v="586" actId="1076"/>
          <ac:spMkLst>
            <pc:docMk/>
            <pc:sldMk cId="1828750814" sldId="408"/>
            <ac:spMk id="47" creationId="{9342F0F9-7875-5D85-74E8-0425F9D54720}"/>
          </ac:spMkLst>
        </pc:spChg>
        <pc:spChg chg="add mod">
          <ac:chgData name="蕭兆翔" userId="c09afb0b-60c9-45d8-81f2-4d7aa859f4bf" providerId="ADAL" clId="{0F953E9E-F67B-42A2-B369-E0681ABD5848}" dt="2024-11-11T10:11:25.752" v="530" actId="1076"/>
          <ac:spMkLst>
            <pc:docMk/>
            <pc:sldMk cId="1828750814" sldId="408"/>
            <ac:spMk id="52" creationId="{D71EA770-97A6-1175-693D-19ADA0F30B03}"/>
          </ac:spMkLst>
        </pc:spChg>
        <pc:spChg chg="add mod">
          <ac:chgData name="蕭兆翔" userId="c09afb0b-60c9-45d8-81f2-4d7aa859f4bf" providerId="ADAL" clId="{0F953E9E-F67B-42A2-B369-E0681ABD5848}" dt="2024-11-11T10:04:08.850" v="492" actId="1076"/>
          <ac:spMkLst>
            <pc:docMk/>
            <pc:sldMk cId="1828750814" sldId="408"/>
            <ac:spMk id="53" creationId="{5E825B03-84CD-5BE1-5AB4-16934C4228E2}"/>
          </ac:spMkLst>
        </pc:spChg>
        <pc:spChg chg="add mod">
          <ac:chgData name="蕭兆翔" userId="c09afb0b-60c9-45d8-81f2-4d7aa859f4bf" providerId="ADAL" clId="{0F953E9E-F67B-42A2-B369-E0681ABD5848}" dt="2024-11-11T10:10:40.269" v="505" actId="1076"/>
          <ac:spMkLst>
            <pc:docMk/>
            <pc:sldMk cId="1828750814" sldId="408"/>
            <ac:spMk id="54" creationId="{628C4374-5446-F647-ED6D-826E298D4D99}"/>
          </ac:spMkLst>
        </pc:spChg>
        <pc:spChg chg="add mod">
          <ac:chgData name="蕭兆翔" userId="c09afb0b-60c9-45d8-81f2-4d7aa859f4bf" providerId="ADAL" clId="{0F953E9E-F67B-42A2-B369-E0681ABD5848}" dt="2024-11-11T10:10:40.269" v="505" actId="1076"/>
          <ac:spMkLst>
            <pc:docMk/>
            <pc:sldMk cId="1828750814" sldId="408"/>
            <ac:spMk id="55" creationId="{375C6DF8-BDD3-2CE1-1EDE-2D5CE215265A}"/>
          </ac:spMkLst>
        </pc:spChg>
        <pc:spChg chg="add mod">
          <ac:chgData name="蕭兆翔" userId="c09afb0b-60c9-45d8-81f2-4d7aa859f4bf" providerId="ADAL" clId="{0F953E9E-F67B-42A2-B369-E0681ABD5848}" dt="2024-11-11T10:11:32.103" v="533" actId="1076"/>
          <ac:spMkLst>
            <pc:docMk/>
            <pc:sldMk cId="1828750814" sldId="408"/>
            <ac:spMk id="65" creationId="{BB6B7387-01E5-1431-FDE0-5E8F741F0DE4}"/>
          </ac:spMkLst>
        </pc:spChg>
        <pc:spChg chg="add mod">
          <ac:chgData name="蕭兆翔" userId="c09afb0b-60c9-45d8-81f2-4d7aa859f4bf" providerId="ADAL" clId="{0F953E9E-F67B-42A2-B369-E0681ABD5848}" dt="2024-11-11T10:11:18.074" v="528" actId="20577"/>
          <ac:spMkLst>
            <pc:docMk/>
            <pc:sldMk cId="1828750814" sldId="408"/>
            <ac:spMk id="66" creationId="{DDBFB7C4-3B61-8F67-B3AC-2363BD00F301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70" creationId="{F09456A7-39EE-76D0-E706-037A8FEF6CE3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71" creationId="{DD30FB8A-21BF-E0C1-47DA-23648F352810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74" creationId="{7CB95989-6F61-988E-60CD-2965B1F7D2D4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75" creationId="{5577BBE1-5B91-4B53-DBA6-D159B0BDC2B3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80" creationId="{F9EC29F2-D6C4-1A14-5479-800B22A6A113}"/>
          </ac:spMkLst>
        </pc:spChg>
        <pc:spChg chg="add mod">
          <ac:chgData name="蕭兆翔" userId="c09afb0b-60c9-45d8-81f2-4d7aa859f4bf" providerId="ADAL" clId="{0F953E9E-F67B-42A2-B369-E0681ABD5848}" dt="2024-11-11T10:13:27.934" v="587"/>
          <ac:spMkLst>
            <pc:docMk/>
            <pc:sldMk cId="1828750814" sldId="408"/>
            <ac:spMk id="81" creationId="{2E73081D-9F6F-0BF7-2B80-1D94F3A0E39F}"/>
          </ac:spMkLst>
        </pc:spChg>
        <pc:graphicFrameChg chg="add mod modGraphic">
          <ac:chgData name="蕭兆翔" userId="c09afb0b-60c9-45d8-81f2-4d7aa859f4bf" providerId="ADAL" clId="{0F953E9E-F67B-42A2-B369-E0681ABD5848}" dt="2024-11-11T09:49:58.754" v="354" actId="1076"/>
          <ac:graphicFrameMkLst>
            <pc:docMk/>
            <pc:sldMk cId="1828750814" sldId="408"/>
            <ac:graphicFrameMk id="3" creationId="{790D5A71-53B6-DD35-6F4A-FB722E08C348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09:49:58.754" v="354" actId="1076"/>
          <ac:graphicFrameMkLst>
            <pc:docMk/>
            <pc:sldMk cId="1828750814" sldId="408"/>
            <ac:graphicFrameMk id="4" creationId="{A56C4D67-5964-EC68-0593-C70D6D8A47B9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09:49:58.754" v="354" actId="1076"/>
          <ac:graphicFrameMkLst>
            <pc:docMk/>
            <pc:sldMk cId="1828750814" sldId="408"/>
            <ac:graphicFrameMk id="7" creationId="{EDD9800A-A4D9-F626-1AAA-CEB941C8ADA6}"/>
          </ac:graphicFrameMkLst>
        </pc:graphicFrameChg>
        <pc:graphicFrameChg chg="add mod">
          <ac:chgData name="蕭兆翔" userId="c09afb0b-60c9-45d8-81f2-4d7aa859f4bf" providerId="ADAL" clId="{0F953E9E-F67B-42A2-B369-E0681ABD5848}" dt="2024-11-11T09:37:42.645" v="351"/>
          <ac:graphicFrameMkLst>
            <pc:docMk/>
            <pc:sldMk cId="1828750814" sldId="408"/>
            <ac:graphicFrameMk id="9" creationId="{E0983E5B-663F-B996-8CEA-2C913C5D50F6}"/>
          </ac:graphicFrameMkLst>
        </pc:graphicFrameChg>
        <pc:graphicFrameChg chg="add mod">
          <ac:chgData name="蕭兆翔" userId="c09afb0b-60c9-45d8-81f2-4d7aa859f4bf" providerId="ADAL" clId="{0F953E9E-F67B-42A2-B369-E0681ABD5848}" dt="2024-11-11T09:37:42.645" v="351"/>
          <ac:graphicFrameMkLst>
            <pc:docMk/>
            <pc:sldMk cId="1828750814" sldId="408"/>
            <ac:graphicFrameMk id="10" creationId="{551D99A8-4229-4C54-D4AF-3A89796FC482}"/>
          </ac:graphicFrameMkLst>
        </pc:graphicFrameChg>
        <pc:graphicFrameChg chg="add mod">
          <ac:chgData name="蕭兆翔" userId="c09afb0b-60c9-45d8-81f2-4d7aa859f4bf" providerId="ADAL" clId="{0F953E9E-F67B-42A2-B369-E0681ABD5848}" dt="2024-11-11T09:37:42.645" v="351"/>
          <ac:graphicFrameMkLst>
            <pc:docMk/>
            <pc:sldMk cId="1828750814" sldId="408"/>
            <ac:graphicFrameMk id="13" creationId="{2E6F0529-2209-738B-8DAD-CB5BEEAEEA55}"/>
          </ac:graphicFrameMkLst>
        </pc:graphicFrameChg>
        <pc:graphicFrameChg chg="add del mod modGraphic">
          <ac:chgData name="蕭兆翔" userId="c09afb0b-60c9-45d8-81f2-4d7aa859f4bf" providerId="ADAL" clId="{0F953E9E-F67B-42A2-B369-E0681ABD5848}" dt="2024-11-11T10:03:49.089" v="486" actId="1076"/>
          <ac:graphicFrameMkLst>
            <pc:docMk/>
            <pc:sldMk cId="1828750814" sldId="408"/>
            <ac:graphicFrameMk id="16" creationId="{7A802A97-D960-4C85-A157-DE9AF6F6A7FC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10:03:49.089" v="486" actId="1076"/>
          <ac:graphicFrameMkLst>
            <pc:docMk/>
            <pc:sldMk cId="1828750814" sldId="408"/>
            <ac:graphicFrameMk id="19" creationId="{AE55F025-8A24-4F29-0F6E-02BBC39FC515}"/>
          </ac:graphicFrameMkLst>
        </pc:graphicFrameChg>
        <pc:graphicFrameChg chg="add mod">
          <ac:chgData name="蕭兆翔" userId="c09afb0b-60c9-45d8-81f2-4d7aa859f4bf" providerId="ADAL" clId="{0F953E9E-F67B-42A2-B369-E0681ABD5848}" dt="2024-11-11T09:54:46.518" v="483"/>
          <ac:graphicFrameMkLst>
            <pc:docMk/>
            <pc:sldMk cId="1828750814" sldId="408"/>
            <ac:graphicFrameMk id="31" creationId="{A6573F2C-3F26-D78E-9743-A1B8848F9DC5}"/>
          </ac:graphicFrameMkLst>
        </pc:graphicFrameChg>
        <pc:graphicFrameChg chg="add mod">
          <ac:chgData name="蕭兆翔" userId="c09afb0b-60c9-45d8-81f2-4d7aa859f4bf" providerId="ADAL" clId="{0F953E9E-F67B-42A2-B369-E0681ABD5848}" dt="2024-11-11T09:54:46.518" v="483"/>
          <ac:graphicFrameMkLst>
            <pc:docMk/>
            <pc:sldMk cId="1828750814" sldId="408"/>
            <ac:graphicFrameMk id="33" creationId="{777A2750-BE21-4B21-DE3B-04513023B555}"/>
          </ac:graphicFrameMkLst>
        </pc:graphicFrameChg>
        <pc:graphicFrameChg chg="add del mod">
          <ac:chgData name="蕭兆翔" userId="c09afb0b-60c9-45d8-81f2-4d7aa859f4bf" providerId="ADAL" clId="{0F953E9E-F67B-42A2-B369-E0681ABD5848}" dt="2024-11-11T10:03:59.104" v="489" actId="478"/>
          <ac:graphicFrameMkLst>
            <pc:docMk/>
            <pc:sldMk cId="1828750814" sldId="408"/>
            <ac:graphicFrameMk id="44" creationId="{2D242D9D-197C-5BF7-1959-9A1F2A0800D1}"/>
          </ac:graphicFrameMkLst>
        </pc:graphicFrameChg>
        <pc:graphicFrameChg chg="add mod">
          <ac:chgData name="蕭兆翔" userId="c09afb0b-60c9-45d8-81f2-4d7aa859f4bf" providerId="ADAL" clId="{0F953E9E-F67B-42A2-B369-E0681ABD5848}" dt="2024-11-11T10:10:36.111" v="504" actId="1076"/>
          <ac:graphicFrameMkLst>
            <pc:docMk/>
            <pc:sldMk cId="1828750814" sldId="408"/>
            <ac:graphicFrameMk id="46" creationId="{DF7AE1D8-EE6B-8AF3-AB76-BC81B1D7F166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10:13:08.456" v="583" actId="20577"/>
          <ac:graphicFrameMkLst>
            <pc:docMk/>
            <pc:sldMk cId="1828750814" sldId="408"/>
            <ac:graphicFrameMk id="56" creationId="{089495C0-64CE-36C1-A3E3-77ECC72D6DA2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10:12:55.828" v="579" actId="404"/>
          <ac:graphicFrameMkLst>
            <pc:docMk/>
            <pc:sldMk cId="1828750814" sldId="408"/>
            <ac:graphicFrameMk id="62" creationId="{DA57EEEC-AF0D-EED1-2B11-9195C6C153BC}"/>
          </ac:graphicFrameMkLst>
        </pc:graphicFrameChg>
        <pc:graphicFrameChg chg="add mod">
          <ac:chgData name="蕭兆翔" userId="c09afb0b-60c9-45d8-81f2-4d7aa859f4bf" providerId="ADAL" clId="{0F953E9E-F67B-42A2-B369-E0681ABD5848}" dt="2024-11-11T10:13:27.934" v="587"/>
          <ac:graphicFrameMkLst>
            <pc:docMk/>
            <pc:sldMk cId="1828750814" sldId="408"/>
            <ac:graphicFrameMk id="76" creationId="{425B94DF-C374-05DA-86D7-108D97591F0E}"/>
          </ac:graphicFrameMkLst>
        </pc:graphicFrameChg>
        <pc:graphicFrameChg chg="add mod">
          <ac:chgData name="蕭兆翔" userId="c09afb0b-60c9-45d8-81f2-4d7aa859f4bf" providerId="ADAL" clId="{0F953E9E-F67B-42A2-B369-E0681ABD5848}" dt="2024-11-11T10:13:27.934" v="587"/>
          <ac:graphicFrameMkLst>
            <pc:docMk/>
            <pc:sldMk cId="1828750814" sldId="408"/>
            <ac:graphicFrameMk id="77" creationId="{090C4B10-2291-F7CC-8198-8951DE177400}"/>
          </ac:graphicFrameMkLst>
        </pc:graphicFrameChg>
        <pc:graphicFrameChg chg="add del">
          <ac:chgData name="蕭兆翔" userId="c09afb0b-60c9-45d8-81f2-4d7aa859f4bf" providerId="ADAL" clId="{0F953E9E-F67B-42A2-B369-E0681ABD5848}" dt="2024-11-11T12:09:06.894" v="593" actId="21"/>
          <ac:graphicFrameMkLst>
            <pc:docMk/>
            <pc:sldMk cId="1828750814" sldId="408"/>
            <ac:graphicFrameMk id="83" creationId="{F24F6759-762C-41F1-6A5B-B24ACA87BFD3}"/>
          </ac:graphicFrameMkLst>
        </pc:graphicFrameChg>
        <pc:picChg chg="add del">
          <ac:chgData name="蕭兆翔" userId="c09afb0b-60c9-45d8-81f2-4d7aa859f4bf" providerId="ADAL" clId="{0F953E9E-F67B-42A2-B369-E0681ABD5848}" dt="2024-11-11T09:37:44.714" v="353" actId="21"/>
          <ac:picMkLst>
            <pc:docMk/>
            <pc:sldMk cId="1828750814" sldId="408"/>
            <ac:picMk id="15" creationId="{01C93DEA-50E0-16E0-6B72-A8608E3149C1}"/>
          </ac:picMkLst>
        </pc:picChg>
        <pc:picChg chg="add del">
          <ac:chgData name="蕭兆翔" userId="c09afb0b-60c9-45d8-81f2-4d7aa859f4bf" providerId="ADAL" clId="{0F953E9E-F67B-42A2-B369-E0681ABD5848}" dt="2024-11-11T09:54:48.450" v="485" actId="21"/>
          <ac:picMkLst>
            <pc:docMk/>
            <pc:sldMk cId="1828750814" sldId="408"/>
            <ac:picMk id="43" creationId="{CD55352F-9B8A-4AB0-3D40-51FF1179CFCF}"/>
          </ac:picMkLst>
        </pc:picChg>
        <pc:picChg chg="add del">
          <ac:chgData name="蕭兆翔" userId="c09afb0b-60c9-45d8-81f2-4d7aa859f4bf" providerId="ADAL" clId="{0F953E9E-F67B-42A2-B369-E0681ABD5848}" dt="2024-11-11T10:13:30.098" v="589" actId="21"/>
          <ac:picMkLst>
            <pc:docMk/>
            <pc:sldMk cId="1828750814" sldId="408"/>
            <ac:picMk id="82" creationId="{00F8181A-413D-DD0B-5F38-9748CB40C0D3}"/>
          </ac:picMkLst>
        </pc:picChg>
        <pc:cxnChg chg="add mod">
          <ac:chgData name="蕭兆翔" userId="c09afb0b-60c9-45d8-81f2-4d7aa859f4bf" providerId="ADAL" clId="{0F953E9E-F67B-42A2-B369-E0681ABD5848}" dt="2024-11-11T10:03:49.089" v="486" actId="1076"/>
          <ac:cxnSpMkLst>
            <pc:docMk/>
            <pc:sldMk cId="1828750814" sldId="408"/>
            <ac:cxnSpMk id="22" creationId="{842C0230-1CD7-66FF-C61D-5D77B1D04FF3}"/>
          </ac:cxnSpMkLst>
        </pc:cxnChg>
        <pc:cxnChg chg="add mod">
          <ac:chgData name="蕭兆翔" userId="c09afb0b-60c9-45d8-81f2-4d7aa859f4bf" providerId="ADAL" clId="{0F953E9E-F67B-42A2-B369-E0681ABD5848}" dt="2024-11-11T10:03:49.089" v="486" actId="1076"/>
          <ac:cxnSpMkLst>
            <pc:docMk/>
            <pc:sldMk cId="1828750814" sldId="408"/>
            <ac:cxnSpMk id="24" creationId="{6DC4C557-BCD1-4E9D-A8B9-C6D337AC22C2}"/>
          </ac:cxnSpMkLst>
        </pc:cxnChg>
        <pc:cxnChg chg="add mod">
          <ac:chgData name="蕭兆翔" userId="c09afb0b-60c9-45d8-81f2-4d7aa859f4bf" providerId="ADAL" clId="{0F953E9E-F67B-42A2-B369-E0681ABD5848}" dt="2024-11-11T10:03:49.089" v="486" actId="1076"/>
          <ac:cxnSpMkLst>
            <pc:docMk/>
            <pc:sldMk cId="1828750814" sldId="408"/>
            <ac:cxnSpMk id="25" creationId="{496CF3CF-925A-3524-05E4-C653993FF81A}"/>
          </ac:cxnSpMkLst>
        </pc:cxnChg>
        <pc:cxnChg chg="add mod">
          <ac:chgData name="蕭兆翔" userId="c09afb0b-60c9-45d8-81f2-4d7aa859f4bf" providerId="ADAL" clId="{0F953E9E-F67B-42A2-B369-E0681ABD5848}" dt="2024-11-11T10:03:49.089" v="486" actId="1076"/>
          <ac:cxnSpMkLst>
            <pc:docMk/>
            <pc:sldMk cId="1828750814" sldId="408"/>
            <ac:cxnSpMk id="26" creationId="{8A6321CC-DCBC-F5C7-36CE-676DA5B6E193}"/>
          </ac:cxnSpMkLst>
        </pc:cxnChg>
        <pc:cxnChg chg="add mod">
          <ac:chgData name="蕭兆翔" userId="c09afb0b-60c9-45d8-81f2-4d7aa859f4bf" providerId="ADAL" clId="{0F953E9E-F67B-42A2-B369-E0681ABD5848}" dt="2024-11-11T09:54:46.518" v="483"/>
          <ac:cxnSpMkLst>
            <pc:docMk/>
            <pc:sldMk cId="1828750814" sldId="408"/>
            <ac:cxnSpMk id="35" creationId="{76B49946-105C-853D-ECEF-1B8EF6620855}"/>
          </ac:cxnSpMkLst>
        </pc:cxnChg>
        <pc:cxnChg chg="add mod">
          <ac:chgData name="蕭兆翔" userId="c09afb0b-60c9-45d8-81f2-4d7aa859f4bf" providerId="ADAL" clId="{0F953E9E-F67B-42A2-B369-E0681ABD5848}" dt="2024-11-11T09:54:46.518" v="483"/>
          <ac:cxnSpMkLst>
            <pc:docMk/>
            <pc:sldMk cId="1828750814" sldId="408"/>
            <ac:cxnSpMk id="36" creationId="{FE51AEE0-27AE-0C08-DB72-5639A363DAA2}"/>
          </ac:cxnSpMkLst>
        </pc:cxnChg>
        <pc:cxnChg chg="add mod">
          <ac:chgData name="蕭兆翔" userId="c09afb0b-60c9-45d8-81f2-4d7aa859f4bf" providerId="ADAL" clId="{0F953E9E-F67B-42A2-B369-E0681ABD5848}" dt="2024-11-11T09:54:46.518" v="483"/>
          <ac:cxnSpMkLst>
            <pc:docMk/>
            <pc:sldMk cId="1828750814" sldId="408"/>
            <ac:cxnSpMk id="37" creationId="{DEB7BF97-5935-2F99-BC88-3FCB82622021}"/>
          </ac:cxnSpMkLst>
        </pc:cxnChg>
        <pc:cxnChg chg="add mod">
          <ac:chgData name="蕭兆翔" userId="c09afb0b-60c9-45d8-81f2-4d7aa859f4bf" providerId="ADAL" clId="{0F953E9E-F67B-42A2-B369-E0681ABD5848}" dt="2024-11-11T09:54:46.518" v="483"/>
          <ac:cxnSpMkLst>
            <pc:docMk/>
            <pc:sldMk cId="1828750814" sldId="408"/>
            <ac:cxnSpMk id="38" creationId="{870E420D-EFDB-43C3-3CBC-A4DDDD6C2418}"/>
          </ac:cxnSpMkLst>
        </pc:cxnChg>
        <pc:cxnChg chg="add mod">
          <ac:chgData name="蕭兆翔" userId="c09afb0b-60c9-45d8-81f2-4d7aa859f4bf" providerId="ADAL" clId="{0F953E9E-F67B-42A2-B369-E0681ABD5848}" dt="2024-11-11T10:11:23.226" v="529" actId="14100"/>
          <ac:cxnSpMkLst>
            <pc:docMk/>
            <pc:sldMk cId="1828750814" sldId="408"/>
            <ac:cxnSpMk id="48" creationId="{A14BB839-E977-A96D-5A48-791D8E064016}"/>
          </ac:cxnSpMkLst>
        </pc:cxnChg>
        <pc:cxnChg chg="add mod">
          <ac:chgData name="蕭兆翔" userId="c09afb0b-60c9-45d8-81f2-4d7aa859f4bf" providerId="ADAL" clId="{0F953E9E-F67B-42A2-B369-E0681ABD5848}" dt="2024-11-11T10:04:17.389" v="494" actId="14100"/>
          <ac:cxnSpMkLst>
            <pc:docMk/>
            <pc:sldMk cId="1828750814" sldId="408"/>
            <ac:cxnSpMk id="49" creationId="{F73C69DD-195E-7B58-9B5D-998E17CA5E3F}"/>
          </ac:cxnSpMkLst>
        </pc:cxnChg>
        <pc:cxnChg chg="add mod">
          <ac:chgData name="蕭兆翔" userId="c09afb0b-60c9-45d8-81f2-4d7aa859f4bf" providerId="ADAL" clId="{0F953E9E-F67B-42A2-B369-E0681ABD5848}" dt="2024-11-11T10:10:40.269" v="505" actId="1076"/>
          <ac:cxnSpMkLst>
            <pc:docMk/>
            <pc:sldMk cId="1828750814" sldId="408"/>
            <ac:cxnSpMk id="50" creationId="{B4F3323F-4F7E-0B6B-2A7C-5FB4B8645286}"/>
          </ac:cxnSpMkLst>
        </pc:cxnChg>
        <pc:cxnChg chg="add mod">
          <ac:chgData name="蕭兆翔" userId="c09afb0b-60c9-45d8-81f2-4d7aa859f4bf" providerId="ADAL" clId="{0F953E9E-F67B-42A2-B369-E0681ABD5848}" dt="2024-11-11T10:10:40.269" v="505" actId="1076"/>
          <ac:cxnSpMkLst>
            <pc:docMk/>
            <pc:sldMk cId="1828750814" sldId="408"/>
            <ac:cxnSpMk id="51" creationId="{B3291C74-9D18-D901-13B4-93383D0C70E8}"/>
          </ac:cxnSpMkLst>
        </pc:cxnChg>
        <pc:cxnChg chg="add mod">
          <ac:chgData name="蕭兆翔" userId="c09afb0b-60c9-45d8-81f2-4d7aa859f4bf" providerId="ADAL" clId="{0F953E9E-F67B-42A2-B369-E0681ABD5848}" dt="2024-11-11T10:11:28.992" v="532" actId="14100"/>
          <ac:cxnSpMkLst>
            <pc:docMk/>
            <pc:sldMk cId="1828750814" sldId="408"/>
            <ac:cxnSpMk id="63" creationId="{571CE625-EC34-84D5-1790-071AE7F5C92C}"/>
          </ac:cxnSpMkLst>
        </pc:cxnChg>
        <pc:cxnChg chg="add mod">
          <ac:chgData name="蕭兆翔" userId="c09afb0b-60c9-45d8-81f2-4d7aa859f4bf" providerId="ADAL" clId="{0F953E9E-F67B-42A2-B369-E0681ABD5848}" dt="2024-11-11T10:11:07.659" v="520" actId="1036"/>
          <ac:cxnSpMkLst>
            <pc:docMk/>
            <pc:sldMk cId="1828750814" sldId="408"/>
            <ac:cxnSpMk id="64" creationId="{78190429-8163-1E2C-11D1-7ADF8C22AAFE}"/>
          </ac:cxnSpMkLst>
        </pc:cxnChg>
        <pc:cxnChg chg="add mod">
          <ac:chgData name="蕭兆翔" userId="c09afb0b-60c9-45d8-81f2-4d7aa859f4bf" providerId="ADAL" clId="{0F953E9E-F67B-42A2-B369-E0681ABD5848}" dt="2024-11-11T10:13:27.934" v="587"/>
          <ac:cxnSpMkLst>
            <pc:docMk/>
            <pc:sldMk cId="1828750814" sldId="408"/>
            <ac:cxnSpMk id="72" creationId="{71C5222A-88B6-72C0-C0F3-B1A9F74B96F5}"/>
          </ac:cxnSpMkLst>
        </pc:cxnChg>
        <pc:cxnChg chg="add mod">
          <ac:chgData name="蕭兆翔" userId="c09afb0b-60c9-45d8-81f2-4d7aa859f4bf" providerId="ADAL" clId="{0F953E9E-F67B-42A2-B369-E0681ABD5848}" dt="2024-11-11T10:13:27.934" v="587"/>
          <ac:cxnSpMkLst>
            <pc:docMk/>
            <pc:sldMk cId="1828750814" sldId="408"/>
            <ac:cxnSpMk id="73" creationId="{C1A20A40-31A4-6B4F-FECA-664337B4ED3A}"/>
          </ac:cxnSpMkLst>
        </pc:cxnChg>
        <pc:cxnChg chg="add mod">
          <ac:chgData name="蕭兆翔" userId="c09afb0b-60c9-45d8-81f2-4d7aa859f4bf" providerId="ADAL" clId="{0F953E9E-F67B-42A2-B369-E0681ABD5848}" dt="2024-11-11T10:13:27.934" v="587"/>
          <ac:cxnSpMkLst>
            <pc:docMk/>
            <pc:sldMk cId="1828750814" sldId="408"/>
            <ac:cxnSpMk id="78" creationId="{21DCDBB2-5328-1A5F-68DA-FC83E17AE184}"/>
          </ac:cxnSpMkLst>
        </pc:cxnChg>
        <pc:cxnChg chg="add mod">
          <ac:chgData name="蕭兆翔" userId="c09afb0b-60c9-45d8-81f2-4d7aa859f4bf" providerId="ADAL" clId="{0F953E9E-F67B-42A2-B369-E0681ABD5848}" dt="2024-11-11T10:13:27.934" v="587"/>
          <ac:cxnSpMkLst>
            <pc:docMk/>
            <pc:sldMk cId="1828750814" sldId="408"/>
            <ac:cxnSpMk id="79" creationId="{0FB389CA-2FA9-59AB-AF6D-E111AB47A36A}"/>
          </ac:cxnSpMkLst>
        </pc:cxnChg>
      </pc:sldChg>
      <pc:sldChg chg="addSp delSp modSp new del mod ord">
        <pc:chgData name="蕭兆翔" userId="c09afb0b-60c9-45d8-81f2-4d7aa859f4bf" providerId="ADAL" clId="{0F953E9E-F67B-42A2-B369-E0681ABD5848}" dt="2024-11-11T15:16:56.089" v="782" actId="47"/>
        <pc:sldMkLst>
          <pc:docMk/>
          <pc:sldMk cId="2044710392" sldId="409"/>
        </pc:sldMkLst>
        <pc:spChg chg="add mod">
          <ac:chgData name="蕭兆翔" userId="c09afb0b-60c9-45d8-81f2-4d7aa859f4bf" providerId="ADAL" clId="{0F953E9E-F67B-42A2-B369-E0681ABD5848}" dt="2024-11-11T12:11:39.278" v="629" actId="207"/>
          <ac:spMkLst>
            <pc:docMk/>
            <pc:sldMk cId="2044710392" sldId="409"/>
            <ac:spMk id="3" creationId="{7A0FF222-87F2-CB8B-B0FA-1EA7D1D98D32}"/>
          </ac:spMkLst>
        </pc:spChg>
        <pc:spChg chg="add mod">
          <ac:chgData name="蕭兆翔" userId="c09afb0b-60c9-45d8-81f2-4d7aa859f4bf" providerId="ADAL" clId="{0F953E9E-F67B-42A2-B369-E0681ABD5848}" dt="2024-11-11T12:11:47.747" v="632" actId="207"/>
          <ac:spMkLst>
            <pc:docMk/>
            <pc:sldMk cId="2044710392" sldId="409"/>
            <ac:spMk id="4" creationId="{2F73541D-2FF2-9D20-B287-0A8387F664C6}"/>
          </ac:spMkLst>
        </pc:spChg>
        <pc:spChg chg="add mod">
          <ac:chgData name="蕭兆翔" userId="c09afb0b-60c9-45d8-81f2-4d7aa859f4bf" providerId="ADAL" clId="{0F953E9E-F67B-42A2-B369-E0681ABD5848}" dt="2024-11-11T12:11:44.842" v="631" actId="207"/>
          <ac:spMkLst>
            <pc:docMk/>
            <pc:sldMk cId="2044710392" sldId="409"/>
            <ac:spMk id="5" creationId="{0EB85F1D-1731-3E1C-4498-305126331893}"/>
          </ac:spMkLst>
        </pc:spChg>
        <pc:spChg chg="add mod">
          <ac:chgData name="蕭兆翔" userId="c09afb0b-60c9-45d8-81f2-4d7aa859f4bf" providerId="ADAL" clId="{0F953E9E-F67B-42A2-B369-E0681ABD5848}" dt="2024-11-11T12:11:41.943" v="630" actId="207"/>
          <ac:spMkLst>
            <pc:docMk/>
            <pc:sldMk cId="2044710392" sldId="409"/>
            <ac:spMk id="6" creationId="{E1563425-E16B-BB4F-24EB-F8ADF42DC563}"/>
          </ac:spMkLst>
        </pc:spChg>
        <pc:spChg chg="add mod">
          <ac:chgData name="蕭兆翔" userId="c09afb0b-60c9-45d8-81f2-4d7aa859f4bf" providerId="ADAL" clId="{0F953E9E-F67B-42A2-B369-E0681ABD5848}" dt="2024-11-11T12:12:15.665" v="662" actId="12788"/>
          <ac:spMkLst>
            <pc:docMk/>
            <pc:sldMk cId="2044710392" sldId="409"/>
            <ac:spMk id="7" creationId="{B4F1CC31-A5C7-3A83-3081-7A9E3D2B64FC}"/>
          </ac:spMkLst>
        </pc:spChg>
        <pc:spChg chg="add mod">
          <ac:chgData name="蕭兆翔" userId="c09afb0b-60c9-45d8-81f2-4d7aa859f4bf" providerId="ADAL" clId="{0F953E9E-F67B-42A2-B369-E0681ABD5848}" dt="2024-11-11T12:12:18.853" v="663" actId="408"/>
          <ac:spMkLst>
            <pc:docMk/>
            <pc:sldMk cId="2044710392" sldId="409"/>
            <ac:spMk id="8" creationId="{871D198A-AE63-0A24-879C-797D9E27844D}"/>
          </ac:spMkLst>
        </pc:spChg>
        <pc:spChg chg="add mod">
          <ac:chgData name="蕭兆翔" userId="c09afb0b-60c9-45d8-81f2-4d7aa859f4bf" providerId="ADAL" clId="{0F953E9E-F67B-42A2-B369-E0681ABD5848}" dt="2024-11-11T12:12:18.853" v="663" actId="408"/>
          <ac:spMkLst>
            <pc:docMk/>
            <pc:sldMk cId="2044710392" sldId="409"/>
            <ac:spMk id="9" creationId="{2FD56C90-156E-6C1F-11F4-D444C7A159F2}"/>
          </ac:spMkLst>
        </pc:spChg>
        <pc:spChg chg="add mod">
          <ac:chgData name="蕭兆翔" userId="c09afb0b-60c9-45d8-81f2-4d7aa859f4bf" providerId="ADAL" clId="{0F953E9E-F67B-42A2-B369-E0681ABD5848}" dt="2024-11-11T12:12:15.665" v="662" actId="12788"/>
          <ac:spMkLst>
            <pc:docMk/>
            <pc:sldMk cId="2044710392" sldId="409"/>
            <ac:spMk id="10" creationId="{940F21D6-60B3-931B-5C99-83BACFE03ED4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2" creationId="{A5F88E16-C3D8-070C-537D-3D3F08E3146C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3" creationId="{EA928B80-A1D0-9697-7346-68CC87A7F2FE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4" creationId="{A8756E0B-06CB-4CF3-A1C1-BFACDC34F753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5" creationId="{76DC2AAE-D8C5-F739-344C-C7D09041D01E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6" creationId="{74EAE061-9A3F-6585-1B19-2C45218DD2DB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7" creationId="{440EFC91-324D-A2A0-0FE6-17FF472EAAE9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8" creationId="{F7A6282C-2714-BCA6-C34A-A902BA617E33}"/>
          </ac:spMkLst>
        </pc:spChg>
        <pc:spChg chg="add mod">
          <ac:chgData name="蕭兆翔" userId="c09afb0b-60c9-45d8-81f2-4d7aa859f4bf" providerId="ADAL" clId="{0F953E9E-F67B-42A2-B369-E0681ABD5848}" dt="2024-11-11T12:12:20.858" v="664"/>
          <ac:spMkLst>
            <pc:docMk/>
            <pc:sldMk cId="2044710392" sldId="409"/>
            <ac:spMk id="19" creationId="{31CC9D8E-0055-119A-5B0A-4BF2A1A2C485}"/>
          </ac:spMkLst>
        </pc:spChg>
        <pc:graphicFrameChg chg="add mod">
          <ac:chgData name="蕭兆翔" userId="c09afb0b-60c9-45d8-81f2-4d7aa859f4bf" providerId="ADAL" clId="{0F953E9E-F67B-42A2-B369-E0681ABD5848}" dt="2024-11-11T12:12:20.858" v="664"/>
          <ac:graphicFrameMkLst>
            <pc:docMk/>
            <pc:sldMk cId="2044710392" sldId="409"/>
            <ac:graphicFrameMk id="11" creationId="{BB945095-9D55-986E-2241-21EE21C933DC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12:11:08.941" v="617" actId="14100"/>
          <ac:graphicFrameMkLst>
            <pc:docMk/>
            <pc:sldMk cId="2044710392" sldId="409"/>
            <ac:graphicFrameMk id="83" creationId="{F24F6759-762C-41F1-6A5B-B24ACA87BFD3}"/>
          </ac:graphicFrameMkLst>
        </pc:graphicFrameChg>
        <pc:picChg chg="add del">
          <ac:chgData name="蕭兆翔" userId="c09afb0b-60c9-45d8-81f2-4d7aa859f4bf" providerId="ADAL" clId="{0F953E9E-F67B-42A2-B369-E0681ABD5848}" dt="2024-11-11T12:12:22.595" v="666" actId="21"/>
          <ac:picMkLst>
            <pc:docMk/>
            <pc:sldMk cId="2044710392" sldId="409"/>
            <ac:picMk id="20" creationId="{7773020B-583C-AB48-3DFF-CF98A321D6BA}"/>
          </ac:picMkLst>
        </pc:picChg>
      </pc:sldChg>
      <pc:sldChg chg="add del">
        <pc:chgData name="蕭兆翔" userId="c09afb0b-60c9-45d8-81f2-4d7aa859f4bf" providerId="ADAL" clId="{0F953E9E-F67B-42A2-B369-E0681ABD5848}" dt="2024-11-11T15:22:31.194" v="786" actId="47"/>
        <pc:sldMkLst>
          <pc:docMk/>
          <pc:sldMk cId="3680822934" sldId="409"/>
        </pc:sldMkLst>
      </pc:sldChg>
      <pc:sldChg chg="addSp delSp modSp add del mod">
        <pc:chgData name="蕭兆翔" userId="c09afb0b-60c9-45d8-81f2-4d7aa859f4bf" providerId="ADAL" clId="{0F953E9E-F67B-42A2-B369-E0681ABD5848}" dt="2024-11-11T15:16:56.089" v="782" actId="47"/>
        <pc:sldMkLst>
          <pc:docMk/>
          <pc:sldMk cId="322433302" sldId="410"/>
        </pc:sldMkLst>
        <pc:spChg chg="mod">
          <ac:chgData name="蕭兆翔" userId="c09afb0b-60c9-45d8-81f2-4d7aa859f4bf" providerId="ADAL" clId="{0F953E9E-F67B-42A2-B369-E0681ABD5848}" dt="2024-11-11T15:10:15.566" v="755" actId="1076"/>
          <ac:spMkLst>
            <pc:docMk/>
            <pc:sldMk cId="322433302" sldId="410"/>
            <ac:spMk id="5" creationId="{AA5523CE-A060-D817-B6E1-B4981EF567D8}"/>
          </ac:spMkLst>
        </pc:spChg>
        <pc:spChg chg="add del mod">
          <ac:chgData name="蕭兆翔" userId="c09afb0b-60c9-45d8-81f2-4d7aa859f4bf" providerId="ADAL" clId="{0F953E9E-F67B-42A2-B369-E0681ABD5848}" dt="2024-11-11T15:10:15.566" v="755" actId="1076"/>
          <ac:spMkLst>
            <pc:docMk/>
            <pc:sldMk cId="322433302" sldId="410"/>
            <ac:spMk id="6" creationId="{580A28E5-7116-F7DD-D364-D1EC02012C40}"/>
          </ac:spMkLst>
        </pc:spChg>
        <pc:spChg chg="add del">
          <ac:chgData name="蕭兆翔" userId="c09afb0b-60c9-45d8-81f2-4d7aa859f4bf" providerId="ADAL" clId="{0F953E9E-F67B-42A2-B369-E0681ABD5848}" dt="2024-11-11T15:05:35.228" v="672" actId="478"/>
          <ac:spMkLst>
            <pc:docMk/>
            <pc:sldMk cId="322433302" sldId="410"/>
            <ac:spMk id="8" creationId="{09A4D64D-FB3C-C820-D34E-64E94949600E}"/>
          </ac:spMkLst>
        </pc:spChg>
        <pc:spChg chg="add mod">
          <ac:chgData name="蕭兆翔" userId="c09afb0b-60c9-45d8-81f2-4d7aa859f4bf" providerId="ADAL" clId="{0F953E9E-F67B-42A2-B369-E0681ABD5848}" dt="2024-11-11T15:09:35.529" v="752"/>
          <ac:spMkLst>
            <pc:docMk/>
            <pc:sldMk cId="322433302" sldId="410"/>
            <ac:spMk id="11" creationId="{5DF1BD96-9642-69D8-7A44-905FB08CB2A3}"/>
          </ac:spMkLst>
        </pc:spChg>
        <pc:spChg chg="add mod">
          <ac:chgData name="蕭兆翔" userId="c09afb0b-60c9-45d8-81f2-4d7aa859f4bf" providerId="ADAL" clId="{0F953E9E-F67B-42A2-B369-E0681ABD5848}" dt="2024-11-11T15:09:35.529" v="752"/>
          <ac:spMkLst>
            <pc:docMk/>
            <pc:sldMk cId="322433302" sldId="410"/>
            <ac:spMk id="12" creationId="{DCA3AF83-E75A-3813-6962-4C2069E287A4}"/>
          </ac:spMkLst>
        </pc:spChg>
        <pc:spChg chg="add mod">
          <ac:chgData name="蕭兆翔" userId="c09afb0b-60c9-45d8-81f2-4d7aa859f4bf" providerId="ADAL" clId="{0F953E9E-F67B-42A2-B369-E0681ABD5848}" dt="2024-11-11T15:10:18.760" v="756"/>
          <ac:spMkLst>
            <pc:docMk/>
            <pc:sldMk cId="322433302" sldId="410"/>
            <ac:spMk id="17" creationId="{F95C537F-A70E-675E-6145-E336FC8D40B5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18" creationId="{EEFE68B8-282A-00AC-4971-57831331ED35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20" creationId="{CF7D36F5-7255-14AB-2ABB-52FCDD6B63ED}"/>
          </ac:spMkLst>
        </pc:spChg>
        <pc:spChg chg="add mod">
          <ac:chgData name="蕭兆翔" userId="c09afb0b-60c9-45d8-81f2-4d7aa859f4bf" providerId="ADAL" clId="{0F953E9E-F67B-42A2-B369-E0681ABD5848}" dt="2024-11-11T15:10:18.760" v="756"/>
          <ac:spMkLst>
            <pc:docMk/>
            <pc:sldMk cId="322433302" sldId="410"/>
            <ac:spMk id="21" creationId="{C06150AB-F8E3-D497-436A-56E800D99CED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27" creationId="{8C633F01-4EBE-175D-169F-64E955855798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28" creationId="{6E04C225-3A95-C1E4-FB36-8DC4830AA8B3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29" creationId="{B9F24ED4-393A-D88A-77E8-3062EE15CB6F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30" creationId="{DA37C595-D139-EAA1-AA95-D9AE5C83FE15}"/>
          </ac:spMkLst>
        </pc:spChg>
        <pc:spChg chg="add mod">
          <ac:chgData name="蕭兆翔" userId="c09afb0b-60c9-45d8-81f2-4d7aa859f4bf" providerId="ADAL" clId="{0F953E9E-F67B-42A2-B369-E0681ABD5848}" dt="2024-11-11T15:13:45.869" v="779"/>
          <ac:spMkLst>
            <pc:docMk/>
            <pc:sldMk cId="322433302" sldId="410"/>
            <ac:spMk id="33" creationId="{EACFB869-543D-7CDA-F7C3-1967E4CE7A08}"/>
          </ac:spMkLst>
        </pc:spChg>
        <pc:spChg chg="add mod">
          <ac:chgData name="蕭兆翔" userId="c09afb0b-60c9-45d8-81f2-4d7aa859f4bf" providerId="ADAL" clId="{0F953E9E-F67B-42A2-B369-E0681ABD5848}" dt="2024-11-11T15:13:45.869" v="779"/>
          <ac:spMkLst>
            <pc:docMk/>
            <pc:sldMk cId="322433302" sldId="410"/>
            <ac:spMk id="34" creationId="{EDF2B650-FED7-5B5A-BD6B-7B39E302EA48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45" creationId="{6510E1C2-8BD9-CAA1-85E8-450AF167034D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47" creationId="{E2D88816-DD13-9132-3845-13AE6D06FDCD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52" creationId="{C66C288A-C46C-0909-D3F2-E9C3731C053D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53" creationId="{35060954-F8F4-E3D6-807B-7B7C534A67D8}"/>
          </ac:spMkLst>
        </pc:spChg>
        <pc:spChg chg="add del">
          <ac:chgData name="蕭兆翔" userId="c09afb0b-60c9-45d8-81f2-4d7aa859f4bf" providerId="ADAL" clId="{0F953E9E-F67B-42A2-B369-E0681ABD5848}" dt="2024-11-11T15:05:33.948" v="671" actId="478"/>
          <ac:spMkLst>
            <pc:docMk/>
            <pc:sldMk cId="322433302" sldId="410"/>
            <ac:spMk id="54" creationId="{DF16DD2F-1EF6-6895-2894-FAF33BEAD50E}"/>
          </ac:spMkLst>
        </pc:spChg>
        <pc:spChg chg="add del">
          <ac:chgData name="蕭兆翔" userId="c09afb0b-60c9-45d8-81f2-4d7aa859f4bf" providerId="ADAL" clId="{0F953E9E-F67B-42A2-B369-E0681ABD5848}" dt="2024-11-11T15:05:33.948" v="671" actId="478"/>
          <ac:spMkLst>
            <pc:docMk/>
            <pc:sldMk cId="322433302" sldId="410"/>
            <ac:spMk id="55" creationId="{15D2F0F0-CCC5-46AD-6D9A-6A3B38B3DC2E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65" creationId="{4843FAC1-8CD0-16BC-6B87-D88AB4796384}"/>
          </ac:spMkLst>
        </pc:spChg>
        <pc:spChg chg="del">
          <ac:chgData name="蕭兆翔" userId="c09afb0b-60c9-45d8-81f2-4d7aa859f4bf" providerId="ADAL" clId="{0F953E9E-F67B-42A2-B369-E0681ABD5848}" dt="2024-11-11T15:05:27.121" v="668" actId="478"/>
          <ac:spMkLst>
            <pc:docMk/>
            <pc:sldMk cId="322433302" sldId="410"/>
            <ac:spMk id="66" creationId="{A813A631-4AAF-AD1C-281E-7E84041DBB7F}"/>
          </ac:spMkLst>
        </pc:spChg>
        <pc:graphicFrameChg chg="mod">
          <ac:chgData name="蕭兆翔" userId="c09afb0b-60c9-45d8-81f2-4d7aa859f4bf" providerId="ADAL" clId="{0F953E9E-F67B-42A2-B369-E0681ABD5848}" dt="2024-11-11T15:06:21.086" v="727" actId="1076"/>
          <ac:graphicFrameMkLst>
            <pc:docMk/>
            <pc:sldMk cId="322433302" sldId="410"/>
            <ac:graphicFrameMk id="3" creationId="{DE7853C3-E544-69E4-7327-E5E5B827BC6F}"/>
          </ac:graphicFrameMkLst>
        </pc:graphicFrameChg>
        <pc:graphicFrameChg chg="add del">
          <ac:chgData name="蕭兆翔" userId="c09afb0b-60c9-45d8-81f2-4d7aa859f4bf" providerId="ADAL" clId="{0F953E9E-F67B-42A2-B369-E0681ABD5848}" dt="2024-11-11T15:05:33.948" v="671" actId="478"/>
          <ac:graphicFrameMkLst>
            <pc:docMk/>
            <pc:sldMk cId="322433302" sldId="410"/>
            <ac:graphicFrameMk id="4" creationId="{7D82B695-A30B-3779-0106-2C65955954EA}"/>
          </ac:graphicFrameMkLst>
        </pc:graphicFrameChg>
        <pc:graphicFrameChg chg="add del">
          <ac:chgData name="蕭兆翔" userId="c09afb0b-60c9-45d8-81f2-4d7aa859f4bf" providerId="ADAL" clId="{0F953E9E-F67B-42A2-B369-E0681ABD5848}" dt="2024-11-11T15:05:33.948" v="671" actId="478"/>
          <ac:graphicFrameMkLst>
            <pc:docMk/>
            <pc:sldMk cId="322433302" sldId="410"/>
            <ac:graphicFrameMk id="7" creationId="{102BBBFB-79D1-36D6-C24A-06E98F259071}"/>
          </ac:graphicFrameMkLst>
        </pc:graphicFrameChg>
        <pc:graphicFrameChg chg="add mod modGraphic">
          <ac:chgData name="蕭兆翔" userId="c09afb0b-60c9-45d8-81f2-4d7aa859f4bf" providerId="ADAL" clId="{0F953E9E-F67B-42A2-B369-E0681ABD5848}" dt="2024-11-11T15:13:42.258" v="778" actId="113"/>
          <ac:graphicFrameMkLst>
            <pc:docMk/>
            <pc:sldMk cId="322433302" sldId="410"/>
            <ac:graphicFrameMk id="9" creationId="{AC6616D4-6401-B1FC-DAF5-5D93F8678E78}"/>
          </ac:graphicFrameMkLst>
        </pc:graphicFrameChg>
        <pc:graphicFrameChg chg="add mod">
          <ac:chgData name="蕭兆翔" userId="c09afb0b-60c9-45d8-81f2-4d7aa859f4bf" providerId="ADAL" clId="{0F953E9E-F67B-42A2-B369-E0681ABD5848}" dt="2024-11-11T15:09:35.529" v="752"/>
          <ac:graphicFrameMkLst>
            <pc:docMk/>
            <pc:sldMk cId="322433302" sldId="410"/>
            <ac:graphicFrameMk id="10" creationId="{891ECEC3-3CBF-5DB9-4135-AA93924BFCFB}"/>
          </ac:graphicFrameMkLst>
        </pc:graphicFrameChg>
        <pc:graphicFrameChg chg="add mod">
          <ac:chgData name="蕭兆翔" userId="c09afb0b-60c9-45d8-81f2-4d7aa859f4bf" providerId="ADAL" clId="{0F953E9E-F67B-42A2-B369-E0681ABD5848}" dt="2024-11-11T15:09:35.529" v="752"/>
          <ac:graphicFrameMkLst>
            <pc:docMk/>
            <pc:sldMk cId="322433302" sldId="410"/>
            <ac:graphicFrameMk id="13" creationId="{1E98CE15-86E1-44F1-9CAC-C3818D583B15}"/>
          </ac:graphicFrameMkLst>
        </pc:graphicFrameChg>
        <pc:graphicFrameChg chg="add mod">
          <ac:chgData name="蕭兆翔" userId="c09afb0b-60c9-45d8-81f2-4d7aa859f4bf" providerId="ADAL" clId="{0F953E9E-F67B-42A2-B369-E0681ABD5848}" dt="2024-11-11T15:10:18.760" v="756"/>
          <ac:graphicFrameMkLst>
            <pc:docMk/>
            <pc:sldMk cId="322433302" sldId="410"/>
            <ac:graphicFrameMk id="15" creationId="{3F3FC35A-7041-0893-4729-29A60965B249}"/>
          </ac:graphicFrameMkLst>
        </pc:graphicFrameChg>
        <pc:graphicFrameChg chg="del">
          <ac:chgData name="蕭兆翔" userId="c09afb0b-60c9-45d8-81f2-4d7aa859f4bf" providerId="ADAL" clId="{0F953E9E-F67B-42A2-B369-E0681ABD5848}" dt="2024-11-11T15:05:27.121" v="668" actId="478"/>
          <ac:graphicFrameMkLst>
            <pc:docMk/>
            <pc:sldMk cId="322433302" sldId="410"/>
            <ac:graphicFrameMk id="16" creationId="{E572EC0D-8E58-C10F-FFF8-AF103A8BC1E5}"/>
          </ac:graphicFrameMkLst>
        </pc:graphicFrameChg>
        <pc:graphicFrameChg chg="del">
          <ac:chgData name="蕭兆翔" userId="c09afb0b-60c9-45d8-81f2-4d7aa859f4bf" providerId="ADAL" clId="{0F953E9E-F67B-42A2-B369-E0681ABD5848}" dt="2024-11-11T15:05:27.121" v="668" actId="478"/>
          <ac:graphicFrameMkLst>
            <pc:docMk/>
            <pc:sldMk cId="322433302" sldId="410"/>
            <ac:graphicFrameMk id="19" creationId="{AC778737-8CDD-9E9B-44C0-A83616206022}"/>
          </ac:graphicFrameMkLst>
        </pc:graphicFrameChg>
        <pc:graphicFrameChg chg="add mod">
          <ac:chgData name="蕭兆翔" userId="c09afb0b-60c9-45d8-81f2-4d7aa859f4bf" providerId="ADAL" clId="{0F953E9E-F67B-42A2-B369-E0681ABD5848}" dt="2024-11-11T15:10:18.760" v="756"/>
          <ac:graphicFrameMkLst>
            <pc:docMk/>
            <pc:sldMk cId="322433302" sldId="410"/>
            <ac:graphicFrameMk id="23" creationId="{C58627EE-B831-10F6-5669-8429853CE746}"/>
          </ac:graphicFrameMkLst>
        </pc:graphicFrameChg>
        <pc:graphicFrameChg chg="add mod">
          <ac:chgData name="蕭兆翔" userId="c09afb0b-60c9-45d8-81f2-4d7aa859f4bf" providerId="ADAL" clId="{0F953E9E-F67B-42A2-B369-E0681ABD5848}" dt="2024-11-11T15:13:45.869" v="779"/>
          <ac:graphicFrameMkLst>
            <pc:docMk/>
            <pc:sldMk cId="322433302" sldId="410"/>
            <ac:graphicFrameMk id="32" creationId="{F31D8A67-DA0F-469F-2E51-87A154880999}"/>
          </ac:graphicFrameMkLst>
        </pc:graphicFrameChg>
        <pc:graphicFrameChg chg="add mod">
          <ac:chgData name="蕭兆翔" userId="c09afb0b-60c9-45d8-81f2-4d7aa859f4bf" providerId="ADAL" clId="{0F953E9E-F67B-42A2-B369-E0681ABD5848}" dt="2024-11-11T15:13:45.869" v="779"/>
          <ac:graphicFrameMkLst>
            <pc:docMk/>
            <pc:sldMk cId="322433302" sldId="410"/>
            <ac:graphicFrameMk id="35" creationId="{4C9EDBDF-7EB0-5D80-D7A4-A0D35D9D9652}"/>
          </ac:graphicFrameMkLst>
        </pc:graphicFrameChg>
        <pc:graphicFrameChg chg="add del">
          <ac:chgData name="蕭兆翔" userId="c09afb0b-60c9-45d8-81f2-4d7aa859f4bf" providerId="ADAL" clId="{0F953E9E-F67B-42A2-B369-E0681ABD5848}" dt="2024-11-11T15:05:35.228" v="672" actId="478"/>
          <ac:graphicFrameMkLst>
            <pc:docMk/>
            <pc:sldMk cId="322433302" sldId="410"/>
            <ac:graphicFrameMk id="46" creationId="{DC35ECD5-EF63-8754-3A29-9BAD3038B44D}"/>
          </ac:graphicFrameMkLst>
        </pc:graphicFrameChg>
        <pc:graphicFrameChg chg="del">
          <ac:chgData name="蕭兆翔" userId="c09afb0b-60c9-45d8-81f2-4d7aa859f4bf" providerId="ADAL" clId="{0F953E9E-F67B-42A2-B369-E0681ABD5848}" dt="2024-11-11T15:05:27.121" v="668" actId="478"/>
          <ac:graphicFrameMkLst>
            <pc:docMk/>
            <pc:sldMk cId="322433302" sldId="410"/>
            <ac:graphicFrameMk id="56" creationId="{B7342023-DE7C-FABA-4D4B-27E91BB04C8B}"/>
          </ac:graphicFrameMkLst>
        </pc:graphicFrameChg>
        <pc:graphicFrameChg chg="del">
          <ac:chgData name="蕭兆翔" userId="c09afb0b-60c9-45d8-81f2-4d7aa859f4bf" providerId="ADAL" clId="{0F953E9E-F67B-42A2-B369-E0681ABD5848}" dt="2024-11-11T15:05:27.121" v="668" actId="478"/>
          <ac:graphicFrameMkLst>
            <pc:docMk/>
            <pc:sldMk cId="322433302" sldId="410"/>
            <ac:graphicFrameMk id="62" creationId="{03547AB1-D0DF-763E-D465-70B585395AD2}"/>
          </ac:graphicFrameMkLst>
        </pc:graphicFrameChg>
        <pc:picChg chg="add del">
          <ac:chgData name="蕭兆翔" userId="c09afb0b-60c9-45d8-81f2-4d7aa859f4bf" providerId="ADAL" clId="{0F953E9E-F67B-42A2-B369-E0681ABD5848}" dt="2024-11-11T15:09:37.773" v="754" actId="21"/>
          <ac:picMkLst>
            <pc:docMk/>
            <pc:sldMk cId="322433302" sldId="410"/>
            <ac:picMk id="14" creationId="{48C9CD9D-3667-1134-9836-37566D2888D4}"/>
          </ac:picMkLst>
        </pc:picChg>
        <pc:picChg chg="add del">
          <ac:chgData name="蕭兆翔" userId="c09afb0b-60c9-45d8-81f2-4d7aa859f4bf" providerId="ADAL" clId="{0F953E9E-F67B-42A2-B369-E0681ABD5848}" dt="2024-11-11T15:10:20.318" v="758" actId="21"/>
          <ac:picMkLst>
            <pc:docMk/>
            <pc:sldMk cId="322433302" sldId="410"/>
            <ac:picMk id="31" creationId="{13ADFC1D-45BE-4954-2944-85994B24C9BB}"/>
          </ac:picMkLst>
        </pc:picChg>
        <pc:picChg chg="add del">
          <ac:chgData name="蕭兆翔" userId="c09afb0b-60c9-45d8-81f2-4d7aa859f4bf" providerId="ADAL" clId="{0F953E9E-F67B-42A2-B369-E0681ABD5848}" dt="2024-11-11T15:13:47.361" v="781" actId="21"/>
          <ac:picMkLst>
            <pc:docMk/>
            <pc:sldMk cId="322433302" sldId="410"/>
            <ac:picMk id="36" creationId="{9D3CB308-3F9C-E3AA-D273-5E6D1911BB36}"/>
          </ac:picMkLst>
        </pc:pic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22" creationId="{ACAE05AF-074A-5C20-624D-5C710CD0DAA0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24" creationId="{4AF00BEE-C756-0769-440C-00CC352469E1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25" creationId="{C41D010C-6E60-ADFA-4D85-2C3770F148B8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26" creationId="{BD6C7D2F-D7EB-CEF5-0A39-306AD21F3CEF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48" creationId="{3DBAF459-21E1-12AD-2164-B2CEAD26969E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49" creationId="{EBA7FF05-0437-1F0D-A61A-AF1412579C4B}"/>
          </ac:cxnSpMkLst>
        </pc:cxnChg>
        <pc:cxnChg chg="add del">
          <ac:chgData name="蕭兆翔" userId="c09afb0b-60c9-45d8-81f2-4d7aa859f4bf" providerId="ADAL" clId="{0F953E9E-F67B-42A2-B369-E0681ABD5848}" dt="2024-11-11T15:05:33.948" v="671" actId="478"/>
          <ac:cxnSpMkLst>
            <pc:docMk/>
            <pc:sldMk cId="322433302" sldId="410"/>
            <ac:cxnSpMk id="50" creationId="{EC92FB8F-E101-195E-B62C-B1F6039D3421}"/>
          </ac:cxnSpMkLst>
        </pc:cxnChg>
        <pc:cxnChg chg="add del">
          <ac:chgData name="蕭兆翔" userId="c09afb0b-60c9-45d8-81f2-4d7aa859f4bf" providerId="ADAL" clId="{0F953E9E-F67B-42A2-B369-E0681ABD5848}" dt="2024-11-11T15:05:33.948" v="671" actId="478"/>
          <ac:cxnSpMkLst>
            <pc:docMk/>
            <pc:sldMk cId="322433302" sldId="410"/>
            <ac:cxnSpMk id="51" creationId="{FB50439E-EC7D-DB3D-2635-6492A23F1B18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63" creationId="{BA07CD47-75A2-8011-2125-2C4B5C7D6587}"/>
          </ac:cxnSpMkLst>
        </pc:cxnChg>
        <pc:cxnChg chg="del">
          <ac:chgData name="蕭兆翔" userId="c09afb0b-60c9-45d8-81f2-4d7aa859f4bf" providerId="ADAL" clId="{0F953E9E-F67B-42A2-B369-E0681ABD5848}" dt="2024-11-11T15:05:27.121" v="668" actId="478"/>
          <ac:cxnSpMkLst>
            <pc:docMk/>
            <pc:sldMk cId="322433302" sldId="410"/>
            <ac:cxnSpMk id="64" creationId="{1C90DE45-E846-8C76-5CFF-1B2A96FE9E8A}"/>
          </ac:cxnSpMkLst>
        </pc:cxnChg>
      </pc:sldChg>
      <pc:sldChg chg="add">
        <pc:chgData name="蕭兆翔" userId="c09afb0b-60c9-45d8-81f2-4d7aa859f4bf" providerId="ADAL" clId="{0F953E9E-F67B-42A2-B369-E0681ABD5848}" dt="2024-11-11T15:22:23.567" v="785"/>
        <pc:sldMkLst>
          <pc:docMk/>
          <pc:sldMk cId="306744845" sldId="412"/>
        </pc:sldMkLst>
      </pc:sldChg>
      <pc:sldChg chg="add del">
        <pc:chgData name="蕭兆翔" userId="c09afb0b-60c9-45d8-81f2-4d7aa859f4bf" providerId="ADAL" clId="{0F953E9E-F67B-42A2-B369-E0681ABD5848}" dt="2024-11-11T15:22:32.559" v="787" actId="47"/>
        <pc:sldMkLst>
          <pc:docMk/>
          <pc:sldMk cId="297529632" sldId="413"/>
        </pc:sldMkLst>
      </pc:sldChg>
      <pc:sldChg chg="addSp modSp add mod">
        <pc:chgData name="蕭兆翔" userId="c09afb0b-60c9-45d8-81f2-4d7aa859f4bf" providerId="ADAL" clId="{0F953E9E-F67B-42A2-B369-E0681ABD5848}" dt="2024-11-12T05:34:47.548" v="2263" actId="1076"/>
        <pc:sldMkLst>
          <pc:docMk/>
          <pc:sldMk cId="1920470960" sldId="414"/>
        </pc:sldMkLst>
        <pc:spChg chg="add mod">
          <ac:chgData name="蕭兆翔" userId="c09afb0b-60c9-45d8-81f2-4d7aa859f4bf" providerId="ADAL" clId="{0F953E9E-F67B-42A2-B369-E0681ABD5848}" dt="2024-11-12T05:34:47.548" v="2263" actId="1076"/>
          <ac:spMkLst>
            <pc:docMk/>
            <pc:sldMk cId="1920470960" sldId="414"/>
            <ac:spMk id="9" creationId="{E3268671-7780-2345-CD53-5AFF650B1579}"/>
          </ac:spMkLst>
        </pc:spChg>
      </pc:sldChg>
      <pc:sldChg chg="add del">
        <pc:chgData name="蕭兆翔" userId="c09afb0b-60c9-45d8-81f2-4d7aa859f4bf" providerId="ADAL" clId="{0F953E9E-F67B-42A2-B369-E0681ABD5848}" dt="2024-11-11T15:22:34.084" v="788" actId="47"/>
        <pc:sldMkLst>
          <pc:docMk/>
          <pc:sldMk cId="1105051220" sldId="415"/>
        </pc:sldMkLst>
      </pc:sldChg>
      <pc:sldChg chg="addSp modSp add mod">
        <pc:chgData name="蕭兆翔" userId="c09afb0b-60c9-45d8-81f2-4d7aa859f4bf" providerId="ADAL" clId="{0F953E9E-F67B-42A2-B369-E0681ABD5848}" dt="2024-11-12T05:34:52.376" v="2266" actId="1076"/>
        <pc:sldMkLst>
          <pc:docMk/>
          <pc:sldMk cId="849771186" sldId="416"/>
        </pc:sldMkLst>
        <pc:spChg chg="add mod">
          <ac:chgData name="蕭兆翔" userId="c09afb0b-60c9-45d8-81f2-4d7aa859f4bf" providerId="ADAL" clId="{0F953E9E-F67B-42A2-B369-E0681ABD5848}" dt="2024-11-12T05:34:52.376" v="2266" actId="1076"/>
          <ac:spMkLst>
            <pc:docMk/>
            <pc:sldMk cId="849771186" sldId="416"/>
            <ac:spMk id="4" creationId="{B43C3A9B-AB87-27D8-6BF1-1C7294559B05}"/>
          </ac:spMkLst>
        </pc:spChg>
        <pc:spChg chg="add mod">
          <ac:chgData name="蕭兆翔" userId="c09afb0b-60c9-45d8-81f2-4d7aa859f4bf" providerId="ADAL" clId="{0F953E9E-F67B-42A2-B369-E0681ABD5848}" dt="2024-11-12T05:34:52.376" v="2266" actId="1076"/>
          <ac:spMkLst>
            <pc:docMk/>
            <pc:sldMk cId="849771186" sldId="416"/>
            <ac:spMk id="6" creationId="{2D23C06F-C798-875B-83F0-5AB1FFD790C6}"/>
          </ac:spMkLst>
        </pc:spChg>
      </pc:sldChg>
      <pc:sldChg chg="add">
        <pc:chgData name="蕭兆翔" userId="c09afb0b-60c9-45d8-81f2-4d7aa859f4bf" providerId="ADAL" clId="{0F953E9E-F67B-42A2-B369-E0681ABD5848}" dt="2024-11-11T15:23:22.344" v="790"/>
        <pc:sldMkLst>
          <pc:docMk/>
          <pc:sldMk cId="3709126821" sldId="418"/>
        </pc:sldMkLst>
      </pc:sldChg>
      <pc:sldChg chg="add">
        <pc:chgData name="蕭兆翔" userId="c09afb0b-60c9-45d8-81f2-4d7aa859f4bf" providerId="ADAL" clId="{0F953E9E-F67B-42A2-B369-E0681ABD5848}" dt="2024-11-11T15:22:45.089" v="789"/>
        <pc:sldMkLst>
          <pc:docMk/>
          <pc:sldMk cId="2558497788" sldId="419"/>
        </pc:sldMkLst>
      </pc:sldChg>
      <pc:sldChg chg="add">
        <pc:chgData name="蕭兆翔" userId="c09afb0b-60c9-45d8-81f2-4d7aa859f4bf" providerId="ADAL" clId="{0F953E9E-F67B-42A2-B369-E0681ABD5848}" dt="2024-11-11T15:23:43.927" v="791"/>
        <pc:sldMkLst>
          <pc:docMk/>
          <pc:sldMk cId="3770891311" sldId="420"/>
        </pc:sldMkLst>
      </pc:sldChg>
      <pc:sldChg chg="addSp delSp modSp add mod">
        <pc:chgData name="蕭兆翔" userId="c09afb0b-60c9-45d8-81f2-4d7aa859f4bf" providerId="ADAL" clId="{0F953E9E-F67B-42A2-B369-E0681ABD5848}" dt="2024-11-12T05:27:07.360" v="2116" actId="20577"/>
        <pc:sldMkLst>
          <pc:docMk/>
          <pc:sldMk cId="3993333688" sldId="421"/>
        </pc:sldMkLst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3" creationId="{92C7C093-177F-83A0-1CB4-D377309CCB9B}"/>
          </ac:spMkLst>
        </pc:spChg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4" creationId="{67C16314-B375-6461-E900-1F480EAD3EFF}"/>
          </ac:spMkLst>
        </pc:spChg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6" creationId="{CE094F57-EF9E-EE70-5DD1-72540CB7BBFF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7" creationId="{93009C57-625F-DBA9-F5E0-397B0FF35919}"/>
          </ac:spMkLst>
        </pc:spChg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8" creationId="{57B190B5-E480-22F5-532D-828743E9A66C}"/>
          </ac:spMkLst>
        </pc:spChg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13" creationId="{A53253F1-B3D9-D148-A766-8FEF085150F0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14" creationId="{B972B76E-D7F3-0252-0D95-C7E677FBC1D3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15" creationId="{CAB3365E-A7F3-AAEC-AD87-695FB08DB621}"/>
          </ac:spMkLst>
        </pc:spChg>
        <pc:spChg chg="add mod">
          <ac:chgData name="蕭兆翔" userId="c09afb0b-60c9-45d8-81f2-4d7aa859f4bf" providerId="ADAL" clId="{0F953E9E-F67B-42A2-B369-E0681ABD5848}" dt="2024-11-12T03:42:34.977" v="1186" actId="1076"/>
          <ac:spMkLst>
            <pc:docMk/>
            <pc:sldMk cId="3993333688" sldId="421"/>
            <ac:spMk id="16" creationId="{F6395148-B8E5-4F6E-9C21-1C74B8AFC76D}"/>
          </ac:spMkLst>
        </pc:spChg>
        <pc:spChg chg="add mod">
          <ac:chgData name="蕭兆翔" userId="c09afb0b-60c9-45d8-81f2-4d7aa859f4bf" providerId="ADAL" clId="{0F953E9E-F67B-42A2-B369-E0681ABD5848}" dt="2024-11-12T03:42:34.977" v="1186" actId="1076"/>
          <ac:spMkLst>
            <pc:docMk/>
            <pc:sldMk cId="3993333688" sldId="421"/>
            <ac:spMk id="17" creationId="{973246C5-3839-2B6F-0EBB-52EEC671BE98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19" creationId="{715587BD-677A-96B0-7E7D-214A3BE08071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20" creationId="{E8CAFC34-5E12-1005-E883-A0C68328A5B7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21" creationId="{EA033B06-108B-ECB1-8AA9-60E626B74196}"/>
          </ac:spMkLst>
        </pc:spChg>
        <pc:spChg chg="add mod">
          <ac:chgData name="蕭兆翔" userId="c09afb0b-60c9-45d8-81f2-4d7aa859f4bf" providerId="ADAL" clId="{0F953E9E-F67B-42A2-B369-E0681ABD5848}" dt="2024-11-12T04:34:37.900" v="1412" actId="1076"/>
          <ac:spMkLst>
            <pc:docMk/>
            <pc:sldMk cId="3993333688" sldId="421"/>
            <ac:spMk id="22" creationId="{4195E0A1-9C29-DF04-8C11-8E921EDEDB5C}"/>
          </ac:spMkLst>
        </pc:spChg>
        <pc:spChg chg="add mod">
          <ac:chgData name="蕭兆翔" userId="c09afb0b-60c9-45d8-81f2-4d7aa859f4bf" providerId="ADAL" clId="{0F953E9E-F67B-42A2-B369-E0681ABD5848}" dt="2024-11-12T04:41:15.008" v="1488" actId="20577"/>
          <ac:spMkLst>
            <pc:docMk/>
            <pc:sldMk cId="3993333688" sldId="421"/>
            <ac:spMk id="23" creationId="{2406BE52-D772-87FE-7D4A-0B20DC6BC98F}"/>
          </ac:spMkLst>
        </pc:spChg>
        <pc:spChg chg="add mod">
          <ac:chgData name="蕭兆翔" userId="c09afb0b-60c9-45d8-81f2-4d7aa859f4bf" providerId="ADAL" clId="{0F953E9E-F67B-42A2-B369-E0681ABD5848}" dt="2024-11-12T05:25:01.634" v="2077" actId="20577"/>
          <ac:spMkLst>
            <pc:docMk/>
            <pc:sldMk cId="3993333688" sldId="421"/>
            <ac:spMk id="24" creationId="{5B84B98F-A866-F509-7B30-10CF0C344DF0}"/>
          </ac:spMkLst>
        </pc:spChg>
        <pc:spChg chg="add mod">
          <ac:chgData name="蕭兆翔" userId="c09afb0b-60c9-45d8-81f2-4d7aa859f4bf" providerId="ADAL" clId="{0F953E9E-F67B-42A2-B369-E0681ABD5848}" dt="2024-11-12T05:27:07.360" v="2116" actId="20577"/>
          <ac:spMkLst>
            <pc:docMk/>
            <pc:sldMk cId="3993333688" sldId="421"/>
            <ac:spMk id="25" creationId="{873D91FE-51D1-D469-4DF7-D0C85528F7CE}"/>
          </ac:spMkLst>
        </pc:spChg>
        <pc:spChg chg="add del mod">
          <ac:chgData name="蕭兆翔" userId="c09afb0b-60c9-45d8-81f2-4d7aa859f4bf" providerId="ADAL" clId="{0F953E9E-F67B-42A2-B369-E0681ABD5848}" dt="2024-11-12T04:40:52.048" v="1476" actId="478"/>
          <ac:spMkLst>
            <pc:docMk/>
            <pc:sldMk cId="3993333688" sldId="421"/>
            <ac:spMk id="26" creationId="{0948CF82-3DDA-9A04-F7FB-E41D4DC8C73C}"/>
          </ac:spMkLst>
        </pc:spChg>
        <pc:spChg chg="add del mod">
          <ac:chgData name="蕭兆翔" userId="c09afb0b-60c9-45d8-81f2-4d7aa859f4bf" providerId="ADAL" clId="{0F953E9E-F67B-42A2-B369-E0681ABD5848}" dt="2024-11-12T04:40:51.112" v="1475" actId="478"/>
          <ac:spMkLst>
            <pc:docMk/>
            <pc:sldMk cId="3993333688" sldId="421"/>
            <ac:spMk id="27" creationId="{09608F35-6700-7C23-CEA5-83B6C84043D7}"/>
          </ac:spMkLst>
        </pc:spChg>
        <pc:spChg chg="add del mod">
          <ac:chgData name="蕭兆翔" userId="c09afb0b-60c9-45d8-81f2-4d7aa859f4bf" providerId="ADAL" clId="{0F953E9E-F67B-42A2-B369-E0681ABD5848}" dt="2024-11-12T04:39:57.859" v="1453" actId="478"/>
          <ac:spMkLst>
            <pc:docMk/>
            <pc:sldMk cId="3993333688" sldId="421"/>
            <ac:spMk id="28" creationId="{F4F4685E-C575-1A85-5D93-90E99691E16C}"/>
          </ac:spMkLst>
        </pc:spChg>
        <pc:spChg chg="add mod">
          <ac:chgData name="蕭兆翔" userId="c09afb0b-60c9-45d8-81f2-4d7aa859f4bf" providerId="ADAL" clId="{0F953E9E-F67B-42A2-B369-E0681ABD5848}" dt="2024-11-12T04:40:09.991" v="1464" actId="1076"/>
          <ac:spMkLst>
            <pc:docMk/>
            <pc:sldMk cId="3993333688" sldId="421"/>
            <ac:spMk id="29" creationId="{593DA61C-65C1-D5ED-58C2-EB48043FE8EA}"/>
          </ac:spMkLst>
        </pc:spChg>
        <pc:spChg chg="add mod">
          <ac:chgData name="蕭兆翔" userId="c09afb0b-60c9-45d8-81f2-4d7aa859f4bf" providerId="ADAL" clId="{0F953E9E-F67B-42A2-B369-E0681ABD5848}" dt="2024-11-12T04:55:45.128" v="1743" actId="1076"/>
          <ac:spMkLst>
            <pc:docMk/>
            <pc:sldMk cId="3993333688" sldId="421"/>
            <ac:spMk id="30" creationId="{0C7E2EDE-9A2F-E0B9-4307-DED08407C313}"/>
          </ac:spMkLst>
        </pc:spChg>
        <pc:spChg chg="add mod">
          <ac:chgData name="蕭兆翔" userId="c09afb0b-60c9-45d8-81f2-4d7aa859f4bf" providerId="ADAL" clId="{0F953E9E-F67B-42A2-B369-E0681ABD5848}" dt="2024-11-12T04:56:18.936" v="1763" actId="1076"/>
          <ac:spMkLst>
            <pc:docMk/>
            <pc:sldMk cId="3993333688" sldId="421"/>
            <ac:spMk id="31" creationId="{AA1AC676-27AA-84DC-8BC0-B07D06813826}"/>
          </ac:spMkLst>
        </pc:spChg>
        <pc:spChg chg="add mod">
          <ac:chgData name="蕭兆翔" userId="c09afb0b-60c9-45d8-81f2-4d7aa859f4bf" providerId="ADAL" clId="{0F953E9E-F67B-42A2-B369-E0681ABD5848}" dt="2024-11-12T05:25:14.112" v="2083" actId="20577"/>
          <ac:spMkLst>
            <pc:docMk/>
            <pc:sldMk cId="3993333688" sldId="421"/>
            <ac:spMk id="32" creationId="{EC1C0CCA-C235-BABA-1A6C-8A69A3B56025}"/>
          </ac:spMkLst>
        </pc:spChg>
        <pc:spChg chg="add mod">
          <ac:chgData name="蕭兆翔" userId="c09afb0b-60c9-45d8-81f2-4d7aa859f4bf" providerId="ADAL" clId="{0F953E9E-F67B-42A2-B369-E0681ABD5848}" dt="2024-11-12T04:57:07.602" v="1783"/>
          <ac:spMkLst>
            <pc:docMk/>
            <pc:sldMk cId="3993333688" sldId="421"/>
            <ac:spMk id="33" creationId="{3BD4C12E-CA8F-6B0F-65DF-8A95F1528152}"/>
          </ac:spMkLst>
        </pc:spChg>
        <pc:spChg chg="del">
          <ac:chgData name="蕭兆翔" userId="c09afb0b-60c9-45d8-81f2-4d7aa859f4bf" providerId="ADAL" clId="{0F953E9E-F67B-42A2-B369-E0681ABD5848}" dt="2024-11-12T03:20:43.609" v="981" actId="478"/>
          <ac:spMkLst>
            <pc:docMk/>
            <pc:sldMk cId="3993333688" sldId="421"/>
            <ac:spMk id="35" creationId="{318A9602-41C9-1C90-C23E-71B6B37E3902}"/>
          </ac:spMkLst>
        </pc:spChg>
        <pc:graphicFrameChg chg="del">
          <ac:chgData name="蕭兆翔" userId="c09afb0b-60c9-45d8-81f2-4d7aa859f4bf" providerId="ADAL" clId="{0F953E9E-F67B-42A2-B369-E0681ABD5848}" dt="2024-11-12T03:20:43.609" v="981" actId="478"/>
          <ac:graphicFrameMkLst>
            <pc:docMk/>
            <pc:sldMk cId="3993333688" sldId="421"/>
            <ac:graphicFrameMk id="10" creationId="{E5670F05-0FCD-6338-B095-2D60E797A7A1}"/>
          </ac:graphicFrameMkLst>
        </pc:graphicFrameChg>
        <pc:graphicFrameChg chg="del">
          <ac:chgData name="蕭兆翔" userId="c09afb0b-60c9-45d8-81f2-4d7aa859f4bf" providerId="ADAL" clId="{0F953E9E-F67B-42A2-B369-E0681ABD5848}" dt="2024-11-12T03:20:43.609" v="981" actId="478"/>
          <ac:graphicFrameMkLst>
            <pc:docMk/>
            <pc:sldMk cId="3993333688" sldId="421"/>
            <ac:graphicFrameMk id="11" creationId="{DF1F688B-8A41-0CA0-E24B-359331FDD07A}"/>
          </ac:graphicFrameMkLst>
        </pc:graphicFrameChg>
      </pc:sldChg>
      <pc:sldChg chg="addSp delSp modSp add mod">
        <pc:chgData name="蕭兆翔" userId="c09afb0b-60c9-45d8-81f2-4d7aa859f4bf" providerId="ADAL" clId="{0F953E9E-F67B-42A2-B369-E0681ABD5848}" dt="2024-11-12T05:37:37.936" v="2366"/>
        <pc:sldMkLst>
          <pc:docMk/>
          <pc:sldMk cId="2172920985" sldId="422"/>
        </pc:sldMkLst>
        <pc:spChg chg="add mod">
          <ac:chgData name="蕭兆翔" userId="c09afb0b-60c9-45d8-81f2-4d7aa859f4bf" providerId="ADAL" clId="{0F953E9E-F67B-42A2-B369-E0681ABD5848}" dt="2024-11-12T04:42:05.320" v="1503" actId="1076"/>
          <ac:spMkLst>
            <pc:docMk/>
            <pc:sldMk cId="2172920985" sldId="422"/>
            <ac:spMk id="3" creationId="{D2478177-068C-8147-0DA4-F59158E3C4C1}"/>
          </ac:spMkLst>
        </pc:spChg>
        <pc:spChg chg="add mod">
          <ac:chgData name="蕭兆翔" userId="c09afb0b-60c9-45d8-81f2-4d7aa859f4bf" providerId="ADAL" clId="{0F953E9E-F67B-42A2-B369-E0681ABD5848}" dt="2024-11-12T05:17:15.938" v="2070" actId="20577"/>
          <ac:spMkLst>
            <pc:docMk/>
            <pc:sldMk cId="2172920985" sldId="422"/>
            <ac:spMk id="4" creationId="{7091F1C0-7694-29A8-22B8-D31AE6C3286A}"/>
          </ac:spMkLst>
        </pc:spChg>
        <pc:spChg chg="add mod">
          <ac:chgData name="蕭兆翔" userId="c09afb0b-60c9-45d8-81f2-4d7aa859f4bf" providerId="ADAL" clId="{0F953E9E-F67B-42A2-B369-E0681ABD5848}" dt="2024-11-12T05:25:29.578" v="2092"/>
          <ac:spMkLst>
            <pc:docMk/>
            <pc:sldMk cId="2172920985" sldId="422"/>
            <ac:spMk id="5" creationId="{1506C4C5-56AC-FF9A-D66C-F3293E9B2BB2}"/>
          </ac:spMkLst>
        </pc:spChg>
        <pc:spChg chg="add mod">
          <ac:chgData name="蕭兆翔" userId="c09afb0b-60c9-45d8-81f2-4d7aa859f4bf" providerId="ADAL" clId="{0F953E9E-F67B-42A2-B369-E0681ABD5848}" dt="2024-11-12T05:27:01.730" v="2114"/>
          <ac:spMkLst>
            <pc:docMk/>
            <pc:sldMk cId="2172920985" sldId="422"/>
            <ac:spMk id="6" creationId="{CD4C2658-EE0F-DE20-0132-2323712F74F9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7" creationId="{83085531-5833-7784-6373-D1E44F49BA39}"/>
          </ac:spMkLst>
        </pc:spChg>
        <pc:spChg chg="add mod">
          <ac:chgData name="蕭兆翔" userId="c09afb0b-60c9-45d8-81f2-4d7aa859f4bf" providerId="ADAL" clId="{0F953E9E-F67B-42A2-B369-E0681ABD5848}" dt="2024-11-12T05:37:37.936" v="2366"/>
          <ac:spMkLst>
            <pc:docMk/>
            <pc:sldMk cId="2172920985" sldId="422"/>
            <ac:spMk id="8" creationId="{9B627AB2-3CEB-8B87-7441-E1CD2550F115}"/>
          </ac:spMkLst>
        </pc:spChg>
        <pc:spChg chg="add mod">
          <ac:chgData name="蕭兆翔" userId="c09afb0b-60c9-45d8-81f2-4d7aa859f4bf" providerId="ADAL" clId="{0F953E9E-F67B-42A2-B369-E0681ABD5848}" dt="2024-11-12T05:37:37.936" v="2366"/>
          <ac:spMkLst>
            <pc:docMk/>
            <pc:sldMk cId="2172920985" sldId="422"/>
            <ac:spMk id="10" creationId="{66B42CC3-12F4-E8CB-1666-B2294934D93D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14" creationId="{F760220C-51EC-E07C-52EC-596975BFE88E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15" creationId="{76D381EB-1286-F567-5437-CF2CE23167E3}"/>
          </ac:spMkLst>
        </pc:spChg>
        <pc:spChg chg="del">
          <ac:chgData name="蕭兆翔" userId="c09afb0b-60c9-45d8-81f2-4d7aa859f4bf" providerId="ADAL" clId="{0F953E9E-F67B-42A2-B369-E0681ABD5848}" dt="2024-11-12T04:42:01.239" v="1500" actId="478"/>
          <ac:spMkLst>
            <pc:docMk/>
            <pc:sldMk cId="2172920985" sldId="422"/>
            <ac:spMk id="16" creationId="{488D713C-0AB9-2393-F5D8-13CA27D3A2B7}"/>
          </ac:spMkLst>
        </pc:spChg>
        <pc:spChg chg="del">
          <ac:chgData name="蕭兆翔" userId="c09afb0b-60c9-45d8-81f2-4d7aa859f4bf" providerId="ADAL" clId="{0F953E9E-F67B-42A2-B369-E0681ABD5848}" dt="2024-11-12T04:42:02.293" v="1501" actId="478"/>
          <ac:spMkLst>
            <pc:docMk/>
            <pc:sldMk cId="2172920985" sldId="422"/>
            <ac:spMk id="17" creationId="{674B98F1-593C-2748-5526-830907846138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19" creationId="{1EFC1A5F-8309-1732-D7FE-1FDBFD3EBEED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20" creationId="{94861A48-EF5C-E0EB-0C8C-91B76683DB27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21" creationId="{F1F8A95B-6151-2890-CA71-2A56F323BD47}"/>
          </ac:spMkLst>
        </pc:spChg>
        <pc:spChg chg="del">
          <ac:chgData name="蕭兆翔" userId="c09afb0b-60c9-45d8-81f2-4d7aa859f4bf" providerId="ADAL" clId="{0F953E9E-F67B-42A2-B369-E0681ABD5848}" dt="2024-11-12T04:42:09.739" v="1504" actId="478"/>
          <ac:spMkLst>
            <pc:docMk/>
            <pc:sldMk cId="2172920985" sldId="422"/>
            <ac:spMk id="22" creationId="{E1B62EC4-7FD3-8AA4-3FE5-2774E3E40145}"/>
          </ac:spMkLst>
        </pc:spChg>
        <pc:spChg chg="mod">
          <ac:chgData name="蕭兆翔" userId="c09afb0b-60c9-45d8-81f2-4d7aa859f4bf" providerId="ADAL" clId="{0F953E9E-F67B-42A2-B369-E0681ABD5848}" dt="2024-11-12T04:54:33.461" v="1684" actId="1076"/>
          <ac:spMkLst>
            <pc:docMk/>
            <pc:sldMk cId="2172920985" sldId="422"/>
            <ac:spMk id="23" creationId="{B70CBB65-14D0-501C-4AFA-4B70BF1A58A8}"/>
          </ac:spMkLst>
        </pc:spChg>
        <pc:spChg chg="mod">
          <ac:chgData name="蕭兆翔" userId="c09afb0b-60c9-45d8-81f2-4d7aa859f4bf" providerId="ADAL" clId="{0F953E9E-F67B-42A2-B369-E0681ABD5848}" dt="2024-11-12T05:25:21.997" v="2091" actId="20577"/>
          <ac:spMkLst>
            <pc:docMk/>
            <pc:sldMk cId="2172920985" sldId="422"/>
            <ac:spMk id="24" creationId="{ACB2B306-2188-8449-DB90-282A2AF164A7}"/>
          </ac:spMkLst>
        </pc:spChg>
        <pc:spChg chg="mod">
          <ac:chgData name="蕭兆翔" userId="c09afb0b-60c9-45d8-81f2-4d7aa859f4bf" providerId="ADAL" clId="{0F953E9E-F67B-42A2-B369-E0681ABD5848}" dt="2024-11-12T05:26:50.852" v="2113" actId="20577"/>
          <ac:spMkLst>
            <pc:docMk/>
            <pc:sldMk cId="2172920985" sldId="422"/>
            <ac:spMk id="25" creationId="{D1C9E6D7-C9F7-A5C0-0F01-9F82D08E83E7}"/>
          </ac:spMkLst>
        </pc:spChg>
        <pc:spChg chg="del mod">
          <ac:chgData name="蕭兆翔" userId="c09afb0b-60c9-45d8-81f2-4d7aa859f4bf" providerId="ADAL" clId="{0F953E9E-F67B-42A2-B369-E0681ABD5848}" dt="2024-11-12T04:42:17.196" v="1506" actId="478"/>
          <ac:spMkLst>
            <pc:docMk/>
            <pc:sldMk cId="2172920985" sldId="422"/>
            <ac:spMk id="29" creationId="{6451ABF3-9980-CC18-B2BB-64C9A48F3EE6}"/>
          </ac:spMkLst>
        </pc:spChg>
      </pc:sldChg>
      <pc:sldChg chg="addSp delSp modSp add mod">
        <pc:chgData name="蕭兆翔" userId="c09afb0b-60c9-45d8-81f2-4d7aa859f4bf" providerId="ADAL" clId="{0F953E9E-F67B-42A2-B369-E0681ABD5848}" dt="2024-11-13T08:44:37.121" v="3516"/>
        <pc:sldMkLst>
          <pc:docMk/>
          <pc:sldMk cId="3642563121" sldId="423"/>
        </pc:sldMkLst>
        <pc:spChg chg="mod">
          <ac:chgData name="蕭兆翔" userId="c09afb0b-60c9-45d8-81f2-4d7aa859f4bf" providerId="ADAL" clId="{0F953E9E-F67B-42A2-B369-E0681ABD5848}" dt="2024-11-12T05:23:05.408" v="2073" actId="20577"/>
          <ac:spMkLst>
            <pc:docMk/>
            <pc:sldMk cId="3642563121" sldId="423"/>
            <ac:spMk id="4" creationId="{522CA167-21CD-C35E-A742-1D03BE15B60E}"/>
          </ac:spMkLst>
        </pc:spChg>
        <pc:spChg chg="mod">
          <ac:chgData name="蕭兆翔" userId="c09afb0b-60c9-45d8-81f2-4d7aa859f4bf" providerId="ADAL" clId="{0F953E9E-F67B-42A2-B369-E0681ABD5848}" dt="2024-11-12T05:25:48.107" v="2095" actId="20577"/>
          <ac:spMkLst>
            <pc:docMk/>
            <pc:sldMk cId="3642563121" sldId="423"/>
            <ac:spMk id="5" creationId="{373A6D8F-FB63-8B04-25A2-C38FEED0F7B3}"/>
          </ac:spMkLst>
        </pc:spChg>
        <pc:spChg chg="mod">
          <ac:chgData name="蕭兆翔" userId="c09afb0b-60c9-45d8-81f2-4d7aa859f4bf" providerId="ADAL" clId="{0F953E9E-F67B-42A2-B369-E0681ABD5848}" dt="2024-11-12T05:27:29.717" v="2119" actId="20577"/>
          <ac:spMkLst>
            <pc:docMk/>
            <pc:sldMk cId="3642563121" sldId="423"/>
            <ac:spMk id="6" creationId="{31799A98-71BA-91AA-FB0B-D5C94D3DDEBA}"/>
          </ac:spMkLst>
        </pc:spChg>
        <pc:spChg chg="add mod">
          <ac:chgData name="蕭兆翔" userId="c09afb0b-60c9-45d8-81f2-4d7aa859f4bf" providerId="ADAL" clId="{0F953E9E-F67B-42A2-B369-E0681ABD5848}" dt="2024-11-12T05:26:03.978" v="2097" actId="20577"/>
          <ac:spMkLst>
            <pc:docMk/>
            <pc:sldMk cId="3642563121" sldId="423"/>
            <ac:spMk id="7" creationId="{880E72C5-B9D3-DBC1-2322-2BE283E4D364}"/>
          </ac:spMkLst>
        </pc:spChg>
        <pc:spChg chg="add mod">
          <ac:chgData name="蕭兆翔" userId="c09afb0b-60c9-45d8-81f2-4d7aa859f4bf" providerId="ADAL" clId="{0F953E9E-F67B-42A2-B369-E0681ABD5848}" dt="2024-11-12T05:26:08.121" v="2099" actId="20577"/>
          <ac:spMkLst>
            <pc:docMk/>
            <pc:sldMk cId="3642563121" sldId="423"/>
            <ac:spMk id="8" creationId="{846FDF6A-6219-C7BA-CE1A-0ED341C43099}"/>
          </ac:spMkLst>
        </pc:spChg>
        <pc:spChg chg="add mod">
          <ac:chgData name="蕭兆翔" userId="c09afb0b-60c9-45d8-81f2-4d7aa859f4bf" providerId="ADAL" clId="{0F953E9E-F67B-42A2-B369-E0681ABD5848}" dt="2024-11-12T05:27:24.910" v="2117"/>
          <ac:spMkLst>
            <pc:docMk/>
            <pc:sldMk cId="3642563121" sldId="423"/>
            <ac:spMk id="10" creationId="{A88FDA5A-6595-5489-76F9-E4694EA55E8B}"/>
          </ac:spMkLst>
        </pc:spChg>
        <pc:spChg chg="add mod">
          <ac:chgData name="蕭兆翔" userId="c09afb0b-60c9-45d8-81f2-4d7aa859f4bf" providerId="ADAL" clId="{0F953E9E-F67B-42A2-B369-E0681ABD5848}" dt="2024-11-12T05:05:07.145" v="2019"/>
          <ac:spMkLst>
            <pc:docMk/>
            <pc:sldMk cId="3642563121" sldId="423"/>
            <ac:spMk id="11" creationId="{2860C63A-7ED2-FE2A-60AA-77DAF08F54FD}"/>
          </ac:spMkLst>
        </pc:spChg>
        <pc:spChg chg="add mod">
          <ac:chgData name="蕭兆翔" userId="c09afb0b-60c9-45d8-81f2-4d7aa859f4bf" providerId="ADAL" clId="{0F953E9E-F67B-42A2-B369-E0681ABD5848}" dt="2024-11-12T05:05:07.145" v="2019"/>
          <ac:spMkLst>
            <pc:docMk/>
            <pc:sldMk cId="3642563121" sldId="423"/>
            <ac:spMk id="12" creationId="{C2A79863-2EC4-23D9-7F97-912AB627F9BE}"/>
          </ac:spMkLst>
        </pc:spChg>
        <pc:spChg chg="add mod">
          <ac:chgData name="蕭兆翔" userId="c09afb0b-60c9-45d8-81f2-4d7aa859f4bf" providerId="ADAL" clId="{0F953E9E-F67B-42A2-B369-E0681ABD5848}" dt="2024-11-12T05:05:07.145" v="2019"/>
          <ac:spMkLst>
            <pc:docMk/>
            <pc:sldMk cId="3642563121" sldId="423"/>
            <ac:spMk id="13" creationId="{4FF38C3E-1177-4CD8-3607-B6D106548224}"/>
          </ac:spMkLst>
        </pc:spChg>
        <pc:spChg chg="add mod">
          <ac:chgData name="蕭兆翔" userId="c09afb0b-60c9-45d8-81f2-4d7aa859f4bf" providerId="ADAL" clId="{0F953E9E-F67B-42A2-B369-E0681ABD5848}" dt="2024-11-13T08:44:37.121" v="3516"/>
          <ac:spMkLst>
            <pc:docMk/>
            <pc:sldMk cId="3642563121" sldId="423"/>
            <ac:spMk id="14" creationId="{EA2185CB-E401-FC4D-1972-34E02EF25EC3}"/>
          </ac:spMkLst>
        </pc:spChg>
        <pc:spChg chg="del">
          <ac:chgData name="蕭兆翔" userId="c09afb0b-60c9-45d8-81f2-4d7aa859f4bf" providerId="ADAL" clId="{0F953E9E-F67B-42A2-B369-E0681ABD5848}" dt="2024-11-12T05:00:17.515" v="1883" actId="478"/>
          <ac:spMkLst>
            <pc:docMk/>
            <pc:sldMk cId="3642563121" sldId="423"/>
            <ac:spMk id="23" creationId="{5D8F88DE-B8C7-2C60-0225-39A5558779E6}"/>
          </ac:spMkLst>
        </pc:spChg>
        <pc:spChg chg="del">
          <ac:chgData name="蕭兆翔" userId="c09afb0b-60c9-45d8-81f2-4d7aa859f4bf" providerId="ADAL" clId="{0F953E9E-F67B-42A2-B369-E0681ABD5848}" dt="2024-11-12T05:00:17.515" v="1883" actId="478"/>
          <ac:spMkLst>
            <pc:docMk/>
            <pc:sldMk cId="3642563121" sldId="423"/>
            <ac:spMk id="24" creationId="{CDAA384A-3549-DE1C-E0FC-72D0E8A817D9}"/>
          </ac:spMkLst>
        </pc:spChg>
        <pc:spChg chg="del">
          <ac:chgData name="蕭兆翔" userId="c09afb0b-60c9-45d8-81f2-4d7aa859f4bf" providerId="ADAL" clId="{0F953E9E-F67B-42A2-B369-E0681ABD5848}" dt="2024-11-12T05:00:17.515" v="1883" actId="478"/>
          <ac:spMkLst>
            <pc:docMk/>
            <pc:sldMk cId="3642563121" sldId="423"/>
            <ac:spMk id="25" creationId="{CF619A70-D494-719E-4F16-FD3CDF4BECB4}"/>
          </ac:spMkLst>
        </pc:spChg>
      </pc:sldChg>
      <pc:sldChg chg="addSp delSp modSp add mod">
        <pc:chgData name="蕭兆翔" userId="c09afb0b-60c9-45d8-81f2-4d7aa859f4bf" providerId="ADAL" clId="{0F953E9E-F67B-42A2-B369-E0681ABD5848}" dt="2024-11-13T08:53:47.020" v="3561" actId="1076"/>
        <pc:sldMkLst>
          <pc:docMk/>
          <pc:sldMk cId="3612869213" sldId="424"/>
        </pc:sldMkLst>
        <pc:spChg chg="del">
          <ac:chgData name="蕭兆翔" userId="c09afb0b-60c9-45d8-81f2-4d7aa859f4bf" providerId="ADAL" clId="{0F953E9E-F67B-42A2-B369-E0681ABD5848}" dt="2024-11-12T05:28:56.123" v="2132" actId="478"/>
          <ac:spMkLst>
            <pc:docMk/>
            <pc:sldMk cId="3612869213" sldId="424"/>
            <ac:spMk id="3" creationId="{F849A41C-F806-A73B-F5FE-BA363C3F0B50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4" creationId="{B05AC8A9-2D25-EEE5-5A2D-52852A15413D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5" creationId="{6DC1AF4F-7FCD-3F0A-8D35-E0BB3E6F1245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6" creationId="{55745113-08BB-9E59-1045-16FDDCE77B4B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7" creationId="{C7937126-B1C9-BA03-ECBB-69030D5B97CF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8" creationId="{502D6D8B-5106-72AF-3707-55B0F9E39046}"/>
          </ac:spMkLst>
        </pc:spChg>
        <pc:spChg chg="del">
          <ac:chgData name="蕭兆翔" userId="c09afb0b-60c9-45d8-81f2-4d7aa859f4bf" providerId="ADAL" clId="{0F953E9E-F67B-42A2-B369-E0681ABD5848}" dt="2024-11-12T05:28:55.164" v="2131" actId="478"/>
          <ac:spMkLst>
            <pc:docMk/>
            <pc:sldMk cId="3612869213" sldId="424"/>
            <ac:spMk id="10" creationId="{70182BC9-977D-CBC8-46FC-0A59ADF5F4CD}"/>
          </ac:spMkLst>
        </pc:spChg>
        <pc:spChg chg="add mod">
          <ac:chgData name="蕭兆翔" userId="c09afb0b-60c9-45d8-81f2-4d7aa859f4bf" providerId="ADAL" clId="{0F953E9E-F67B-42A2-B369-E0681ABD5848}" dt="2024-11-12T05:29:02.954" v="2134" actId="1076"/>
          <ac:spMkLst>
            <pc:docMk/>
            <pc:sldMk cId="3612869213" sldId="424"/>
            <ac:spMk id="11" creationId="{667F16E3-80B6-DF16-4769-C643CC9F5A13}"/>
          </ac:spMkLst>
        </pc:spChg>
        <pc:spChg chg="add mod">
          <ac:chgData name="蕭兆翔" userId="c09afb0b-60c9-45d8-81f2-4d7aa859f4bf" providerId="ADAL" clId="{0F953E9E-F67B-42A2-B369-E0681ABD5848}" dt="2024-11-13T08:44:29.327" v="3513" actId="20577"/>
          <ac:spMkLst>
            <pc:docMk/>
            <pc:sldMk cId="3612869213" sldId="424"/>
            <ac:spMk id="13" creationId="{4A330038-960A-77FC-E440-ADA7D2372ECB}"/>
          </ac:spMkLst>
        </pc:spChg>
        <pc:spChg chg="mod">
          <ac:chgData name="蕭兆翔" userId="c09afb0b-60c9-45d8-81f2-4d7aa859f4bf" providerId="ADAL" clId="{0F953E9E-F67B-42A2-B369-E0681ABD5848}" dt="2024-11-13T08:44:33.198" v="3515" actId="20577"/>
          <ac:spMkLst>
            <pc:docMk/>
            <pc:sldMk cId="3612869213" sldId="424"/>
            <ac:spMk id="14" creationId="{6C50A143-6B3D-E9DF-F042-691BB7462BB0}"/>
          </ac:spMkLst>
        </pc:spChg>
        <pc:spChg chg="add mod">
          <ac:chgData name="蕭兆翔" userId="c09afb0b-60c9-45d8-81f2-4d7aa859f4bf" providerId="ADAL" clId="{0F953E9E-F67B-42A2-B369-E0681ABD5848}" dt="2024-11-13T08:53:47.020" v="3561" actId="1076"/>
          <ac:spMkLst>
            <pc:docMk/>
            <pc:sldMk cId="3612869213" sldId="424"/>
            <ac:spMk id="15" creationId="{AB5FEC38-E452-D291-8CE6-30E0E3D95D5A}"/>
          </ac:spMkLst>
        </pc:spChg>
        <pc:spChg chg="add mod">
          <ac:chgData name="蕭兆翔" userId="c09afb0b-60c9-45d8-81f2-4d7aa859f4bf" providerId="ADAL" clId="{0F953E9E-F67B-42A2-B369-E0681ABD5848}" dt="2024-11-12T05:31:36.137" v="2169" actId="1076"/>
          <ac:spMkLst>
            <pc:docMk/>
            <pc:sldMk cId="3612869213" sldId="424"/>
            <ac:spMk id="16" creationId="{E153FCF8-54DD-C3D6-F686-E4DD4343C4D0}"/>
          </ac:spMkLst>
        </pc:spChg>
        <pc:graphicFrameChg chg="add mod">
          <ac:chgData name="蕭兆翔" userId="c09afb0b-60c9-45d8-81f2-4d7aa859f4bf" providerId="ADAL" clId="{0F953E9E-F67B-42A2-B369-E0681ABD5848}" dt="2024-11-12T05:31:40.620" v="2172"/>
          <ac:graphicFrameMkLst>
            <pc:docMk/>
            <pc:sldMk cId="3612869213" sldId="424"/>
            <ac:graphicFrameMk id="17" creationId="{599EE050-5021-8853-AE18-655D8DE50FC5}"/>
          </ac:graphicFrameMkLst>
        </pc:graphicFrameChg>
      </pc:sldChg>
      <pc:sldChg chg="addSp modSp new mod">
        <pc:chgData name="蕭兆翔" userId="c09afb0b-60c9-45d8-81f2-4d7aa859f4bf" providerId="ADAL" clId="{0F953E9E-F67B-42A2-B369-E0681ABD5848}" dt="2024-11-12T05:39:01.906" v="2447" actId="1076"/>
        <pc:sldMkLst>
          <pc:docMk/>
          <pc:sldMk cId="4103153210" sldId="425"/>
        </pc:sldMkLst>
        <pc:spChg chg="add mod">
          <ac:chgData name="蕭兆翔" userId="c09afb0b-60c9-45d8-81f2-4d7aa859f4bf" providerId="ADAL" clId="{0F953E9E-F67B-42A2-B369-E0681ABD5848}" dt="2024-11-12T05:31:51.570" v="2189" actId="20577"/>
          <ac:spMkLst>
            <pc:docMk/>
            <pc:sldMk cId="4103153210" sldId="425"/>
            <ac:spMk id="3" creationId="{3948A4B1-6FA8-CD58-1029-A51A5C1FED69}"/>
          </ac:spMkLst>
        </pc:spChg>
        <pc:spChg chg="add mod">
          <ac:chgData name="蕭兆翔" userId="c09afb0b-60c9-45d8-81f2-4d7aa859f4bf" providerId="ADAL" clId="{0F953E9E-F67B-42A2-B369-E0681ABD5848}" dt="2024-11-12T05:35:49.592" v="2303" actId="1076"/>
          <ac:spMkLst>
            <pc:docMk/>
            <pc:sldMk cId="4103153210" sldId="425"/>
            <ac:spMk id="4" creationId="{838B5C56-7ADD-6761-EF1A-FE2283310736}"/>
          </ac:spMkLst>
        </pc:spChg>
        <pc:spChg chg="add mod">
          <ac:chgData name="蕭兆翔" userId="c09afb0b-60c9-45d8-81f2-4d7aa859f4bf" providerId="ADAL" clId="{0F953E9E-F67B-42A2-B369-E0681ABD5848}" dt="2024-11-12T05:35:51.723" v="2304" actId="1076"/>
          <ac:spMkLst>
            <pc:docMk/>
            <pc:sldMk cId="4103153210" sldId="425"/>
            <ac:spMk id="5" creationId="{E1DC33A8-0950-0DCB-070C-76EBB1AEDD0C}"/>
          </ac:spMkLst>
        </pc:spChg>
        <pc:spChg chg="add mod">
          <ac:chgData name="蕭兆翔" userId="c09afb0b-60c9-45d8-81f2-4d7aa859f4bf" providerId="ADAL" clId="{0F953E9E-F67B-42A2-B369-E0681ABD5848}" dt="2024-11-12T05:35:49.592" v="2303" actId="1076"/>
          <ac:spMkLst>
            <pc:docMk/>
            <pc:sldMk cId="4103153210" sldId="425"/>
            <ac:spMk id="6" creationId="{B36DA8B6-57A1-9BAE-CCED-CB88C00F98D4}"/>
          </ac:spMkLst>
        </pc:spChg>
        <pc:spChg chg="add mod">
          <ac:chgData name="蕭兆翔" userId="c09afb0b-60c9-45d8-81f2-4d7aa859f4bf" providerId="ADAL" clId="{0F953E9E-F67B-42A2-B369-E0681ABD5848}" dt="2024-11-12T05:34:06.831" v="2254" actId="1076"/>
          <ac:spMkLst>
            <pc:docMk/>
            <pc:sldMk cId="4103153210" sldId="425"/>
            <ac:spMk id="8" creationId="{738408B5-E4A2-2DB3-E145-DD912C292CFE}"/>
          </ac:spMkLst>
        </pc:spChg>
        <pc:spChg chg="add mod">
          <ac:chgData name="蕭兆翔" userId="c09afb0b-60c9-45d8-81f2-4d7aa859f4bf" providerId="ADAL" clId="{0F953E9E-F67B-42A2-B369-E0681ABD5848}" dt="2024-11-12T05:37:52.815" v="2371" actId="1076"/>
          <ac:spMkLst>
            <pc:docMk/>
            <pc:sldMk cId="4103153210" sldId="425"/>
            <ac:spMk id="9" creationId="{27436D4D-330A-93D6-829C-87063330DEE7}"/>
          </ac:spMkLst>
        </pc:spChg>
        <pc:spChg chg="add mod">
          <ac:chgData name="蕭兆翔" userId="c09afb0b-60c9-45d8-81f2-4d7aa859f4bf" providerId="ADAL" clId="{0F953E9E-F67B-42A2-B369-E0681ABD5848}" dt="2024-11-12T05:37:48.993" v="2369" actId="1076"/>
          <ac:spMkLst>
            <pc:docMk/>
            <pc:sldMk cId="4103153210" sldId="425"/>
            <ac:spMk id="10" creationId="{78157683-1DA9-75FC-4489-418E62428723}"/>
          </ac:spMkLst>
        </pc:spChg>
        <pc:spChg chg="add mod">
          <ac:chgData name="蕭兆翔" userId="c09afb0b-60c9-45d8-81f2-4d7aa859f4bf" providerId="ADAL" clId="{0F953E9E-F67B-42A2-B369-E0681ABD5848}" dt="2024-11-12T05:37:50.865" v="2370" actId="1076"/>
          <ac:spMkLst>
            <pc:docMk/>
            <pc:sldMk cId="4103153210" sldId="425"/>
            <ac:spMk id="11" creationId="{7A5D06C2-0420-0DCC-28D3-AA0AE7BBBAB0}"/>
          </ac:spMkLst>
        </pc:spChg>
        <pc:spChg chg="add mod">
          <ac:chgData name="蕭兆翔" userId="c09afb0b-60c9-45d8-81f2-4d7aa859f4bf" providerId="ADAL" clId="{0F953E9E-F67B-42A2-B369-E0681ABD5848}" dt="2024-11-12T05:39:01.906" v="2447" actId="1076"/>
          <ac:spMkLst>
            <pc:docMk/>
            <pc:sldMk cId="4103153210" sldId="425"/>
            <ac:spMk id="12" creationId="{854929DC-35FE-9D57-2483-81B8CA3063D4}"/>
          </ac:spMkLst>
        </pc:spChg>
        <pc:spChg chg="add mod">
          <ac:chgData name="蕭兆翔" userId="c09afb0b-60c9-45d8-81f2-4d7aa859f4bf" providerId="ADAL" clId="{0F953E9E-F67B-42A2-B369-E0681ABD5848}" dt="2024-11-12T05:37:55.768" v="2372" actId="1076"/>
          <ac:spMkLst>
            <pc:docMk/>
            <pc:sldMk cId="4103153210" sldId="425"/>
            <ac:spMk id="15" creationId="{3E8C4712-F8A2-18D8-2FD2-5A4A4EE52A7C}"/>
          </ac:spMkLst>
        </pc:spChg>
        <pc:spChg chg="add mod">
          <ac:chgData name="蕭兆翔" userId="c09afb0b-60c9-45d8-81f2-4d7aa859f4bf" providerId="ADAL" clId="{0F953E9E-F67B-42A2-B369-E0681ABD5848}" dt="2024-11-12T05:37:55.768" v="2372" actId="1076"/>
          <ac:spMkLst>
            <pc:docMk/>
            <pc:sldMk cId="4103153210" sldId="425"/>
            <ac:spMk id="16" creationId="{141372B1-7272-BCE5-424B-635A2F367A08}"/>
          </ac:spMkLst>
        </pc:spChg>
        <pc:spChg chg="add mod">
          <ac:chgData name="蕭兆翔" userId="c09afb0b-60c9-45d8-81f2-4d7aa859f4bf" providerId="ADAL" clId="{0F953E9E-F67B-42A2-B369-E0681ABD5848}" dt="2024-11-12T05:38:52.215" v="2444" actId="1076"/>
          <ac:spMkLst>
            <pc:docMk/>
            <pc:sldMk cId="4103153210" sldId="425"/>
            <ac:spMk id="17" creationId="{75C58C8F-2FDD-1A6A-06F7-B7D18256A2A7}"/>
          </ac:spMkLst>
        </pc:spChg>
        <pc:spChg chg="add mod">
          <ac:chgData name="蕭兆翔" userId="c09afb0b-60c9-45d8-81f2-4d7aa859f4bf" providerId="ADAL" clId="{0F953E9E-F67B-42A2-B369-E0681ABD5848}" dt="2024-11-12T05:38:52.215" v="2444" actId="1076"/>
          <ac:spMkLst>
            <pc:docMk/>
            <pc:sldMk cId="4103153210" sldId="425"/>
            <ac:spMk id="18" creationId="{51B42B2F-08C3-B323-6724-2A6FF88DB701}"/>
          </ac:spMkLst>
        </pc:spChg>
        <pc:spChg chg="add mod">
          <ac:chgData name="蕭兆翔" userId="c09afb0b-60c9-45d8-81f2-4d7aa859f4bf" providerId="ADAL" clId="{0F953E9E-F67B-42A2-B369-E0681ABD5848}" dt="2024-11-12T05:38:52.215" v="2444" actId="1076"/>
          <ac:spMkLst>
            <pc:docMk/>
            <pc:sldMk cId="4103153210" sldId="425"/>
            <ac:spMk id="19" creationId="{576CC2F2-4B47-129E-1CD7-1CB472F8B524}"/>
          </ac:spMkLst>
        </pc:spChg>
        <pc:spChg chg="add mod">
          <ac:chgData name="蕭兆翔" userId="c09afb0b-60c9-45d8-81f2-4d7aa859f4bf" providerId="ADAL" clId="{0F953E9E-F67B-42A2-B369-E0681ABD5848}" dt="2024-11-12T05:38:53.816" v="2445" actId="1076"/>
          <ac:spMkLst>
            <pc:docMk/>
            <pc:sldMk cId="4103153210" sldId="425"/>
            <ac:spMk id="20" creationId="{D3A77CAF-ADDA-FB68-6E1A-9B5D85BC6D67}"/>
          </ac:spMkLst>
        </pc:spChg>
        <pc:picChg chg="add mod">
          <ac:chgData name="蕭兆翔" userId="c09afb0b-60c9-45d8-81f2-4d7aa859f4bf" providerId="ADAL" clId="{0F953E9E-F67B-42A2-B369-E0681ABD5848}" dt="2024-11-12T05:38:48.805" v="2443" actId="1076"/>
          <ac:picMkLst>
            <pc:docMk/>
            <pc:sldMk cId="4103153210" sldId="425"/>
            <ac:picMk id="7" creationId="{5F3CA7A9-E362-4278-5CFA-A7A394692362}"/>
          </ac:picMkLst>
        </pc:picChg>
        <pc:picChg chg="add mod">
          <ac:chgData name="蕭兆翔" userId="c09afb0b-60c9-45d8-81f2-4d7aa859f4bf" providerId="ADAL" clId="{0F953E9E-F67B-42A2-B369-E0681ABD5848}" dt="2024-11-12T05:37:55.768" v="2372" actId="1076"/>
          <ac:picMkLst>
            <pc:docMk/>
            <pc:sldMk cId="4103153210" sldId="425"/>
            <ac:picMk id="13" creationId="{996B5465-5DA6-C65B-0260-1A51BEFFA730}"/>
          </ac:picMkLst>
        </pc:picChg>
        <pc:picChg chg="add mod">
          <ac:chgData name="蕭兆翔" userId="c09afb0b-60c9-45d8-81f2-4d7aa859f4bf" providerId="ADAL" clId="{0F953E9E-F67B-42A2-B369-E0681ABD5848}" dt="2024-11-12T05:37:55.768" v="2372" actId="1076"/>
          <ac:picMkLst>
            <pc:docMk/>
            <pc:sldMk cId="4103153210" sldId="425"/>
            <ac:picMk id="14" creationId="{2CC3ECAF-5986-262C-B540-4C003E00C6DC}"/>
          </ac:picMkLst>
        </pc:picChg>
      </pc:sldChg>
      <pc:sldChg chg="modSp add mod">
        <pc:chgData name="蕭兆翔" userId="c09afb0b-60c9-45d8-81f2-4d7aa859f4bf" providerId="ADAL" clId="{0F953E9E-F67B-42A2-B369-E0681ABD5848}" dt="2024-11-12T05:34:18.301" v="2260" actId="20577"/>
        <pc:sldMkLst>
          <pc:docMk/>
          <pc:sldMk cId="1807169697" sldId="426"/>
        </pc:sldMkLst>
        <pc:spChg chg="mod">
          <ac:chgData name="蕭兆翔" userId="c09afb0b-60c9-45d8-81f2-4d7aa859f4bf" providerId="ADAL" clId="{0F953E9E-F67B-42A2-B369-E0681ABD5848}" dt="2024-11-12T05:34:18.301" v="2260" actId="20577"/>
          <ac:spMkLst>
            <pc:docMk/>
            <pc:sldMk cId="1807169697" sldId="426"/>
            <ac:spMk id="3" creationId="{3718787F-4AC7-43AC-D0D7-A1C39D9B5D69}"/>
          </ac:spMkLst>
        </pc:spChg>
      </pc:sldChg>
      <pc:sldChg chg="addSp modSp add mod">
        <pc:chgData name="蕭兆翔" userId="c09afb0b-60c9-45d8-81f2-4d7aa859f4bf" providerId="ADAL" clId="{0F953E9E-F67B-42A2-B369-E0681ABD5848}" dt="2024-11-13T11:38:41.783" v="3578" actId="207"/>
        <pc:sldMkLst>
          <pc:docMk/>
          <pc:sldMk cId="1864364304" sldId="427"/>
        </pc:sldMkLst>
        <pc:spChg chg="add mod">
          <ac:chgData name="蕭兆翔" userId="c09afb0b-60c9-45d8-81f2-4d7aa859f4bf" providerId="ADAL" clId="{0F953E9E-F67B-42A2-B369-E0681ABD5848}" dt="2024-11-13T08:05:07.266" v="2655" actId="1076"/>
          <ac:spMkLst>
            <pc:docMk/>
            <pc:sldMk cId="1864364304" sldId="427"/>
            <ac:spMk id="4" creationId="{1F7F56B2-5121-1CF0-681E-EC9FAE6CCD02}"/>
          </ac:spMkLst>
        </pc:spChg>
        <pc:spChg chg="mod">
          <ac:chgData name="蕭兆翔" userId="c09afb0b-60c9-45d8-81f2-4d7aa859f4bf" providerId="ADAL" clId="{0F953E9E-F67B-42A2-B369-E0681ABD5848}" dt="2024-11-13T07:58:44.020" v="2460" actId="207"/>
          <ac:spMkLst>
            <pc:docMk/>
            <pc:sldMk cId="1864364304" sldId="427"/>
            <ac:spMk id="6" creationId="{BD32CD89-1EF4-9C76-276A-8102E3D784CA}"/>
          </ac:spMkLst>
        </pc:spChg>
        <pc:spChg chg="mod">
          <ac:chgData name="蕭兆翔" userId="c09afb0b-60c9-45d8-81f2-4d7aa859f4bf" providerId="ADAL" clId="{0F953E9E-F67B-42A2-B369-E0681ABD5848}" dt="2024-11-13T08:04:23.053" v="2570" actId="1076"/>
          <ac:spMkLst>
            <pc:docMk/>
            <pc:sldMk cId="1864364304" sldId="427"/>
            <ac:spMk id="7" creationId="{494848E9-A39B-E0D3-66C7-F0BCA700FB7A}"/>
          </ac:spMkLst>
        </pc:spChg>
        <pc:spChg chg="add mod">
          <ac:chgData name="蕭兆翔" userId="c09afb0b-60c9-45d8-81f2-4d7aa859f4bf" providerId="ADAL" clId="{0F953E9E-F67B-42A2-B369-E0681ABD5848}" dt="2024-11-13T08:05:12.808" v="2673" actId="1076"/>
          <ac:spMkLst>
            <pc:docMk/>
            <pc:sldMk cId="1864364304" sldId="427"/>
            <ac:spMk id="8" creationId="{28D4E629-3E27-E2C1-0D78-0D84D051B59E}"/>
          </ac:spMkLst>
        </pc:spChg>
        <pc:spChg chg="mod">
          <ac:chgData name="蕭兆翔" userId="c09afb0b-60c9-45d8-81f2-4d7aa859f4bf" providerId="ADAL" clId="{0F953E9E-F67B-42A2-B369-E0681ABD5848}" dt="2024-11-13T08:02:32.212" v="2503" actId="404"/>
          <ac:spMkLst>
            <pc:docMk/>
            <pc:sldMk cId="1864364304" sldId="427"/>
            <ac:spMk id="9" creationId="{9E342FED-0E55-639E-087C-53C2989C068D}"/>
          </ac:spMkLst>
        </pc:spChg>
        <pc:spChg chg="add mod">
          <ac:chgData name="蕭兆翔" userId="c09afb0b-60c9-45d8-81f2-4d7aa859f4bf" providerId="ADAL" clId="{0F953E9E-F67B-42A2-B369-E0681ABD5848}" dt="2024-11-13T08:04:14.616" v="2568" actId="1076"/>
          <ac:spMkLst>
            <pc:docMk/>
            <pc:sldMk cId="1864364304" sldId="427"/>
            <ac:spMk id="11" creationId="{F7CA8DC5-8372-9500-675E-002F96979EE3}"/>
          </ac:spMkLst>
        </pc:spChg>
        <pc:spChg chg="add mod">
          <ac:chgData name="蕭兆翔" userId="c09afb0b-60c9-45d8-81f2-4d7aa859f4bf" providerId="ADAL" clId="{0F953E9E-F67B-42A2-B369-E0681ABD5848}" dt="2024-11-13T08:04:12.850" v="2567" actId="1076"/>
          <ac:spMkLst>
            <pc:docMk/>
            <pc:sldMk cId="1864364304" sldId="427"/>
            <ac:spMk id="12" creationId="{D5F290D6-CFB6-D420-44CE-30F9525B5B14}"/>
          </ac:spMkLst>
        </pc:spChg>
        <pc:spChg chg="add mod">
          <ac:chgData name="蕭兆翔" userId="c09afb0b-60c9-45d8-81f2-4d7aa859f4bf" providerId="ADAL" clId="{0F953E9E-F67B-42A2-B369-E0681ABD5848}" dt="2024-11-13T11:38:41.783" v="3578" actId="207"/>
          <ac:spMkLst>
            <pc:docMk/>
            <pc:sldMk cId="1864364304" sldId="427"/>
            <ac:spMk id="14" creationId="{47F5C540-D252-D094-FDF2-25E610AAABCE}"/>
          </ac:spMkLst>
        </pc:spChg>
        <pc:spChg chg="mod">
          <ac:chgData name="蕭兆翔" userId="c09afb0b-60c9-45d8-81f2-4d7aa859f4bf" providerId="ADAL" clId="{0F953E9E-F67B-42A2-B369-E0681ABD5848}" dt="2024-11-13T08:04:19.644" v="2569" actId="1076"/>
          <ac:spMkLst>
            <pc:docMk/>
            <pc:sldMk cId="1864364304" sldId="427"/>
            <ac:spMk id="15" creationId="{22005A30-38B3-D709-AB53-0F73ADA96E67}"/>
          </ac:spMkLst>
        </pc:spChg>
        <pc:spChg chg="add mod">
          <ac:chgData name="蕭兆翔" userId="c09afb0b-60c9-45d8-81f2-4d7aa859f4bf" providerId="ADAL" clId="{0F953E9E-F67B-42A2-B369-E0681ABD5848}" dt="2024-11-13T11:38:38.551" v="3577" actId="207"/>
          <ac:spMkLst>
            <pc:docMk/>
            <pc:sldMk cId="1864364304" sldId="427"/>
            <ac:spMk id="16" creationId="{2B3321E2-775E-C743-8572-DCBA1FAF8628}"/>
          </ac:spMkLst>
        </pc:spChg>
        <pc:spChg chg="add mod">
          <ac:chgData name="蕭兆翔" userId="c09afb0b-60c9-45d8-81f2-4d7aa859f4bf" providerId="ADAL" clId="{0F953E9E-F67B-42A2-B369-E0681ABD5848}" dt="2024-11-13T08:05:23.898" v="2696" actId="1076"/>
          <ac:spMkLst>
            <pc:docMk/>
            <pc:sldMk cId="1864364304" sldId="427"/>
            <ac:spMk id="18" creationId="{26B05379-B544-5CD9-DD4C-E7C9D9E5E53A}"/>
          </ac:spMkLst>
        </pc:spChg>
        <pc:spChg chg="add mod">
          <ac:chgData name="蕭兆翔" userId="c09afb0b-60c9-45d8-81f2-4d7aa859f4bf" providerId="ADAL" clId="{0F953E9E-F67B-42A2-B369-E0681ABD5848}" dt="2024-11-13T08:05:00.804" v="2631" actId="1076"/>
          <ac:spMkLst>
            <pc:docMk/>
            <pc:sldMk cId="1864364304" sldId="427"/>
            <ac:spMk id="19" creationId="{D9E84484-2EA0-BD45-97A5-E919758B91EB}"/>
          </ac:spMkLst>
        </pc:spChg>
        <pc:picChg chg="mod modCrop">
          <ac:chgData name="蕭兆翔" userId="c09afb0b-60c9-45d8-81f2-4d7aa859f4bf" providerId="ADAL" clId="{0F953E9E-F67B-42A2-B369-E0681ABD5848}" dt="2024-11-13T08:03:49.466" v="2542" actId="732"/>
          <ac:picMkLst>
            <pc:docMk/>
            <pc:sldMk cId="1864364304" sldId="427"/>
            <ac:picMk id="5" creationId="{AC981414-AF30-92E7-BAD9-7F5E5F4CA36C}"/>
          </ac:picMkLst>
        </pc:picChg>
        <pc:picChg chg="mod modCrop">
          <ac:chgData name="蕭兆翔" userId="c09afb0b-60c9-45d8-81f2-4d7aa859f4bf" providerId="ADAL" clId="{0F953E9E-F67B-42A2-B369-E0681ABD5848}" dt="2024-11-13T08:03:09.397" v="2505" actId="732"/>
          <ac:picMkLst>
            <pc:docMk/>
            <pc:sldMk cId="1864364304" sldId="427"/>
            <ac:picMk id="17" creationId="{6203438A-135A-D15E-41CA-0D6D53F43777}"/>
          </ac:picMkLst>
        </pc:picChg>
      </pc:sldChg>
      <pc:sldChg chg="addSp delSp modSp new mod">
        <pc:chgData name="蕭兆翔" userId="c09afb0b-60c9-45d8-81f2-4d7aa859f4bf" providerId="ADAL" clId="{0F953E9E-F67B-42A2-B369-E0681ABD5848}" dt="2024-11-13T08:50:34.916" v="3559" actId="1076"/>
        <pc:sldMkLst>
          <pc:docMk/>
          <pc:sldMk cId="2166629457" sldId="428"/>
        </pc:sldMkLst>
        <pc:spChg chg="add mod">
          <ac:chgData name="蕭兆翔" userId="c09afb0b-60c9-45d8-81f2-4d7aa859f4bf" providerId="ADAL" clId="{0F953E9E-F67B-42A2-B369-E0681ABD5848}" dt="2024-11-13T08:40:20.124" v="3313" actId="20577"/>
          <ac:spMkLst>
            <pc:docMk/>
            <pc:sldMk cId="2166629457" sldId="428"/>
            <ac:spMk id="3" creationId="{51F2D00A-6E38-556C-BD3C-9BEF64F44887}"/>
          </ac:spMkLst>
        </pc:spChg>
        <pc:spChg chg="add mod">
          <ac:chgData name="蕭兆翔" userId="c09afb0b-60c9-45d8-81f2-4d7aa859f4bf" providerId="ADAL" clId="{0F953E9E-F67B-42A2-B369-E0681ABD5848}" dt="2024-11-13T08:12:27.440" v="3025" actId="1076"/>
          <ac:spMkLst>
            <pc:docMk/>
            <pc:sldMk cId="2166629457" sldId="428"/>
            <ac:spMk id="4" creationId="{F2FF51A4-D136-5DA7-5172-C0BB052B9E98}"/>
          </ac:spMkLst>
        </pc:spChg>
        <pc:spChg chg="add mod">
          <ac:chgData name="蕭兆翔" userId="c09afb0b-60c9-45d8-81f2-4d7aa859f4bf" providerId="ADAL" clId="{0F953E9E-F67B-42A2-B369-E0681ABD5848}" dt="2024-11-13T08:50:34.916" v="3559" actId="1076"/>
          <ac:spMkLst>
            <pc:docMk/>
            <pc:sldMk cId="2166629457" sldId="428"/>
            <ac:spMk id="5" creationId="{0370A1B6-3315-A3A8-FFEB-C91CEFF146F5}"/>
          </ac:spMkLst>
        </pc:spChg>
        <pc:spChg chg="add del">
          <ac:chgData name="蕭兆翔" userId="c09afb0b-60c9-45d8-81f2-4d7aa859f4bf" providerId="ADAL" clId="{0F953E9E-F67B-42A2-B369-E0681ABD5848}" dt="2024-11-13T08:07:44.058" v="2825" actId="22"/>
          <ac:spMkLst>
            <pc:docMk/>
            <pc:sldMk cId="2166629457" sldId="428"/>
            <ac:spMk id="6" creationId="{512A5C48-7C00-A9A3-2580-42069AC83CD0}"/>
          </ac:spMkLst>
        </pc:spChg>
        <pc:spChg chg="add mod">
          <ac:chgData name="蕭兆翔" userId="c09afb0b-60c9-45d8-81f2-4d7aa859f4bf" providerId="ADAL" clId="{0F953E9E-F67B-42A2-B369-E0681ABD5848}" dt="2024-11-13T08:12:27.440" v="3025" actId="1076"/>
          <ac:spMkLst>
            <pc:docMk/>
            <pc:sldMk cId="2166629457" sldId="428"/>
            <ac:spMk id="8" creationId="{79741A9E-6CAE-73EB-53B4-DF0AA7AE48C6}"/>
          </ac:spMkLst>
        </pc:spChg>
        <pc:spChg chg="add mod">
          <ac:chgData name="蕭兆翔" userId="c09afb0b-60c9-45d8-81f2-4d7aa859f4bf" providerId="ADAL" clId="{0F953E9E-F67B-42A2-B369-E0681ABD5848}" dt="2024-11-13T08:38:54.506" v="3288" actId="20577"/>
          <ac:spMkLst>
            <pc:docMk/>
            <pc:sldMk cId="2166629457" sldId="428"/>
            <ac:spMk id="9" creationId="{4121870F-ACA0-6FEB-FF4A-1CDEAE9C018F}"/>
          </ac:spMkLst>
        </pc:spChg>
        <pc:spChg chg="add mod">
          <ac:chgData name="蕭兆翔" userId="c09afb0b-60c9-45d8-81f2-4d7aa859f4bf" providerId="ADAL" clId="{0F953E9E-F67B-42A2-B369-E0681ABD5848}" dt="2024-11-13T08:12:27.440" v="3025" actId="1076"/>
          <ac:spMkLst>
            <pc:docMk/>
            <pc:sldMk cId="2166629457" sldId="428"/>
            <ac:spMk id="10" creationId="{21598FD2-32D0-A378-0A9D-6A9B7ABDC6A2}"/>
          </ac:spMkLst>
        </pc:spChg>
        <pc:spChg chg="add mod">
          <ac:chgData name="蕭兆翔" userId="c09afb0b-60c9-45d8-81f2-4d7aa859f4bf" providerId="ADAL" clId="{0F953E9E-F67B-42A2-B369-E0681ABD5848}" dt="2024-11-13T08:11:31.058" v="3013" actId="1076"/>
          <ac:spMkLst>
            <pc:docMk/>
            <pc:sldMk cId="2166629457" sldId="428"/>
            <ac:spMk id="12" creationId="{7F36B56C-3BA9-A380-F0E5-F15F927EE7F9}"/>
          </ac:spMkLst>
        </pc:spChg>
        <pc:spChg chg="add mod">
          <ac:chgData name="蕭兆翔" userId="c09afb0b-60c9-45d8-81f2-4d7aa859f4bf" providerId="ADAL" clId="{0F953E9E-F67B-42A2-B369-E0681ABD5848}" dt="2024-11-13T08:12:21.189" v="3024" actId="208"/>
          <ac:spMkLst>
            <pc:docMk/>
            <pc:sldMk cId="2166629457" sldId="428"/>
            <ac:spMk id="13" creationId="{216D6788-F440-5069-AE16-9E08AC6F29BF}"/>
          </ac:spMkLst>
        </pc:spChg>
        <pc:spChg chg="add mod">
          <ac:chgData name="蕭兆翔" userId="c09afb0b-60c9-45d8-81f2-4d7aa859f4bf" providerId="ADAL" clId="{0F953E9E-F67B-42A2-B369-E0681ABD5848}" dt="2024-11-13T08:39:10.343" v="3294" actId="20577"/>
          <ac:spMkLst>
            <pc:docMk/>
            <pc:sldMk cId="2166629457" sldId="428"/>
            <ac:spMk id="14" creationId="{CB3D319C-962E-B6FF-D65E-855EB497A60C}"/>
          </ac:spMkLst>
        </pc:spChg>
        <pc:spChg chg="add mod">
          <ac:chgData name="蕭兆翔" userId="c09afb0b-60c9-45d8-81f2-4d7aa859f4bf" providerId="ADAL" clId="{0F953E9E-F67B-42A2-B369-E0681ABD5848}" dt="2024-11-13T08:14:39.153" v="3057"/>
          <ac:spMkLst>
            <pc:docMk/>
            <pc:sldMk cId="2166629457" sldId="428"/>
            <ac:spMk id="15" creationId="{5A1C7100-C375-8813-18D6-88010B688C24}"/>
          </ac:spMkLst>
        </pc:spChg>
        <pc:spChg chg="add mod">
          <ac:chgData name="蕭兆翔" userId="c09afb0b-60c9-45d8-81f2-4d7aa859f4bf" providerId="ADAL" clId="{0F953E9E-F67B-42A2-B369-E0681ABD5848}" dt="2024-11-13T08:14:26.894" v="3055" actId="1076"/>
          <ac:spMkLst>
            <pc:docMk/>
            <pc:sldMk cId="2166629457" sldId="428"/>
            <ac:spMk id="16" creationId="{C15099F3-4F9B-2AE7-6735-CAF3A9AF75F2}"/>
          </ac:spMkLst>
        </pc:spChg>
        <pc:spChg chg="add mod">
          <ac:chgData name="蕭兆翔" userId="c09afb0b-60c9-45d8-81f2-4d7aa859f4bf" providerId="ADAL" clId="{0F953E9E-F67B-42A2-B369-E0681ABD5848}" dt="2024-11-13T08:14:23.297" v="3054" actId="1076"/>
          <ac:spMkLst>
            <pc:docMk/>
            <pc:sldMk cId="2166629457" sldId="428"/>
            <ac:spMk id="17" creationId="{9878D7DD-4F34-D3C3-59F2-2DF22F0F3676}"/>
          </ac:spMkLst>
        </pc:spChg>
        <pc:spChg chg="add mod">
          <ac:chgData name="蕭兆翔" userId="c09afb0b-60c9-45d8-81f2-4d7aa859f4bf" providerId="ADAL" clId="{0F953E9E-F67B-42A2-B369-E0681ABD5848}" dt="2024-11-13T08:37:27.093" v="3282" actId="1076"/>
          <ac:spMkLst>
            <pc:docMk/>
            <pc:sldMk cId="2166629457" sldId="428"/>
            <ac:spMk id="18" creationId="{FF6FDAAC-437E-890C-5F91-7E448BAD77C4}"/>
          </ac:spMkLst>
        </pc:spChg>
        <pc:spChg chg="add mod">
          <ac:chgData name="蕭兆翔" userId="c09afb0b-60c9-45d8-81f2-4d7aa859f4bf" providerId="ADAL" clId="{0F953E9E-F67B-42A2-B369-E0681ABD5848}" dt="2024-11-13T08:39:44.052" v="3297" actId="1076"/>
          <ac:spMkLst>
            <pc:docMk/>
            <pc:sldMk cId="2166629457" sldId="428"/>
            <ac:spMk id="19" creationId="{FFE75AB6-5F67-6555-D7CE-ACA9E59026E0}"/>
          </ac:spMkLst>
        </pc:spChg>
        <pc:cxnChg chg="add del mod">
          <ac:chgData name="蕭兆翔" userId="c09afb0b-60c9-45d8-81f2-4d7aa859f4bf" providerId="ADAL" clId="{0F953E9E-F67B-42A2-B369-E0681ABD5848}" dt="2024-11-13T08:39:46.873" v="3299" actId="478"/>
          <ac:cxnSpMkLst>
            <pc:docMk/>
            <pc:sldMk cId="2166629457" sldId="428"/>
            <ac:cxnSpMk id="21" creationId="{0B859C13-06F5-20FC-B744-7392FEC0C6F4}"/>
          </ac:cxnSpMkLst>
        </pc:cxnChg>
        <pc:cxnChg chg="add mod">
          <ac:chgData name="蕭兆翔" userId="c09afb0b-60c9-45d8-81f2-4d7aa859f4bf" providerId="ADAL" clId="{0F953E9E-F67B-42A2-B369-E0681ABD5848}" dt="2024-11-13T08:39:53.210" v="3301" actId="208"/>
          <ac:cxnSpMkLst>
            <pc:docMk/>
            <pc:sldMk cId="2166629457" sldId="428"/>
            <ac:cxnSpMk id="25" creationId="{83B985AD-FF93-7FF8-C7C1-7228F81AF03D}"/>
          </ac:cxnSpMkLst>
        </pc:cxnChg>
      </pc:sldChg>
      <pc:sldChg chg="addSp delSp modSp add mod">
        <pc:chgData name="蕭兆翔" userId="c09afb0b-60c9-45d8-81f2-4d7aa859f4bf" providerId="ADAL" clId="{0F953E9E-F67B-42A2-B369-E0681ABD5848}" dt="2024-11-13T08:44:14.694" v="3512" actId="20577"/>
        <pc:sldMkLst>
          <pc:docMk/>
          <pc:sldMk cId="3176726122" sldId="429"/>
        </pc:sldMkLst>
        <pc:spChg chg="mod">
          <ac:chgData name="蕭兆翔" userId="c09afb0b-60c9-45d8-81f2-4d7aa859f4bf" providerId="ADAL" clId="{0F953E9E-F67B-42A2-B369-E0681ABD5848}" dt="2024-11-13T08:44:14.694" v="3512" actId="20577"/>
          <ac:spMkLst>
            <pc:docMk/>
            <pc:sldMk cId="3176726122" sldId="429"/>
            <ac:spMk id="3" creationId="{01FC759F-38E6-F1DB-77F0-098A2B6990C6}"/>
          </ac:spMkLst>
        </pc:spChg>
        <pc:spChg chg="del">
          <ac:chgData name="蕭兆翔" userId="c09afb0b-60c9-45d8-81f2-4d7aa859f4bf" providerId="ADAL" clId="{0F953E9E-F67B-42A2-B369-E0681ABD5848}" dt="2024-11-13T08:40:30.513" v="3324" actId="478"/>
          <ac:spMkLst>
            <pc:docMk/>
            <pc:sldMk cId="3176726122" sldId="429"/>
            <ac:spMk id="4" creationId="{B35F8E3D-0DD1-8531-273F-9F18266A8C57}"/>
          </ac:spMkLst>
        </pc:spChg>
        <pc:spChg chg="add mod">
          <ac:chgData name="蕭兆翔" userId="c09afb0b-60c9-45d8-81f2-4d7aa859f4bf" providerId="ADAL" clId="{0F953E9E-F67B-42A2-B369-E0681ABD5848}" dt="2024-11-13T08:43:47.162" v="3485" actId="20577"/>
          <ac:spMkLst>
            <pc:docMk/>
            <pc:sldMk cId="3176726122" sldId="429"/>
            <ac:spMk id="5" creationId="{98993FEA-49F1-38E5-88B2-EC28994DC87C}"/>
          </ac:spMkLst>
        </pc:spChg>
        <pc:spChg chg="add mod">
          <ac:chgData name="蕭兆翔" userId="c09afb0b-60c9-45d8-81f2-4d7aa859f4bf" providerId="ADAL" clId="{0F953E9E-F67B-42A2-B369-E0681ABD5848}" dt="2024-11-13T08:43:59.055" v="3510" actId="20577"/>
          <ac:spMkLst>
            <pc:docMk/>
            <pc:sldMk cId="3176726122" sldId="429"/>
            <ac:spMk id="7" creationId="{3588608E-9690-2D2D-7B31-C9B27511C41D}"/>
          </ac:spMkLst>
        </pc:spChg>
        <pc:spChg chg="del">
          <ac:chgData name="蕭兆翔" userId="c09afb0b-60c9-45d8-81f2-4d7aa859f4bf" providerId="ADAL" clId="{0F953E9E-F67B-42A2-B369-E0681ABD5848}" dt="2024-11-13T08:40:30.513" v="3324" actId="478"/>
          <ac:spMkLst>
            <pc:docMk/>
            <pc:sldMk cId="3176726122" sldId="429"/>
            <ac:spMk id="8" creationId="{E8747E7B-6C57-EF1A-DCA7-F207492F6445}"/>
          </ac:spMkLst>
        </pc:spChg>
        <pc:spChg chg="del">
          <ac:chgData name="蕭兆翔" userId="c09afb0b-60c9-45d8-81f2-4d7aa859f4bf" providerId="ADAL" clId="{0F953E9E-F67B-42A2-B369-E0681ABD5848}" dt="2024-11-13T08:40:35.324" v="3325" actId="478"/>
          <ac:spMkLst>
            <pc:docMk/>
            <pc:sldMk cId="3176726122" sldId="429"/>
            <ac:spMk id="9" creationId="{54AFEE13-3408-7DFC-7F7E-CCDB26D95224}"/>
          </ac:spMkLst>
        </pc:spChg>
        <pc:spChg chg="del">
          <ac:chgData name="蕭兆翔" userId="c09afb0b-60c9-45d8-81f2-4d7aa859f4bf" providerId="ADAL" clId="{0F953E9E-F67B-42A2-B369-E0681ABD5848}" dt="2024-11-13T08:40:30.513" v="3324" actId="478"/>
          <ac:spMkLst>
            <pc:docMk/>
            <pc:sldMk cId="3176726122" sldId="429"/>
            <ac:spMk id="10" creationId="{005EAC13-5C65-3DBE-47E2-13E6E1DB0990}"/>
          </ac:spMkLst>
        </pc:spChg>
        <pc:spChg chg="del">
          <ac:chgData name="蕭兆翔" userId="c09afb0b-60c9-45d8-81f2-4d7aa859f4bf" providerId="ADAL" clId="{0F953E9E-F67B-42A2-B369-E0681ABD5848}" dt="2024-11-13T08:40:35.324" v="3325" actId="478"/>
          <ac:spMkLst>
            <pc:docMk/>
            <pc:sldMk cId="3176726122" sldId="429"/>
            <ac:spMk id="12" creationId="{53C9E9FE-1768-F6DF-4BE1-7BCC127F6C59}"/>
          </ac:spMkLst>
        </pc:spChg>
        <pc:spChg chg="del">
          <ac:chgData name="蕭兆翔" userId="c09afb0b-60c9-45d8-81f2-4d7aa859f4bf" providerId="ADAL" clId="{0F953E9E-F67B-42A2-B369-E0681ABD5848}" dt="2024-11-13T08:40:36.677" v="3326" actId="478"/>
          <ac:spMkLst>
            <pc:docMk/>
            <pc:sldMk cId="3176726122" sldId="429"/>
            <ac:spMk id="13" creationId="{44F2335E-7546-67E7-EEE4-CE7378E85C78}"/>
          </ac:spMkLst>
        </pc:spChg>
        <pc:spChg chg="mod">
          <ac:chgData name="蕭兆翔" userId="c09afb0b-60c9-45d8-81f2-4d7aa859f4bf" providerId="ADAL" clId="{0F953E9E-F67B-42A2-B369-E0681ABD5848}" dt="2024-11-13T08:40:50.985" v="3369" actId="20577"/>
          <ac:spMkLst>
            <pc:docMk/>
            <pc:sldMk cId="3176726122" sldId="429"/>
            <ac:spMk id="14" creationId="{2954C307-0806-AE74-5DD8-00A7275E5F7A}"/>
          </ac:spMkLst>
        </pc:spChg>
        <pc:spChg chg="mod">
          <ac:chgData name="蕭兆翔" userId="c09afb0b-60c9-45d8-81f2-4d7aa859f4bf" providerId="ADAL" clId="{0F953E9E-F67B-42A2-B369-E0681ABD5848}" dt="2024-11-13T08:43:36.507" v="3460" actId="1076"/>
          <ac:spMkLst>
            <pc:docMk/>
            <pc:sldMk cId="3176726122" sldId="429"/>
            <ac:spMk id="15" creationId="{0CBBFA1D-EA5E-DAA9-0578-375AF84FE8C9}"/>
          </ac:spMkLst>
        </pc:spChg>
        <pc:spChg chg="del mod">
          <ac:chgData name="蕭兆翔" userId="c09afb0b-60c9-45d8-81f2-4d7aa859f4bf" providerId="ADAL" clId="{0F953E9E-F67B-42A2-B369-E0681ABD5848}" dt="2024-11-13T08:40:53.203" v="3370" actId="478"/>
          <ac:spMkLst>
            <pc:docMk/>
            <pc:sldMk cId="3176726122" sldId="429"/>
            <ac:spMk id="16" creationId="{EA7D0999-4358-DF2F-AFCD-6A8E955C4841}"/>
          </ac:spMkLst>
        </pc:spChg>
        <pc:spChg chg="del">
          <ac:chgData name="蕭兆翔" userId="c09afb0b-60c9-45d8-81f2-4d7aa859f4bf" providerId="ADAL" clId="{0F953E9E-F67B-42A2-B369-E0681ABD5848}" dt="2024-11-13T08:40:35.324" v="3325" actId="478"/>
          <ac:spMkLst>
            <pc:docMk/>
            <pc:sldMk cId="3176726122" sldId="429"/>
            <ac:spMk id="17" creationId="{EA1B0E69-1F23-B6CF-2D66-F7DEDC120E16}"/>
          </ac:spMkLst>
        </pc:spChg>
        <pc:spChg chg="mod">
          <ac:chgData name="蕭兆翔" userId="c09afb0b-60c9-45d8-81f2-4d7aa859f4bf" providerId="ADAL" clId="{0F953E9E-F67B-42A2-B369-E0681ABD5848}" dt="2024-11-13T08:43:22.211" v="3455" actId="20577"/>
          <ac:spMkLst>
            <pc:docMk/>
            <pc:sldMk cId="3176726122" sldId="429"/>
            <ac:spMk id="18" creationId="{9BA68388-1D1F-DE68-5DBE-D00F3B0CA344}"/>
          </ac:spMkLst>
        </pc:spChg>
        <pc:spChg chg="del">
          <ac:chgData name="蕭兆翔" userId="c09afb0b-60c9-45d8-81f2-4d7aa859f4bf" providerId="ADAL" clId="{0F953E9E-F67B-42A2-B369-E0681ABD5848}" dt="2024-11-13T08:40:28.985" v="3323" actId="478"/>
          <ac:spMkLst>
            <pc:docMk/>
            <pc:sldMk cId="3176726122" sldId="429"/>
            <ac:spMk id="19" creationId="{1B6625CE-0D91-1AA1-A2F2-6AFD864A2D37}"/>
          </ac:spMkLst>
        </pc:spChg>
        <pc:cxnChg chg="del mod">
          <ac:chgData name="蕭兆翔" userId="c09afb0b-60c9-45d8-81f2-4d7aa859f4bf" providerId="ADAL" clId="{0F953E9E-F67B-42A2-B369-E0681ABD5848}" dt="2024-11-13T08:41:33.322" v="3382" actId="478"/>
          <ac:cxnSpMkLst>
            <pc:docMk/>
            <pc:sldMk cId="3176726122" sldId="429"/>
            <ac:cxnSpMk id="25" creationId="{387A68E0-5D8B-1E7C-9FDB-45E167EE1703}"/>
          </ac:cxnSpMkLst>
        </pc:cxnChg>
      </pc:sldChg>
      <pc:sldChg chg="addSp modSp new del mod ord">
        <pc:chgData name="蕭兆翔" userId="c09afb0b-60c9-45d8-81f2-4d7aa859f4bf" providerId="ADAL" clId="{0F953E9E-F67B-42A2-B369-E0681ABD5848}" dt="2024-11-13T14:24:03.192" v="3600" actId="2696"/>
        <pc:sldMkLst>
          <pc:docMk/>
          <pc:sldMk cId="3640331956" sldId="430"/>
        </pc:sldMkLst>
        <pc:picChg chg="add">
          <ac:chgData name="蕭兆翔" userId="c09afb0b-60c9-45d8-81f2-4d7aa859f4bf" providerId="ADAL" clId="{0F953E9E-F67B-42A2-B369-E0681ABD5848}" dt="2024-11-13T14:14:17.066" v="3580" actId="22"/>
          <ac:picMkLst>
            <pc:docMk/>
            <pc:sldMk cId="3640331956" sldId="430"/>
            <ac:picMk id="4" creationId="{4E9ED892-2BD2-01F1-171E-83068C0F7EFC}"/>
          </ac:picMkLst>
        </pc:picChg>
        <pc:cxnChg chg="add mod">
          <ac:chgData name="蕭兆翔" userId="c09afb0b-60c9-45d8-81f2-4d7aa859f4bf" providerId="ADAL" clId="{0F953E9E-F67B-42A2-B369-E0681ABD5848}" dt="2024-11-13T14:14:34.175" v="3582" actId="208"/>
          <ac:cxnSpMkLst>
            <pc:docMk/>
            <pc:sldMk cId="3640331956" sldId="430"/>
            <ac:cxnSpMk id="6" creationId="{CA874D25-0D13-99B5-4CDC-6118856DADCC}"/>
          </ac:cxnSpMkLst>
        </pc:cxnChg>
        <pc:cxnChg chg="add mod">
          <ac:chgData name="蕭兆翔" userId="c09afb0b-60c9-45d8-81f2-4d7aa859f4bf" providerId="ADAL" clId="{0F953E9E-F67B-42A2-B369-E0681ABD5848}" dt="2024-11-13T14:19:36.220" v="3597" actId="1076"/>
          <ac:cxnSpMkLst>
            <pc:docMk/>
            <pc:sldMk cId="3640331956" sldId="430"/>
            <ac:cxnSpMk id="7" creationId="{F655CE54-48A2-5450-A56A-F71F29AC0F19}"/>
          </ac:cxnSpMkLst>
        </pc:cxnChg>
      </pc:sldChg>
      <pc:sldChg chg="addSp modSp new del mod">
        <pc:chgData name="蕭兆翔" userId="c09afb0b-60c9-45d8-81f2-4d7aa859f4bf" providerId="ADAL" clId="{0F953E9E-F67B-42A2-B369-E0681ABD5848}" dt="2024-11-13T14:24:03.192" v="3600" actId="2696"/>
        <pc:sldMkLst>
          <pc:docMk/>
          <pc:sldMk cId="387956491" sldId="431"/>
        </pc:sldMkLst>
        <pc:picChg chg="add">
          <ac:chgData name="蕭兆翔" userId="c09afb0b-60c9-45d8-81f2-4d7aa859f4bf" providerId="ADAL" clId="{0F953E9E-F67B-42A2-B369-E0681ABD5848}" dt="2024-11-13T14:16:37.396" v="3584" actId="22"/>
          <ac:picMkLst>
            <pc:docMk/>
            <pc:sldMk cId="387956491" sldId="431"/>
            <ac:picMk id="4" creationId="{ADB71750-CCB5-92D5-4E54-DE5DA129D24A}"/>
          </ac:picMkLst>
        </pc:picChg>
        <pc:cxnChg chg="add mod">
          <ac:chgData name="蕭兆翔" userId="c09afb0b-60c9-45d8-81f2-4d7aa859f4bf" providerId="ADAL" clId="{0F953E9E-F67B-42A2-B369-E0681ABD5848}" dt="2024-11-13T14:16:50.859" v="3586" actId="14100"/>
          <ac:cxnSpMkLst>
            <pc:docMk/>
            <pc:sldMk cId="387956491" sldId="431"/>
            <ac:cxnSpMk id="6" creationId="{5275EB71-881D-7173-9403-21A10AD438C6}"/>
          </ac:cxnSpMkLst>
        </pc:cxnChg>
        <pc:cxnChg chg="add mod">
          <ac:chgData name="蕭兆翔" userId="c09afb0b-60c9-45d8-81f2-4d7aa859f4bf" providerId="ADAL" clId="{0F953E9E-F67B-42A2-B369-E0681ABD5848}" dt="2024-11-13T14:18:04.058" v="3588" actId="1076"/>
          <ac:cxnSpMkLst>
            <pc:docMk/>
            <pc:sldMk cId="387956491" sldId="431"/>
            <ac:cxnSpMk id="8" creationId="{B1A5FA46-60A7-61C6-8A5F-5D302E0296B3}"/>
          </ac:cxnSpMkLst>
        </pc:cxnChg>
        <pc:cxnChg chg="add mod">
          <ac:chgData name="蕭兆翔" userId="c09afb0b-60c9-45d8-81f2-4d7aa859f4bf" providerId="ADAL" clId="{0F953E9E-F67B-42A2-B369-E0681ABD5848}" dt="2024-11-13T14:18:21.764" v="3591" actId="1076"/>
          <ac:cxnSpMkLst>
            <pc:docMk/>
            <pc:sldMk cId="387956491" sldId="431"/>
            <ac:cxnSpMk id="9" creationId="{5888F584-61BB-31A3-08F8-E520C4919957}"/>
          </ac:cxnSpMkLst>
        </pc:cxnChg>
        <pc:cxnChg chg="add mod">
          <ac:chgData name="蕭兆翔" userId="c09afb0b-60c9-45d8-81f2-4d7aa859f4bf" providerId="ADAL" clId="{0F953E9E-F67B-42A2-B369-E0681ABD5848}" dt="2024-11-13T14:20:00.858" v="3599" actId="1076"/>
          <ac:cxnSpMkLst>
            <pc:docMk/>
            <pc:sldMk cId="387956491" sldId="431"/>
            <ac:cxnSpMk id="10" creationId="{9B325DD1-7490-02E9-F24D-A256DAFDDBD6}"/>
          </ac:cxnSpMkLst>
        </pc:cxnChg>
      </pc:sldChg>
    </pc:docChg>
  </pc:docChgLst>
  <pc:docChgLst>
    <pc:chgData name="莊媞涵" userId="f6ab9572-0547-4971-a1b1-b6d1226ef6dd" providerId="ADAL" clId="{36DD3C1F-72AA-49F8-A977-C377504A3674}"/>
    <pc:docChg chg="undo custSel modSld">
      <pc:chgData name="莊媞涵" userId="f6ab9572-0547-4971-a1b1-b6d1226ef6dd" providerId="ADAL" clId="{36DD3C1F-72AA-49F8-A977-C377504A3674}" dt="2024-11-12T08:23:22.561" v="1" actId="1076"/>
      <pc:docMkLst>
        <pc:docMk/>
      </pc:docMkLst>
      <pc:sldChg chg="modSp mod">
        <pc:chgData name="莊媞涵" userId="f6ab9572-0547-4971-a1b1-b6d1226ef6dd" providerId="ADAL" clId="{36DD3C1F-72AA-49F8-A977-C377504A3674}" dt="2024-11-12T08:23:22.561" v="1" actId="1076"/>
        <pc:sldMkLst>
          <pc:docMk/>
          <pc:sldMk cId="3661037127" sldId="395"/>
        </pc:sldMkLst>
        <pc:graphicFrameChg chg="mod">
          <ac:chgData name="莊媞涵" userId="f6ab9572-0547-4971-a1b1-b6d1226ef6dd" providerId="ADAL" clId="{36DD3C1F-72AA-49F8-A977-C377504A3674}" dt="2024-11-12T08:23:22.561" v="1" actId="1076"/>
          <ac:graphicFrameMkLst>
            <pc:docMk/>
            <pc:sldMk cId="3661037127" sldId="395"/>
            <ac:graphicFrameMk id="13" creationId="{26ABA120-AD74-B2A0-4902-CA97602EFF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6BA1F3-EF3D-4D7D-9D53-6A73502454B3}" type="datetimeFigureOut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F7A67-B956-45B6-B4E9-2E1CB8594A2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37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571B17-172A-5F84-6FE4-086C391D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FD16C4-4E66-887E-4E8F-E2C2EDADF940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+mj-lt"/>
                <a:ea typeface="標楷體" panose="03000509000000000000" pitchFamily="65" charset="-120"/>
              </a:rPr>
              <a:t>符號定義</a:t>
            </a:r>
            <a:endParaRPr lang="en-US" altLang="zh-TW" sz="4000" dirty="0"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/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</a:rPr>
                  <a:t>= </a:t>
                </a:r>
                <a:r>
                  <a:rPr lang="zh-TW" altLang="en-US" sz="2400" dirty="0">
                    <a:latin typeface="Cambria Math" panose="02040503050406030204" pitchFamily="18" charset="0"/>
                  </a:rPr>
                  <a:t>第幾個灰階 </a:t>
                </a:r>
                <a:r>
                  <a:rPr lang="en-US" altLang="zh-TW" sz="2400" dirty="0">
                    <a:latin typeface="Cambria Math" panose="02040503050406030204" pitchFamily="18" charset="0"/>
                  </a:rPr>
                  <a:t>(which gray level)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原始灰階值 </a:t>
                </a:r>
                <a:r>
                  <a:rPr lang="en-US" altLang="zh-TW" sz="2400" dirty="0"/>
                  <a:t>(original gray level)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該灰階出現的次數 </a:t>
                </a:r>
                <a:r>
                  <a:rPr lang="en-US" altLang="zh-TW" sz="2400" dirty="0"/>
                  <a:t>(number of pixels with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  <a:endParaRPr lang="ar-AE" altLang="zh-TW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總像素數 </a:t>
                </a:r>
                <a:r>
                  <a:rPr lang="en-US" altLang="zh-TW" sz="2400" dirty="0"/>
                  <a:t>(total number of pixels)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𝑃𝑀𝐹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機率質量函數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ar-AE" altLang="zh-TW" sz="2400" dirty="0"/>
                  <a:t> </a:t>
                </a:r>
                <a:r>
                  <a:rPr lang="en-US" altLang="zh-TW" sz="2400" dirty="0"/>
                  <a:t>(probability of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  <a:endParaRPr lang="ar-AE" altLang="zh-TW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𝐶𝐷𝐹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累積分布函數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zh-TW" altLang="ar-AE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(cumulative probability)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灰階最大值與最小值 </a:t>
                </a:r>
                <a:r>
                  <a:rPr lang="en-US" altLang="zh-TW" sz="2400" dirty="0"/>
                  <a:t>(maximum and minimum gray level)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ar-AE" sz="2400" dirty="0"/>
                  <a:t>：</a:t>
                </a:r>
                <a:r>
                  <a:rPr lang="zh-TW" altLang="en-US" sz="2400" dirty="0"/>
                  <a:t>等化後的新灰階值 </a:t>
                </a:r>
                <a:r>
                  <a:rPr lang="en-US" altLang="zh-TW" sz="2400" dirty="0"/>
                  <a:t>(new gray level after equalization)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ar-AE" altLang="zh-TW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ar-AE" sz="2400" i="1">
                        <a:latin typeface="Cambria Math" panose="02040503050406030204" pitchFamily="18" charset="0"/>
                      </a:rPr>
                      <m:t>𝐶𝐷𝐹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altLang="zh-TW" sz="2400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ar-AE" altLang="zh-TW" sz="24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e>
                    </m:d>
                    <m:r>
                      <a:rPr lang="ar-AE" altLang="zh-TW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ar-AE" altLang="zh-TW" sz="240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zh-TW" sz="24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blipFill>
                <a:blip r:embed="rId2"/>
                <a:stretch>
                  <a:fillRect l="-750" b="-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31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6C17-94B5-9DEA-5965-D851EB04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DD98BD-5C21-C742-6277-968AA631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8FF0388-2115-438A-B122-FF6E2F7A5A0A}"/>
                  </a:ext>
                </a:extLst>
              </p:cNvPr>
              <p:cNvSpPr txBox="1"/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一張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階的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3×3=9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個像素的灰階影像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運用直方圖等化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(HE)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，找出轉換後的像素值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s=T(r)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A 4-level grayscale image with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zh-TW" altLang="en-US" sz="32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pixels is given.</a:t>
                </a: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Find the equalized values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zh-TW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.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8FF0388-2115-438A-B122-FF6E2F7A5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blipFill>
                <a:blip r:embed="rId2"/>
                <a:stretch>
                  <a:fillRect l="-1200" t="-3694" b="-73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40320251-78A8-D41B-0D4B-819FB4A3EF9C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</a:t>
            </a:r>
            <a:r>
              <a:rPr lang="en-US" altLang="zh-TW" sz="4000" dirty="0"/>
              <a:t>istogram Equalization</a:t>
            </a:r>
            <a:r>
              <a:rPr lang="en-US" altLang="zh-TW" sz="4000" dirty="0">
                <a:ea typeface="標楷體" panose="03000509000000000000" pitchFamily="65" charset="-120"/>
              </a:rPr>
              <a:t>)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DFE0A6-D20B-9755-66A7-F180CD9D591F}"/>
                  </a:ext>
                </a:extLst>
              </p:cNvPr>
              <p:cNvSpPr txBox="1"/>
              <p:nvPr/>
            </p:nvSpPr>
            <p:spPr>
              <a:xfrm>
                <a:off x="604321" y="4340358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4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</a:t>
                </a: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DDFE0A6-D20B-9755-66A7-F180CD9D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21" y="4340358"/>
                <a:ext cx="6097508" cy="584775"/>
              </a:xfrm>
              <a:prstGeom prst="rect">
                <a:avLst/>
              </a:prstGeom>
              <a:blipFill>
                <a:blip r:embed="rId3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65A38B4-3CC6-E8B7-D527-B408EB2D53DE}"/>
                  </a:ext>
                </a:extLst>
              </p:cNvPr>
              <p:cNvSpPr txBox="1"/>
              <p:nvPr/>
            </p:nvSpPr>
            <p:spPr>
              <a:xfrm>
                <a:off x="604321" y="3707110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 = 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 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 = </a:t>
                </a:r>
                <a:r>
                  <a:rPr lang="en-US" altLang="zh-TW" sz="3200" dirty="0"/>
                  <a:t>3</a:t>
                </a:r>
                <a:endParaRPr lang="en-US" altLang="zh-TW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65A38B4-3CC6-E8B7-D527-B408EB2D5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21" y="3707110"/>
                <a:ext cx="6097508" cy="584775"/>
              </a:xfrm>
              <a:prstGeom prst="rect">
                <a:avLst/>
              </a:prstGeom>
              <a:blipFill>
                <a:blip r:embed="rId4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B2C39E7-0BED-10E6-6BD1-37081004BF37}"/>
              </a:ext>
            </a:extLst>
          </p:cNvPr>
          <p:cNvCxnSpPr/>
          <p:nvPr/>
        </p:nvCxnSpPr>
        <p:spPr>
          <a:xfrm>
            <a:off x="2127565" y="4835049"/>
            <a:ext cx="0" cy="476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07BEBC5-7B6D-5736-DFC0-5366A25D7BA1}"/>
                  </a:ext>
                </a:extLst>
              </p:cNvPr>
              <p:cNvSpPr txBox="1"/>
              <p:nvPr/>
            </p:nvSpPr>
            <p:spPr>
              <a:xfrm>
                <a:off x="789385" y="5419824"/>
                <a:ext cx="2676359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:</a:t>
                </a:r>
                <a:r>
                  <a:rPr lang="zh-TW" altLang="en-US" sz="2000" dirty="0"/>
                  <a:t> 總共有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4</a:t>
                </a:r>
                <a:r>
                  <a:rPr lang="zh-TW" altLang="en-US" sz="2000" dirty="0">
                    <a:solidFill>
                      <a:srgbClr val="FF0000"/>
                    </a:solidFill>
                  </a:rPr>
                  <a:t>個 </a:t>
                </a:r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altLang="zh-TW" sz="2000" dirty="0"/>
                  <a:t>(number of pixels = 4)</a:t>
                </a:r>
                <a:r>
                  <a:rPr lang="zh-TW" altLang="en-US" sz="2000" dirty="0"/>
                  <a:t> </a:t>
                </a:r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07BEBC5-7B6D-5736-DFC0-5366A25D7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85" y="5419824"/>
                <a:ext cx="2676359" cy="707886"/>
              </a:xfrm>
              <a:prstGeom prst="rect">
                <a:avLst/>
              </a:prstGeom>
              <a:blipFill>
                <a:blip r:embed="rId5"/>
                <a:stretch>
                  <a:fillRect t="-4310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F57D4E8F-443B-DC55-E769-8CE255C82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057895"/>
                  </p:ext>
                </p:extLst>
              </p:nvPr>
            </p:nvGraphicFramePr>
            <p:xfrm>
              <a:off x="9255786" y="3707294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F57D4E8F-443B-DC55-E769-8CE255C82A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057895"/>
                  </p:ext>
                </p:extLst>
              </p:nvPr>
            </p:nvGraphicFramePr>
            <p:xfrm>
              <a:off x="9255786" y="3707294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000" t="-719" r="-100662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1333" t="-719" r="-1333" b="-20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67" t="-100719" r="-202000" b="-1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1333" t="-200719" r="-1333" b="-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A70C457B-23DC-6A81-E3CE-C5A5D7C13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560444"/>
                  </p:ext>
                </p:extLst>
              </p:nvPr>
            </p:nvGraphicFramePr>
            <p:xfrm>
              <a:off x="6429596" y="3707110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8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A70C457B-23DC-6A81-E3CE-C5A5D7C13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560444"/>
                  </p:ext>
                </p:extLst>
              </p:nvPr>
            </p:nvGraphicFramePr>
            <p:xfrm>
              <a:off x="6429596" y="3707110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719" r="-202000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719" r="-100662" b="-20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719" r="-1333" b="-20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101449" r="-202000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101449" r="-100662" b="-1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101449" r="-1333" b="-10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7" t="-200000" r="-202000" b="-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000" t="-200000" r="-100662" b="-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1333" t="-200000" r="-1333" b="-2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FD82656-912F-BE3E-79C0-5120752F6CB5}"/>
              </a:ext>
            </a:extLst>
          </p:cNvPr>
          <p:cNvSpPr/>
          <p:nvPr/>
        </p:nvSpPr>
        <p:spPr>
          <a:xfrm>
            <a:off x="1213164" y="3429000"/>
            <a:ext cx="4771177" cy="330924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bg1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236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1D5F7-5C14-C01D-6AEB-8A0249CC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27AAA3-38A7-CB06-74DE-B8170B02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E765A27-366E-C561-A5DD-CBFC395E443D}"/>
                  </a:ext>
                </a:extLst>
              </p:cNvPr>
              <p:cNvSpPr txBox="1"/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一張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階的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3×3=9</a:t>
                </a:r>
                <a:r>
                  <a:rPr lang="zh-TW" alt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個像素的灰階影像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運用直方圖等化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(HE)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，找出轉換後的像素值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s=T(r)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A 4-level grayscale image with </a:t>
                </a:r>
                <a14:m>
                  <m:oMath xmlns:m="http://schemas.openxmlformats.org/officeDocument/2006/math">
                    <m:r>
                      <a:rPr lang="en-US" altLang="zh-TW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3×3=9</m:t>
                    </m:r>
                  </m:oMath>
                </a14:m>
                <a:r>
                  <a:rPr lang="zh-TW" altLang="en-US" sz="32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pixels is given.</a:t>
                </a: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Find the equalized values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zh-TW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.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E765A27-366E-C561-A5DD-CBFC395E4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56909"/>
                <a:ext cx="11168509" cy="2308324"/>
              </a:xfrm>
              <a:prstGeom prst="rect">
                <a:avLst/>
              </a:prstGeom>
              <a:blipFill>
                <a:blip r:embed="rId2"/>
                <a:stretch>
                  <a:fillRect l="-1200" t="-3694" b="-73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2F135FA3-0AB3-4E58-E255-E7B7CF9192EE}"/>
              </a:ext>
            </a:extLst>
          </p:cNvPr>
          <p:cNvSpPr/>
          <p:nvPr/>
        </p:nvSpPr>
        <p:spPr>
          <a:xfrm>
            <a:off x="5272631" y="4625878"/>
            <a:ext cx="5392350" cy="173047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D0680D3-BE88-502C-E332-0F1DDB6DA221}"/>
              </a:ext>
            </a:extLst>
          </p:cNvPr>
          <p:cNvSpPr txBox="1"/>
          <p:nvPr/>
        </p:nvSpPr>
        <p:spPr>
          <a:xfrm>
            <a:off x="5405857" y="4751296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DBEEDC3-B548-0BB5-9604-2CA1574F1A04}"/>
                  </a:ext>
                </a:extLst>
              </p:cNvPr>
              <p:cNvSpPr txBox="1"/>
              <p:nvPr/>
            </p:nvSpPr>
            <p:spPr>
              <a:xfrm>
                <a:off x="5489358" y="5304491"/>
                <a:ext cx="4918635" cy="723340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DBEEDC3-B548-0BB5-9604-2CA1574F1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358" y="5304491"/>
                <a:ext cx="4918635" cy="723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EC9559-5232-1D20-20EF-256322F9C03D}"/>
                  </a:ext>
                </a:extLst>
              </p:cNvPr>
              <p:cNvSpPr txBox="1"/>
              <p:nvPr/>
            </p:nvSpPr>
            <p:spPr>
              <a:xfrm>
                <a:off x="1134154" y="3429000"/>
                <a:ext cx="2613018" cy="3168944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 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2EC9559-5232-1D20-20EF-256322F9C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54" y="3429000"/>
                <a:ext cx="2613018" cy="3168944"/>
              </a:xfrm>
              <a:prstGeom prst="rect">
                <a:avLst/>
              </a:prstGeom>
              <a:blipFill>
                <a:blip r:embed="rId4"/>
                <a:stretch>
                  <a:fillRect b="-7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50992CA5-DC90-CC60-170A-DA22D9B1A98F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(1/3)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PMF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E677A7-8387-A957-7E50-097BA323138F}"/>
                  </a:ext>
                </a:extLst>
              </p:cNvPr>
              <p:cNvSpPr txBox="1"/>
              <p:nvPr/>
            </p:nvSpPr>
            <p:spPr>
              <a:xfrm>
                <a:off x="5112946" y="3466545"/>
                <a:ext cx="6097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4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</a:rPr>
                  <a:t>= 1</a:t>
                </a: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E677A7-8387-A957-7E50-097BA323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946" y="3466545"/>
                <a:ext cx="6097508" cy="584775"/>
              </a:xfrm>
              <a:prstGeom prst="rect">
                <a:avLst/>
              </a:prstGeom>
              <a:blipFill>
                <a:blip r:embed="rId5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4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D603-664F-4641-1929-C990EBA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781488-F6A2-076D-26A3-4585D239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3EDB23-0602-230A-A2EE-0CD163CFF3C3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(2/3)</a:t>
            </a: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  <a:latin typeface="+mj-lt"/>
                <a:ea typeface="標楷體" panose="03000509000000000000" pitchFamily="65" charset="-120"/>
              </a:rPr>
              <a:t>CDF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BA8052-B128-17E8-60CC-85BC840436BD}"/>
              </a:ext>
            </a:extLst>
          </p:cNvPr>
          <p:cNvSpPr/>
          <p:nvPr/>
        </p:nvSpPr>
        <p:spPr>
          <a:xfrm>
            <a:off x="6557290" y="4372381"/>
            <a:ext cx="5392350" cy="173047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789A2-4CF9-A3EC-01C6-AA6C310BBD0E}"/>
              </a:ext>
            </a:extLst>
          </p:cNvPr>
          <p:cNvSpPr txBox="1"/>
          <p:nvPr/>
        </p:nvSpPr>
        <p:spPr>
          <a:xfrm>
            <a:off x="6690516" y="4497799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/>
              <a:t>會使用到的公式 </a:t>
            </a:r>
            <a:r>
              <a:rPr lang="en-US" altLang="zh-TW" sz="2000"/>
              <a:t>:</a:t>
            </a:r>
            <a:endParaRPr lang="zh-TW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3D1209E-47DF-6F45-28AC-79F3662F4197}"/>
                  </a:ext>
                </a:extLst>
              </p:cNvPr>
              <p:cNvSpPr txBox="1"/>
              <p:nvPr/>
            </p:nvSpPr>
            <p:spPr>
              <a:xfrm>
                <a:off x="6774017" y="5050994"/>
                <a:ext cx="4918635" cy="962379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00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3D1209E-47DF-6F45-28AC-79F3662F4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017" y="5050994"/>
                <a:ext cx="4918635" cy="962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15DA26-43CB-A953-2828-46C7CA9E3532}"/>
                  </a:ext>
                </a:extLst>
              </p:cNvPr>
              <p:cNvSpPr txBox="1"/>
              <p:nvPr/>
            </p:nvSpPr>
            <p:spPr>
              <a:xfrm>
                <a:off x="915021" y="1728965"/>
                <a:ext cx="4995651" cy="3168944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/>
                  <a:t> 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4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40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15DA26-43CB-A953-2828-46C7CA9E3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21" y="1728965"/>
                <a:ext cx="4995651" cy="3168944"/>
              </a:xfrm>
              <a:prstGeom prst="rect">
                <a:avLst/>
              </a:prstGeom>
              <a:blipFill>
                <a:blip r:embed="rId3"/>
                <a:stretch>
                  <a:fillRect b="-11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525A0C-188B-DE6C-0638-8D40700ACDD0}"/>
                  </a:ext>
                </a:extLst>
              </p:cNvPr>
              <p:cNvSpPr txBox="1"/>
              <p:nvPr/>
            </p:nvSpPr>
            <p:spPr>
              <a:xfrm>
                <a:off x="8288243" y="1506255"/>
                <a:ext cx="1930444" cy="23998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3525A0C-188B-DE6C-0638-8D40700AC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243" y="1506255"/>
                <a:ext cx="1930444" cy="2399824"/>
              </a:xfrm>
              <a:prstGeom prst="rect">
                <a:avLst/>
              </a:prstGeom>
              <a:blipFill>
                <a:blip r:embed="rId4"/>
                <a:stretch>
                  <a:fillRect b="-2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47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/>
              <p:nvPr/>
            </p:nvSpPr>
            <p:spPr>
              <a:xfrm>
                <a:off x="417523" y="2060261"/>
                <a:ext cx="7775863" cy="2581732"/>
              </a:xfrm>
              <a:prstGeom prst="rect">
                <a:avLst/>
              </a:prstGeom>
              <a:solidFill>
                <a:srgbClr val="CAEEFB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66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sz="2400" b="0" dirty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23" y="2060261"/>
                <a:ext cx="7775863" cy="2581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/>
              <p:nvPr/>
            </p:nvSpPr>
            <p:spPr>
              <a:xfrm>
                <a:off x="3021731" y="1279636"/>
                <a:ext cx="6260814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731" y="1279636"/>
                <a:ext cx="6260814" cy="461665"/>
              </a:xfrm>
              <a:prstGeom prst="rect">
                <a:avLst/>
              </a:prstGeom>
              <a:blipFill>
                <a:blip r:embed="rId3"/>
                <a:stretch>
                  <a:fillRect r="-389"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E7A812D-97F4-FB55-CA7D-A26E71246FAB}"/>
              </a:ext>
            </a:extLst>
          </p:cNvPr>
          <p:cNvSpPr/>
          <p:nvPr/>
        </p:nvSpPr>
        <p:spPr>
          <a:xfrm>
            <a:off x="6539183" y="5279912"/>
            <a:ext cx="5392350" cy="10764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A4BD99E-426D-0A1C-6EC8-AD23DEA75C29}"/>
              </a:ext>
            </a:extLst>
          </p:cNvPr>
          <p:cNvSpPr txBox="1"/>
          <p:nvPr/>
        </p:nvSpPr>
        <p:spPr>
          <a:xfrm>
            <a:off x="6672575" y="5348967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/>
              <a:t>會使用到的公式 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F641190-436F-EEB3-E290-9229EB7937FD}"/>
                  </a:ext>
                </a:extLst>
              </p:cNvPr>
              <p:cNvSpPr txBox="1"/>
              <p:nvPr/>
            </p:nvSpPr>
            <p:spPr>
              <a:xfrm>
                <a:off x="6635235" y="5818131"/>
                <a:ext cx="5294620" cy="400110"/>
              </a:xfrm>
              <a:prstGeom prst="rect">
                <a:avLst/>
              </a:prstGeom>
              <a:solidFill>
                <a:srgbClr val="D9F2D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F641190-436F-EEB3-E290-9229EB79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235" y="5818131"/>
                <a:ext cx="5294620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DE3EC-B0B5-BA7A-BF95-C2D94641CC14}"/>
                  </a:ext>
                </a:extLst>
              </p:cNvPr>
              <p:cNvSpPr txBox="1"/>
              <p:nvPr/>
            </p:nvSpPr>
            <p:spPr>
              <a:xfrm>
                <a:off x="8423778" y="2064667"/>
                <a:ext cx="3608167" cy="2657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/>
                  <a:t> 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0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000"/>
                  <a:t> </a:t>
                </a:r>
                <a:r>
                  <a:rPr lang="en-US" altLang="zh-TW" sz="2000"/>
                  <a:t>=</a:t>
                </a:r>
                <a:r>
                  <a:rPr lang="zh-TW" altLang="en-US" sz="20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TW" sz="200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DE3EC-B0B5-BA7A-BF95-C2D94641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778" y="2064667"/>
                <a:ext cx="3608167" cy="2657331"/>
              </a:xfrm>
              <a:prstGeom prst="rect">
                <a:avLst/>
              </a:prstGeom>
              <a:blipFill>
                <a:blip r:embed="rId6"/>
                <a:stretch>
                  <a:fillRect b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27861EE8-31E5-BD55-409E-56420DCB6C07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ea typeface="標楷體" panose="03000509000000000000" pitchFamily="65" charset="-120"/>
              </a:rPr>
              <a:t>EX1:</a:t>
            </a:r>
            <a:r>
              <a:rPr lang="zh-TW" altLang="en-US" sz="4000" dirty="0">
                <a:ea typeface="標楷體" panose="03000509000000000000" pitchFamily="65" charset="-120"/>
              </a:rPr>
              <a:t>直方圖等化</a:t>
            </a:r>
            <a:r>
              <a:rPr lang="en-US" altLang="zh-TW" sz="4000" dirty="0">
                <a:ea typeface="標楷體" panose="03000509000000000000" pitchFamily="65" charset="-120"/>
              </a:rPr>
              <a:t>(HE) (3/3) </a:t>
            </a:r>
            <a:r>
              <a:rPr lang="zh-TW" altLang="en-US" sz="4000" dirty="0">
                <a:solidFill>
                  <a:srgbClr val="FF0000"/>
                </a:solidFill>
              </a:rPr>
              <a:t>算</a:t>
            </a:r>
            <a:r>
              <a:rPr lang="en-US" altLang="zh-TW" sz="4000" dirty="0">
                <a:solidFill>
                  <a:srgbClr val="FF0000"/>
                </a:solidFill>
              </a:rPr>
              <a:t>s=T(r)</a:t>
            </a:r>
            <a:r>
              <a:rPr lang="zh-TW" altLang="en-US" sz="4000" dirty="0"/>
              <a:t> 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DAB6EB76-8407-C59E-56C7-4B867A4CA8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2821409"/>
                  </p:ext>
                </p:extLst>
              </p:nvPr>
            </p:nvGraphicFramePr>
            <p:xfrm>
              <a:off x="304503" y="4960953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=2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=4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DAB6EB76-8407-C59E-56C7-4B867A4CA8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2821409"/>
                  </p:ext>
                </p:extLst>
              </p:nvPr>
            </p:nvGraphicFramePr>
            <p:xfrm>
              <a:off x="304503" y="4960953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64327" t="-1316" r="-3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4327" t="-1316" r="-2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64327" t="-1316" r="-101754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327" t="-1316" r="-1754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7" t="-102667" r="-245357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57" t="-200000" r="-245357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97D0F1BA-4EA5-EDFA-C040-872125DB2694}"/>
              </a:ext>
            </a:extLst>
          </p:cNvPr>
          <p:cNvSpPr txBox="1"/>
          <p:nvPr/>
        </p:nvSpPr>
        <p:spPr>
          <a:xfrm>
            <a:off x="6048287" y="6075144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#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77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5226-3864-AA25-E0E7-CDFE96AD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D46058A-97AC-36EA-76E1-90B87E43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3440" y="6356350"/>
            <a:ext cx="2743200" cy="365125"/>
          </a:xfrm>
        </p:spPr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28FC31-24D7-42D7-806B-03358C79FFD2}"/>
                  </a:ext>
                </a:extLst>
              </p:cNvPr>
              <p:cNvSpPr txBox="1"/>
              <p:nvPr/>
            </p:nvSpPr>
            <p:spPr>
              <a:xfrm>
                <a:off x="374659" y="942055"/>
                <a:ext cx="1116850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zh-TW" altLang="en-US" sz="3200" dirty="0"/>
                  <a:t>把算好的等化後灰階值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ar-AE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3200" dirty="0"/>
                  <a:t>填回原始影像。</a:t>
                </a:r>
                <a:endParaRPr lang="en-US" altLang="zh-TW" sz="32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571500" indent="-571500">
                  <a:buFont typeface="Wingdings" panose="05000000000000000000" pitchFamily="2" charset="2"/>
                  <a:buChar char="n"/>
                </a:pPr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Fill the equalized gray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zh-TW" altLang="ar-AE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𝑠</m:t>
                        </m:r>
                      </m:e>
                      <m:sub>
                        <m:r>
                          <a:rPr lang="zh-TW" altLang="ar-AE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3200" dirty="0">
                    <a:solidFill>
                      <a:schemeClr val="accent5">
                        <a:lumMod val="75000"/>
                      </a:schemeClr>
                    </a:solidFill>
                  </a:rPr>
                  <a:t>back into the original image.</a:t>
                </a: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28FC31-24D7-42D7-806B-03358C79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942055"/>
                <a:ext cx="11168509" cy="1077218"/>
              </a:xfrm>
              <a:prstGeom prst="rect">
                <a:avLst/>
              </a:prstGeom>
              <a:blipFill>
                <a:blip r:embed="rId3"/>
                <a:stretch>
                  <a:fillRect l="-1200" t="-7386" b="-17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0AD0D822-2AF6-9ABE-B2F0-9469179F1EF3}"/>
              </a:ext>
            </a:extLst>
          </p:cNvPr>
          <p:cNvSpPr txBox="1"/>
          <p:nvPr/>
        </p:nvSpPr>
        <p:spPr>
          <a:xfrm>
            <a:off x="0" y="20603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Extra Question</a:t>
            </a:r>
            <a:endParaRPr lang="en-US" altLang="zh-TW" sz="4000" dirty="0">
              <a:solidFill>
                <a:srgbClr val="FF0000"/>
              </a:solidFill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570AE227-B3F0-2D66-9BE1-2BC9F9804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7662419"/>
                  </p:ext>
                </p:extLst>
              </p:nvPr>
            </p:nvGraphicFramePr>
            <p:xfrm>
              <a:off x="2713024" y="2228495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=2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=4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oMath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570AE227-B3F0-2D66-9BE1-2BC9F9804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7662419"/>
                  </p:ext>
                </p:extLst>
              </p:nvPr>
            </p:nvGraphicFramePr>
            <p:xfrm>
              <a:off x="2713024" y="2228495"/>
              <a:ext cx="5870416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04124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1041573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4327" t="-1316" r="-3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4327" t="-1316" r="-2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327" t="-1316" r="-101170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4327" t="-1316" r="-1170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7" t="-102667" r="-245000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7" t="-200000" r="-245000" b="-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32085FBE-31B2-2B58-05EB-2BC4A6F34C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737263"/>
                  </p:ext>
                </p:extLst>
              </p:nvPr>
            </p:nvGraphicFramePr>
            <p:xfrm>
              <a:off x="2657194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32085FBE-31B2-2B58-05EB-2BC4A6F34C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737263"/>
                  </p:ext>
                </p:extLst>
              </p:nvPr>
            </p:nvGraphicFramePr>
            <p:xfrm>
              <a:off x="2657194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2649" t="-3597" r="-109272" b="-2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4000" t="-3597" r="-10000" b="-2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333" t="-103597" r="-210667" b="-1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0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4000" t="-203597" r="-10000" b="-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D36E5EF-A2CD-0BF4-0B31-D348A5EA96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610169"/>
                  </p:ext>
                </p:extLst>
              </p:nvPr>
            </p:nvGraphicFramePr>
            <p:xfrm>
              <a:off x="6536605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zh-TW" altLang="en-US" sz="2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DD36E5EF-A2CD-0BF4-0B31-D348A5EA96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610169"/>
                  </p:ext>
                </p:extLst>
              </p:nvPr>
            </p:nvGraphicFramePr>
            <p:xfrm>
              <a:off x="6536605" y="4116842"/>
              <a:ext cx="2743200" cy="253512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7954311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48228644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51386596"/>
                        </a:ext>
                      </a:extLst>
                    </a:gridCol>
                  </a:tblGrid>
                  <a:tr h="845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2649" t="-3597" r="-109272" b="-2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00" t="-3597" r="-10000" b="-2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9931116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33" t="-103597" r="-210667" b="-110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3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600763"/>
                      </a:ext>
                    </a:extLst>
                  </a:tr>
                  <a:tr h="845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1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</a:rPr>
                            <a:t>2 </a:t>
                          </a:r>
                          <a:endParaRPr lang="zh-TW" alt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00" t="-203597" r="-10000" b="-10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6515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7412ACD-C80A-EF47-55E5-9A446A4865BB}"/>
              </a:ext>
            </a:extLst>
          </p:cNvPr>
          <p:cNvSpPr txBox="1"/>
          <p:nvPr/>
        </p:nvSpPr>
        <p:spPr>
          <a:xfrm>
            <a:off x="3439530" y="368602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Before HE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571007-5FF2-A7CC-FA48-2DF5BD76839A}"/>
              </a:ext>
            </a:extLst>
          </p:cNvPr>
          <p:cNvSpPr txBox="1"/>
          <p:nvPr/>
        </p:nvSpPr>
        <p:spPr>
          <a:xfrm>
            <a:off x="7318941" y="368602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After HE</a:t>
            </a:r>
            <a:endParaRPr lang="zh-TW" altLang="en-US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33FB48D2-24F0-E6D1-8EDF-4FC3C1E3B8EF}"/>
              </a:ext>
            </a:extLst>
          </p:cNvPr>
          <p:cNvSpPr/>
          <p:nvPr/>
        </p:nvSpPr>
        <p:spPr>
          <a:xfrm>
            <a:off x="5513560" y="5241956"/>
            <a:ext cx="905347" cy="34403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C6B6C5-A54A-6758-7F04-AFC766D8B5D0}"/>
              </a:ext>
            </a:extLst>
          </p:cNvPr>
          <p:cNvSpPr txBox="1"/>
          <p:nvPr/>
        </p:nvSpPr>
        <p:spPr>
          <a:xfrm>
            <a:off x="9539542" y="600563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#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711</Words>
  <Application>Microsoft Office PowerPoint</Application>
  <PresentationFormat>寬螢幕</PresentationFormat>
  <Paragraphs>132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標楷體</vt:lpstr>
      <vt:lpstr>Aptos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47</cp:revision>
  <cp:lastPrinted>2024-11-11T15:27:01Z</cp:lastPrinted>
  <dcterms:created xsi:type="dcterms:W3CDTF">2024-09-17T11:26:55Z</dcterms:created>
  <dcterms:modified xsi:type="dcterms:W3CDTF">2025-10-19T06:36:53Z</dcterms:modified>
</cp:coreProperties>
</file>