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9"/>
  </p:notesMasterIdLst>
  <p:sldIdLst>
    <p:sldId id="256" r:id="rId3"/>
    <p:sldId id="340" r:id="rId4"/>
    <p:sldId id="359" r:id="rId5"/>
    <p:sldId id="358" r:id="rId6"/>
    <p:sldId id="362" r:id="rId7"/>
    <p:sldId id="364" r:id="rId8"/>
    <p:sldId id="365" r:id="rId9"/>
    <p:sldId id="366" r:id="rId10"/>
    <p:sldId id="367" r:id="rId11"/>
    <p:sldId id="261" r:id="rId12"/>
    <p:sldId id="370" r:id="rId13"/>
    <p:sldId id="369" r:id="rId14"/>
    <p:sldId id="363" r:id="rId15"/>
    <p:sldId id="371" r:id="rId16"/>
    <p:sldId id="372" r:id="rId17"/>
    <p:sldId id="373" r:id="rId18"/>
    <p:sldId id="374" r:id="rId19"/>
    <p:sldId id="375" r:id="rId20"/>
    <p:sldId id="376" r:id="rId21"/>
    <p:sldId id="278" r:id="rId22"/>
    <p:sldId id="377" r:id="rId23"/>
    <p:sldId id="378" r:id="rId24"/>
    <p:sldId id="379" r:id="rId25"/>
    <p:sldId id="381" r:id="rId26"/>
    <p:sldId id="423" r:id="rId27"/>
    <p:sldId id="380" r:id="rId28"/>
    <p:sldId id="382" r:id="rId29"/>
    <p:sldId id="383" r:id="rId30"/>
    <p:sldId id="384" r:id="rId31"/>
    <p:sldId id="419" r:id="rId32"/>
    <p:sldId id="420" r:id="rId33"/>
    <p:sldId id="385" r:id="rId34"/>
    <p:sldId id="387" r:id="rId35"/>
    <p:sldId id="393" r:id="rId36"/>
    <p:sldId id="394" r:id="rId37"/>
    <p:sldId id="390" r:id="rId38"/>
    <p:sldId id="389" r:id="rId39"/>
    <p:sldId id="391" r:id="rId40"/>
    <p:sldId id="392" r:id="rId41"/>
    <p:sldId id="401" r:id="rId42"/>
    <p:sldId id="424" r:id="rId43"/>
    <p:sldId id="388" r:id="rId44"/>
    <p:sldId id="317" r:id="rId45"/>
    <p:sldId id="396" r:id="rId46"/>
    <p:sldId id="395" r:id="rId47"/>
    <p:sldId id="402" r:id="rId48"/>
    <p:sldId id="403" r:id="rId49"/>
    <p:sldId id="404" r:id="rId50"/>
    <p:sldId id="491" r:id="rId51"/>
    <p:sldId id="492" r:id="rId52"/>
    <p:sldId id="397" r:id="rId53"/>
    <p:sldId id="405" r:id="rId54"/>
    <p:sldId id="398" r:id="rId55"/>
    <p:sldId id="406" r:id="rId56"/>
    <p:sldId id="408" r:id="rId57"/>
    <p:sldId id="412" r:id="rId58"/>
    <p:sldId id="411" r:id="rId59"/>
    <p:sldId id="413" r:id="rId60"/>
    <p:sldId id="418" r:id="rId61"/>
    <p:sldId id="414" r:id="rId62"/>
    <p:sldId id="342" r:id="rId63"/>
    <p:sldId id="409" r:id="rId64"/>
    <p:sldId id="415" r:id="rId65"/>
    <p:sldId id="416" r:id="rId66"/>
    <p:sldId id="417" r:id="rId67"/>
    <p:sldId id="410" r:id="rId6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2D0"/>
    <a:srgbClr val="FBE3D6"/>
    <a:srgbClr val="0000FF"/>
    <a:srgbClr val="FFD10F"/>
    <a:srgbClr val="FEF0F0"/>
    <a:srgbClr val="FFF2C9"/>
    <a:srgbClr val="FEDEDE"/>
    <a:srgbClr val="FEE8E8"/>
    <a:srgbClr val="FDB1B1"/>
    <a:srgbClr val="E2A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7607A5-4852-494C-B8C9-4D508400021A}" v="155" dt="2025-10-29T04:55:59.3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microsoft.com/office/2016/11/relationships/changesInfo" Target="changesInfos/changesInfo1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蕭兆翔" userId="c09afb0b-60c9-45d8-81f2-4d7aa859f4bf" providerId="ADAL" clId="{4854481A-8E19-4E2D-80D3-255FC4688919}"/>
    <pc:docChg chg="undo redo custSel addSld delSld modSld sldOrd">
      <pc:chgData name="蕭兆翔" userId="c09afb0b-60c9-45d8-81f2-4d7aa859f4bf" providerId="ADAL" clId="{4854481A-8E19-4E2D-80D3-255FC4688919}" dt="2024-10-21T14:17:11.950" v="15861" actId="20577"/>
      <pc:docMkLst>
        <pc:docMk/>
      </pc:docMkLst>
      <pc:sldChg chg="del">
        <pc:chgData name="蕭兆翔" userId="c09afb0b-60c9-45d8-81f2-4d7aa859f4bf" providerId="ADAL" clId="{4854481A-8E19-4E2D-80D3-255FC4688919}" dt="2024-09-29T06:50:37.270" v="0" actId="47"/>
        <pc:sldMkLst>
          <pc:docMk/>
          <pc:sldMk cId="1192488509" sldId="257"/>
        </pc:sldMkLst>
      </pc:sldChg>
      <pc:sldChg chg="delSp modSp del">
        <pc:chgData name="蕭兆翔" userId="c09afb0b-60c9-45d8-81f2-4d7aa859f4bf" providerId="ADAL" clId="{4854481A-8E19-4E2D-80D3-255FC4688919}" dt="2024-09-29T12:54:55.436" v="977" actId="47"/>
        <pc:sldMkLst>
          <pc:docMk/>
          <pc:sldMk cId="1073045484" sldId="258"/>
        </pc:sldMkLst>
      </pc:sldChg>
      <pc:sldChg chg="del">
        <pc:chgData name="蕭兆翔" userId="c09afb0b-60c9-45d8-81f2-4d7aa859f4bf" providerId="ADAL" clId="{4854481A-8E19-4E2D-80D3-255FC4688919}" dt="2024-09-30T15:27:20.150" v="3518" actId="47"/>
        <pc:sldMkLst>
          <pc:docMk/>
          <pc:sldMk cId="864756122" sldId="260"/>
        </pc:sldMkLst>
      </pc:sldChg>
      <pc:sldChg chg="addSp delSp modSp mod ord">
        <pc:chgData name="蕭兆翔" userId="c09afb0b-60c9-45d8-81f2-4d7aa859f4bf" providerId="ADAL" clId="{4854481A-8E19-4E2D-80D3-255FC4688919}" dt="2024-09-30T15:40:11.464" v="3918" actId="207"/>
        <pc:sldMkLst>
          <pc:docMk/>
          <pc:sldMk cId="541510789" sldId="261"/>
        </pc:sldMkLst>
      </pc:sldChg>
      <pc:sldChg chg="del">
        <pc:chgData name="蕭兆翔" userId="c09afb0b-60c9-45d8-81f2-4d7aa859f4bf" providerId="ADAL" clId="{4854481A-8E19-4E2D-80D3-255FC4688919}" dt="2024-09-30T13:34:36.343" v="2773" actId="47"/>
        <pc:sldMkLst>
          <pc:docMk/>
          <pc:sldMk cId="3674279211" sldId="262"/>
        </pc:sldMkLst>
      </pc:sldChg>
      <pc:sldChg chg="del">
        <pc:chgData name="蕭兆翔" userId="c09afb0b-60c9-45d8-81f2-4d7aa859f4bf" providerId="ADAL" clId="{4854481A-8E19-4E2D-80D3-255FC4688919}" dt="2024-09-30T15:24:00.040" v="3498" actId="47"/>
        <pc:sldMkLst>
          <pc:docMk/>
          <pc:sldMk cId="3848012025" sldId="263"/>
        </pc:sldMkLst>
      </pc:sldChg>
      <pc:sldChg chg="addSp delSp modSp add del mod ord">
        <pc:chgData name="蕭兆翔" userId="c09afb0b-60c9-45d8-81f2-4d7aa859f4bf" providerId="ADAL" clId="{4854481A-8E19-4E2D-80D3-255FC4688919}" dt="2024-09-30T15:35:45.187" v="3769" actId="47"/>
        <pc:sldMkLst>
          <pc:docMk/>
          <pc:sldMk cId="1654479052" sldId="264"/>
        </pc:sldMkLst>
      </pc:sldChg>
      <pc:sldChg chg="del ord">
        <pc:chgData name="蕭兆翔" userId="c09afb0b-60c9-45d8-81f2-4d7aa859f4bf" providerId="ADAL" clId="{4854481A-8E19-4E2D-80D3-255FC4688919}" dt="2024-09-30T15:27:08.192" v="3515" actId="47"/>
        <pc:sldMkLst>
          <pc:docMk/>
          <pc:sldMk cId="3228740113" sldId="265"/>
        </pc:sldMkLst>
      </pc:sldChg>
      <pc:sldChg chg="del">
        <pc:chgData name="蕭兆翔" userId="c09afb0b-60c9-45d8-81f2-4d7aa859f4bf" providerId="ADAL" clId="{4854481A-8E19-4E2D-80D3-255FC4688919}" dt="2024-09-30T15:24:27.998" v="3505" actId="47"/>
        <pc:sldMkLst>
          <pc:docMk/>
          <pc:sldMk cId="3475699543" sldId="266"/>
        </pc:sldMkLst>
      </pc:sldChg>
      <pc:sldChg chg="del">
        <pc:chgData name="蕭兆翔" userId="c09afb0b-60c9-45d8-81f2-4d7aa859f4bf" providerId="ADAL" clId="{4854481A-8E19-4E2D-80D3-255FC4688919}" dt="2024-09-30T15:27:19.577" v="3517" actId="47"/>
        <pc:sldMkLst>
          <pc:docMk/>
          <pc:sldMk cId="1787127576" sldId="267"/>
        </pc:sldMkLst>
      </pc:sldChg>
      <pc:sldChg chg="del">
        <pc:chgData name="蕭兆翔" userId="c09afb0b-60c9-45d8-81f2-4d7aa859f4bf" providerId="ADAL" clId="{4854481A-8E19-4E2D-80D3-255FC4688919}" dt="2024-09-30T15:27:18.936" v="3516" actId="47"/>
        <pc:sldMkLst>
          <pc:docMk/>
          <pc:sldMk cId="39998022" sldId="268"/>
        </pc:sldMkLst>
      </pc:sldChg>
      <pc:sldChg chg="delSp del ord">
        <pc:chgData name="蕭兆翔" userId="c09afb0b-60c9-45d8-81f2-4d7aa859f4bf" providerId="ADAL" clId="{4854481A-8E19-4E2D-80D3-255FC4688919}" dt="2024-09-30T15:28:06.740" v="3533" actId="47"/>
        <pc:sldMkLst>
          <pc:docMk/>
          <pc:sldMk cId="3294328415" sldId="269"/>
        </pc:sldMkLst>
      </pc:sldChg>
      <pc:sldChg chg="del">
        <pc:chgData name="蕭兆翔" userId="c09afb0b-60c9-45d8-81f2-4d7aa859f4bf" providerId="ADAL" clId="{4854481A-8E19-4E2D-80D3-255FC4688919}" dt="2024-09-30T15:27:22.572" v="3519" actId="47"/>
        <pc:sldMkLst>
          <pc:docMk/>
          <pc:sldMk cId="2886441966" sldId="270"/>
        </pc:sldMkLst>
      </pc:sldChg>
      <pc:sldChg chg="del">
        <pc:chgData name="蕭兆翔" userId="c09afb0b-60c9-45d8-81f2-4d7aa859f4bf" providerId="ADAL" clId="{4854481A-8E19-4E2D-80D3-255FC4688919}" dt="2024-09-30T15:24:40.102" v="3506" actId="47"/>
        <pc:sldMkLst>
          <pc:docMk/>
          <pc:sldMk cId="594775878" sldId="271"/>
        </pc:sldMkLst>
      </pc:sldChg>
      <pc:sldChg chg="del">
        <pc:chgData name="蕭兆翔" userId="c09afb0b-60c9-45d8-81f2-4d7aa859f4bf" providerId="ADAL" clId="{4854481A-8E19-4E2D-80D3-255FC4688919}" dt="2024-09-30T15:24:41.760" v="3507" actId="47"/>
        <pc:sldMkLst>
          <pc:docMk/>
          <pc:sldMk cId="2787777471" sldId="272"/>
        </pc:sldMkLst>
      </pc:sldChg>
      <pc:sldChg chg="del">
        <pc:chgData name="蕭兆翔" userId="c09afb0b-60c9-45d8-81f2-4d7aa859f4bf" providerId="ADAL" clId="{4854481A-8E19-4E2D-80D3-255FC4688919}" dt="2024-09-30T15:24:44.123" v="3508" actId="47"/>
        <pc:sldMkLst>
          <pc:docMk/>
          <pc:sldMk cId="831503221" sldId="273"/>
        </pc:sldMkLst>
      </pc:sldChg>
      <pc:sldChg chg="del">
        <pc:chgData name="蕭兆翔" userId="c09afb0b-60c9-45d8-81f2-4d7aa859f4bf" providerId="ADAL" clId="{4854481A-8E19-4E2D-80D3-255FC4688919}" dt="2024-09-30T15:24:45.814" v="3509" actId="47"/>
        <pc:sldMkLst>
          <pc:docMk/>
          <pc:sldMk cId="841720984" sldId="274"/>
        </pc:sldMkLst>
      </pc:sldChg>
      <pc:sldChg chg="del">
        <pc:chgData name="蕭兆翔" userId="c09afb0b-60c9-45d8-81f2-4d7aa859f4bf" providerId="ADAL" clId="{4854481A-8E19-4E2D-80D3-255FC4688919}" dt="2024-09-30T15:24:47.797" v="3510" actId="47"/>
        <pc:sldMkLst>
          <pc:docMk/>
          <pc:sldMk cId="1027112213" sldId="275"/>
        </pc:sldMkLst>
      </pc:sldChg>
      <pc:sldChg chg="delSp del">
        <pc:chgData name="蕭兆翔" userId="c09afb0b-60c9-45d8-81f2-4d7aa859f4bf" providerId="ADAL" clId="{4854481A-8E19-4E2D-80D3-255FC4688919}" dt="2024-09-30T15:49:12.027" v="3942" actId="47"/>
        <pc:sldMkLst>
          <pc:docMk/>
          <pc:sldMk cId="1918217903" sldId="276"/>
        </pc:sldMkLst>
      </pc:sldChg>
      <pc:sldChg chg="del">
        <pc:chgData name="蕭兆翔" userId="c09afb0b-60c9-45d8-81f2-4d7aa859f4bf" providerId="ADAL" clId="{4854481A-8E19-4E2D-80D3-255FC4688919}" dt="2024-09-30T15:24:51.188" v="3511" actId="47"/>
        <pc:sldMkLst>
          <pc:docMk/>
          <pc:sldMk cId="1375511802" sldId="277"/>
        </pc:sldMkLst>
      </pc:sldChg>
      <pc:sldChg chg="modSp">
        <pc:chgData name="蕭兆翔" userId="c09afb0b-60c9-45d8-81f2-4d7aa859f4bf" providerId="ADAL" clId="{4854481A-8E19-4E2D-80D3-255FC4688919}" dt="2024-10-06T08:01:59.219" v="3966" actId="1076"/>
        <pc:sldMkLst>
          <pc:docMk/>
          <pc:sldMk cId="1615068282" sldId="278"/>
        </pc:sldMkLst>
      </pc:sldChg>
      <pc:sldChg chg="addSp delSp modSp add del mod">
        <pc:chgData name="蕭兆翔" userId="c09afb0b-60c9-45d8-81f2-4d7aa859f4bf" providerId="ADAL" clId="{4854481A-8E19-4E2D-80D3-255FC4688919}" dt="2024-10-14T04:57:55.167" v="8111" actId="47"/>
        <pc:sldMkLst>
          <pc:docMk/>
          <pc:sldMk cId="1116563818" sldId="311"/>
        </pc:sldMkLst>
      </pc:sldChg>
      <pc:sldChg chg="add del">
        <pc:chgData name="蕭兆翔" userId="c09afb0b-60c9-45d8-81f2-4d7aa859f4bf" providerId="ADAL" clId="{4854481A-8E19-4E2D-80D3-255FC4688919}" dt="2024-10-14T06:29:19.732" v="8622" actId="47"/>
        <pc:sldMkLst>
          <pc:docMk/>
          <pc:sldMk cId="1322198155" sldId="312"/>
        </pc:sldMkLst>
      </pc:sldChg>
      <pc:sldChg chg="add del">
        <pc:chgData name="蕭兆翔" userId="c09afb0b-60c9-45d8-81f2-4d7aa859f4bf" providerId="ADAL" clId="{4854481A-8E19-4E2D-80D3-255FC4688919}" dt="2024-10-14T13:53:05.646" v="11012" actId="47"/>
        <pc:sldMkLst>
          <pc:docMk/>
          <pc:sldMk cId="3914591602" sldId="313"/>
        </pc:sldMkLst>
      </pc:sldChg>
      <pc:sldChg chg="add del">
        <pc:chgData name="蕭兆翔" userId="c09afb0b-60c9-45d8-81f2-4d7aa859f4bf" providerId="ADAL" clId="{4854481A-8E19-4E2D-80D3-255FC4688919}" dt="2024-10-14T13:52:59.134" v="11010" actId="47"/>
        <pc:sldMkLst>
          <pc:docMk/>
          <pc:sldMk cId="2721526102" sldId="314"/>
        </pc:sldMkLst>
      </pc:sldChg>
      <pc:sldChg chg="add del">
        <pc:chgData name="蕭兆翔" userId="c09afb0b-60c9-45d8-81f2-4d7aa859f4bf" providerId="ADAL" clId="{4854481A-8E19-4E2D-80D3-255FC4688919}" dt="2024-10-14T13:52:57.105" v="11009" actId="47"/>
        <pc:sldMkLst>
          <pc:docMk/>
          <pc:sldMk cId="531188938" sldId="315"/>
        </pc:sldMkLst>
      </pc:sldChg>
      <pc:sldChg chg="add del">
        <pc:chgData name="蕭兆翔" userId="c09afb0b-60c9-45d8-81f2-4d7aa859f4bf" providerId="ADAL" clId="{4854481A-8E19-4E2D-80D3-255FC4688919}" dt="2024-10-14T13:53:03.069" v="11011" actId="47"/>
        <pc:sldMkLst>
          <pc:docMk/>
          <pc:sldMk cId="3237480481" sldId="316"/>
        </pc:sldMkLst>
      </pc:sldChg>
      <pc:sldChg chg="addSp delSp modSp add mod ord">
        <pc:chgData name="蕭兆翔" userId="c09afb0b-60c9-45d8-81f2-4d7aa859f4bf" providerId="ADAL" clId="{4854481A-8E19-4E2D-80D3-255FC4688919}" dt="2024-10-14T13:23:20.621" v="10791" actId="1076"/>
        <pc:sldMkLst>
          <pc:docMk/>
          <pc:sldMk cId="1308726338" sldId="317"/>
        </pc:sldMkLst>
      </pc:sldChg>
      <pc:sldChg chg="add del">
        <pc:chgData name="蕭兆翔" userId="c09afb0b-60c9-45d8-81f2-4d7aa859f4bf" providerId="ADAL" clId="{4854481A-8E19-4E2D-80D3-255FC4688919}" dt="2024-10-14T14:45:25.346" v="11275" actId="47"/>
        <pc:sldMkLst>
          <pc:docMk/>
          <pc:sldMk cId="1193411290" sldId="318"/>
        </pc:sldMkLst>
      </pc:sldChg>
      <pc:sldChg chg="add del">
        <pc:chgData name="蕭兆翔" userId="c09afb0b-60c9-45d8-81f2-4d7aa859f4bf" providerId="ADAL" clId="{4854481A-8E19-4E2D-80D3-255FC4688919}" dt="2024-10-14T14:45:04.901" v="11266" actId="2696"/>
        <pc:sldMkLst>
          <pc:docMk/>
          <pc:sldMk cId="3792201212" sldId="318"/>
        </pc:sldMkLst>
      </pc:sldChg>
      <pc:sldChg chg="add del">
        <pc:chgData name="蕭兆翔" userId="c09afb0b-60c9-45d8-81f2-4d7aa859f4bf" providerId="ADAL" clId="{4854481A-8E19-4E2D-80D3-255FC4688919}" dt="2024-10-14T14:02:57.166" v="11066" actId="47"/>
        <pc:sldMkLst>
          <pc:docMk/>
          <pc:sldMk cId="1316296230" sldId="319"/>
        </pc:sldMkLst>
      </pc:sldChg>
      <pc:sldChg chg="add del">
        <pc:chgData name="蕭兆翔" userId="c09afb0b-60c9-45d8-81f2-4d7aa859f4bf" providerId="ADAL" clId="{4854481A-8E19-4E2D-80D3-255FC4688919}" dt="2024-10-14T14:02:55.125" v="11065" actId="47"/>
        <pc:sldMkLst>
          <pc:docMk/>
          <pc:sldMk cId="1098014751" sldId="320"/>
        </pc:sldMkLst>
      </pc:sldChg>
      <pc:sldChg chg="add del">
        <pc:chgData name="蕭兆翔" userId="c09afb0b-60c9-45d8-81f2-4d7aa859f4bf" providerId="ADAL" clId="{4854481A-8E19-4E2D-80D3-255FC4688919}" dt="2024-10-14T13:53:26.630" v="11014" actId="47"/>
        <pc:sldMkLst>
          <pc:docMk/>
          <pc:sldMk cId="3845705798" sldId="321"/>
        </pc:sldMkLst>
      </pc:sldChg>
      <pc:sldChg chg="add del">
        <pc:chgData name="蕭兆翔" userId="c09afb0b-60c9-45d8-81f2-4d7aa859f4bf" providerId="ADAL" clId="{4854481A-8E19-4E2D-80D3-255FC4688919}" dt="2024-10-14T13:53:23.396" v="11013" actId="47"/>
        <pc:sldMkLst>
          <pc:docMk/>
          <pc:sldMk cId="987676160" sldId="322"/>
        </pc:sldMkLst>
      </pc:sldChg>
      <pc:sldChg chg="add del">
        <pc:chgData name="蕭兆翔" userId="c09afb0b-60c9-45d8-81f2-4d7aa859f4bf" providerId="ADAL" clId="{4854481A-8E19-4E2D-80D3-255FC4688919}" dt="2024-10-14T14:45:04.901" v="11266" actId="2696"/>
        <pc:sldMkLst>
          <pc:docMk/>
          <pc:sldMk cId="678273697" sldId="323"/>
        </pc:sldMkLst>
      </pc:sldChg>
      <pc:sldChg chg="delSp add del">
        <pc:chgData name="蕭兆翔" userId="c09afb0b-60c9-45d8-81f2-4d7aa859f4bf" providerId="ADAL" clId="{4854481A-8E19-4E2D-80D3-255FC4688919}" dt="2024-10-14T14:45:28.089" v="11277" actId="47"/>
        <pc:sldMkLst>
          <pc:docMk/>
          <pc:sldMk cId="1134021798" sldId="323"/>
        </pc:sldMkLst>
      </pc:sldChg>
      <pc:sldChg chg="add del">
        <pc:chgData name="蕭兆翔" userId="c09afb0b-60c9-45d8-81f2-4d7aa859f4bf" providerId="ADAL" clId="{4854481A-8E19-4E2D-80D3-255FC4688919}" dt="2024-10-14T13:53:32.457" v="11015" actId="47"/>
        <pc:sldMkLst>
          <pc:docMk/>
          <pc:sldMk cId="985013246" sldId="324"/>
        </pc:sldMkLst>
      </pc:sldChg>
      <pc:sldChg chg="add del">
        <pc:chgData name="蕭兆翔" userId="c09afb0b-60c9-45d8-81f2-4d7aa859f4bf" providerId="ADAL" clId="{4854481A-8E19-4E2D-80D3-255FC4688919}" dt="2024-10-14T13:53:35.032" v="11016" actId="47"/>
        <pc:sldMkLst>
          <pc:docMk/>
          <pc:sldMk cId="1189356187" sldId="325"/>
        </pc:sldMkLst>
      </pc:sldChg>
      <pc:sldChg chg="add del">
        <pc:chgData name="蕭兆翔" userId="c09afb0b-60c9-45d8-81f2-4d7aa859f4bf" providerId="ADAL" clId="{4854481A-8E19-4E2D-80D3-255FC4688919}" dt="2024-10-14T07:36:13.016" v="9059" actId="2696"/>
        <pc:sldMkLst>
          <pc:docMk/>
          <pc:sldMk cId="430371797" sldId="326"/>
        </pc:sldMkLst>
      </pc:sldChg>
      <pc:sldChg chg="add del">
        <pc:chgData name="蕭兆翔" userId="c09afb0b-60c9-45d8-81f2-4d7aa859f4bf" providerId="ADAL" clId="{4854481A-8E19-4E2D-80D3-255FC4688919}" dt="2024-10-14T07:36:21.914" v="9061"/>
        <pc:sldMkLst>
          <pc:docMk/>
          <pc:sldMk cId="1494377571" sldId="326"/>
        </pc:sldMkLst>
      </pc:sldChg>
      <pc:sldChg chg="delSp add del">
        <pc:chgData name="蕭兆翔" userId="c09afb0b-60c9-45d8-81f2-4d7aa859f4bf" providerId="ADAL" clId="{4854481A-8E19-4E2D-80D3-255FC4688919}" dt="2024-10-14T07:36:24.747" v="9064" actId="47"/>
        <pc:sldMkLst>
          <pc:docMk/>
          <pc:sldMk cId="2866531030" sldId="326"/>
        </pc:sldMkLst>
      </pc:sldChg>
      <pc:sldChg chg="add del">
        <pc:chgData name="蕭兆翔" userId="c09afb0b-60c9-45d8-81f2-4d7aa859f4bf" providerId="ADAL" clId="{4854481A-8E19-4E2D-80D3-255FC4688919}" dt="2024-10-14T13:53:43.480" v="11017" actId="47"/>
        <pc:sldMkLst>
          <pc:docMk/>
          <pc:sldMk cId="65246301" sldId="327"/>
        </pc:sldMkLst>
      </pc:sldChg>
      <pc:sldChg chg="add del">
        <pc:chgData name="蕭兆翔" userId="c09afb0b-60c9-45d8-81f2-4d7aa859f4bf" providerId="ADAL" clId="{4854481A-8E19-4E2D-80D3-255FC4688919}" dt="2024-10-14T13:53:46.249" v="11018" actId="47"/>
        <pc:sldMkLst>
          <pc:docMk/>
          <pc:sldMk cId="4021970793" sldId="328"/>
        </pc:sldMkLst>
      </pc:sldChg>
      <pc:sldChg chg="add del">
        <pc:chgData name="蕭兆翔" userId="c09afb0b-60c9-45d8-81f2-4d7aa859f4bf" providerId="ADAL" clId="{4854481A-8E19-4E2D-80D3-255FC4688919}" dt="2024-10-14T15:14:35.496" v="11985" actId="47"/>
        <pc:sldMkLst>
          <pc:docMk/>
          <pc:sldMk cId="801360175" sldId="329"/>
        </pc:sldMkLst>
      </pc:sldChg>
      <pc:sldChg chg="add del">
        <pc:chgData name="蕭兆翔" userId="c09afb0b-60c9-45d8-81f2-4d7aa859f4bf" providerId="ADAL" clId="{4854481A-8E19-4E2D-80D3-255FC4688919}" dt="2024-10-14T13:54:20.774" v="11019" actId="47"/>
        <pc:sldMkLst>
          <pc:docMk/>
          <pc:sldMk cId="4207599185" sldId="330"/>
        </pc:sldMkLst>
      </pc:sldChg>
      <pc:sldChg chg="add del">
        <pc:chgData name="蕭兆翔" userId="c09afb0b-60c9-45d8-81f2-4d7aa859f4bf" providerId="ADAL" clId="{4854481A-8E19-4E2D-80D3-255FC4688919}" dt="2024-10-14T13:54:24.331" v="11020" actId="47"/>
        <pc:sldMkLst>
          <pc:docMk/>
          <pc:sldMk cId="3856489681" sldId="331"/>
        </pc:sldMkLst>
      </pc:sldChg>
      <pc:sldChg chg="add del">
        <pc:chgData name="蕭兆翔" userId="c09afb0b-60c9-45d8-81f2-4d7aa859f4bf" providerId="ADAL" clId="{4854481A-8E19-4E2D-80D3-255FC4688919}" dt="2024-10-14T13:54:33.732" v="11021" actId="47"/>
        <pc:sldMkLst>
          <pc:docMk/>
          <pc:sldMk cId="3558001455" sldId="332"/>
        </pc:sldMkLst>
      </pc:sldChg>
      <pc:sldChg chg="add del">
        <pc:chgData name="蕭兆翔" userId="c09afb0b-60c9-45d8-81f2-4d7aa859f4bf" providerId="ADAL" clId="{4854481A-8E19-4E2D-80D3-255FC4688919}" dt="2024-10-14T13:54:36.364" v="11022" actId="47"/>
        <pc:sldMkLst>
          <pc:docMk/>
          <pc:sldMk cId="3256308752" sldId="333"/>
        </pc:sldMkLst>
      </pc:sldChg>
      <pc:sldChg chg="add del">
        <pc:chgData name="蕭兆翔" userId="c09afb0b-60c9-45d8-81f2-4d7aa859f4bf" providerId="ADAL" clId="{4854481A-8E19-4E2D-80D3-255FC4688919}" dt="2024-10-14T13:55:03.381" v="11027" actId="47"/>
        <pc:sldMkLst>
          <pc:docMk/>
          <pc:sldMk cId="3401642241" sldId="334"/>
        </pc:sldMkLst>
      </pc:sldChg>
      <pc:sldChg chg="add del">
        <pc:chgData name="蕭兆翔" userId="c09afb0b-60c9-45d8-81f2-4d7aa859f4bf" providerId="ADAL" clId="{4854481A-8E19-4E2D-80D3-255FC4688919}" dt="2024-10-14T13:54:46.363" v="11023" actId="47"/>
        <pc:sldMkLst>
          <pc:docMk/>
          <pc:sldMk cId="656317736" sldId="335"/>
        </pc:sldMkLst>
      </pc:sldChg>
      <pc:sldChg chg="add del">
        <pc:chgData name="蕭兆翔" userId="c09afb0b-60c9-45d8-81f2-4d7aa859f4bf" providerId="ADAL" clId="{4854481A-8E19-4E2D-80D3-255FC4688919}" dt="2024-10-14T13:54:48.197" v="11024" actId="47"/>
        <pc:sldMkLst>
          <pc:docMk/>
          <pc:sldMk cId="3548389653" sldId="336"/>
        </pc:sldMkLst>
      </pc:sldChg>
      <pc:sldChg chg="add del">
        <pc:chgData name="蕭兆翔" userId="c09afb0b-60c9-45d8-81f2-4d7aa859f4bf" providerId="ADAL" clId="{4854481A-8E19-4E2D-80D3-255FC4688919}" dt="2024-10-14T13:54:52.409" v="11025" actId="47"/>
        <pc:sldMkLst>
          <pc:docMk/>
          <pc:sldMk cId="3226800800" sldId="337"/>
        </pc:sldMkLst>
      </pc:sldChg>
      <pc:sldChg chg="add del">
        <pc:chgData name="蕭兆翔" userId="c09afb0b-60c9-45d8-81f2-4d7aa859f4bf" providerId="ADAL" clId="{4854481A-8E19-4E2D-80D3-255FC4688919}" dt="2024-10-14T13:55:00.820" v="11026" actId="47"/>
        <pc:sldMkLst>
          <pc:docMk/>
          <pc:sldMk cId="304906963" sldId="338"/>
        </pc:sldMkLst>
      </pc:sldChg>
      <pc:sldChg chg="delSp add del mod">
        <pc:chgData name="蕭兆翔" userId="c09afb0b-60c9-45d8-81f2-4d7aa859f4bf" providerId="ADAL" clId="{4854481A-8E19-4E2D-80D3-255FC4688919}" dt="2024-10-14T16:42:29.468" v="14214" actId="47"/>
        <pc:sldMkLst>
          <pc:docMk/>
          <pc:sldMk cId="4069941594" sldId="339"/>
        </pc:sldMkLst>
      </pc:sldChg>
      <pc:sldChg chg="addSp modSp mod">
        <pc:chgData name="蕭兆翔" userId="c09afb0b-60c9-45d8-81f2-4d7aa859f4bf" providerId="ADAL" clId="{4854481A-8E19-4E2D-80D3-255FC4688919}" dt="2024-09-30T12:01:19.775" v="1350" actId="20577"/>
        <pc:sldMkLst>
          <pc:docMk/>
          <pc:sldMk cId="1608843026" sldId="340"/>
        </pc:sldMkLst>
      </pc:sldChg>
      <pc:sldChg chg="add del">
        <pc:chgData name="蕭兆翔" userId="c09afb0b-60c9-45d8-81f2-4d7aa859f4bf" providerId="ADAL" clId="{4854481A-8E19-4E2D-80D3-255FC4688919}" dt="2024-10-14T13:58:59.804" v="11062" actId="2696"/>
        <pc:sldMkLst>
          <pc:docMk/>
          <pc:sldMk cId="162538453" sldId="341"/>
        </pc:sldMkLst>
      </pc:sldChg>
      <pc:sldChg chg="delSp add del">
        <pc:chgData name="蕭兆翔" userId="c09afb0b-60c9-45d8-81f2-4d7aa859f4bf" providerId="ADAL" clId="{4854481A-8E19-4E2D-80D3-255FC4688919}" dt="2024-10-14T15:14:44.578" v="11989" actId="47"/>
        <pc:sldMkLst>
          <pc:docMk/>
          <pc:sldMk cId="2136976806" sldId="341"/>
        </pc:sldMkLst>
      </pc:sldChg>
      <pc:sldChg chg="addSp delSp modSp add mod ord">
        <pc:chgData name="蕭兆翔" userId="c09afb0b-60c9-45d8-81f2-4d7aa859f4bf" providerId="ADAL" clId="{4854481A-8E19-4E2D-80D3-255FC4688919}" dt="2024-10-14T15:56:50.637" v="13173" actId="20577"/>
        <pc:sldMkLst>
          <pc:docMk/>
          <pc:sldMk cId="1539706893" sldId="342"/>
        </pc:sldMkLst>
      </pc:sldChg>
      <pc:sldChg chg="add del">
        <pc:chgData name="蕭兆翔" userId="c09afb0b-60c9-45d8-81f2-4d7aa859f4bf" providerId="ADAL" clId="{4854481A-8E19-4E2D-80D3-255FC4688919}" dt="2024-10-14T13:58:59.804" v="11062" actId="2696"/>
        <pc:sldMkLst>
          <pc:docMk/>
          <pc:sldMk cId="3254636122" sldId="342"/>
        </pc:sldMkLst>
      </pc:sldChg>
      <pc:sldChg chg="addSp modSp del mod ord">
        <pc:chgData name="蕭兆翔" userId="c09afb0b-60c9-45d8-81f2-4d7aa859f4bf" providerId="ADAL" clId="{4854481A-8E19-4E2D-80D3-255FC4688919}" dt="2024-09-30T15:23:58.171" v="3497" actId="47"/>
        <pc:sldMkLst>
          <pc:docMk/>
          <pc:sldMk cId="4209641935" sldId="342"/>
        </pc:sldMkLst>
      </pc:sldChg>
      <pc:sldChg chg="add del">
        <pc:chgData name="蕭兆翔" userId="c09afb0b-60c9-45d8-81f2-4d7aa859f4bf" providerId="ADAL" clId="{4854481A-8E19-4E2D-80D3-255FC4688919}" dt="2024-10-14T13:58:43.342" v="11061" actId="47"/>
        <pc:sldMkLst>
          <pc:docMk/>
          <pc:sldMk cId="1850986352" sldId="343"/>
        </pc:sldMkLst>
      </pc:sldChg>
      <pc:sldChg chg="add del">
        <pc:chgData name="蕭兆翔" userId="c09afb0b-60c9-45d8-81f2-4d7aa859f4bf" providerId="ADAL" clId="{4854481A-8E19-4E2D-80D3-255FC4688919}" dt="2024-10-14T13:58:41.915" v="11060" actId="47"/>
        <pc:sldMkLst>
          <pc:docMk/>
          <pc:sldMk cId="1657964399" sldId="344"/>
        </pc:sldMkLst>
      </pc:sldChg>
      <pc:sldChg chg="add del">
        <pc:chgData name="蕭兆翔" userId="c09afb0b-60c9-45d8-81f2-4d7aa859f4bf" providerId="ADAL" clId="{4854481A-8E19-4E2D-80D3-255FC4688919}" dt="2024-10-14T13:58:41.028" v="11059" actId="47"/>
        <pc:sldMkLst>
          <pc:docMk/>
          <pc:sldMk cId="4140029639" sldId="345"/>
        </pc:sldMkLst>
      </pc:sldChg>
      <pc:sldChg chg="add del">
        <pc:chgData name="蕭兆翔" userId="c09afb0b-60c9-45d8-81f2-4d7aa859f4bf" providerId="ADAL" clId="{4854481A-8E19-4E2D-80D3-255FC4688919}" dt="2024-10-14T13:58:39.439" v="11058" actId="47"/>
        <pc:sldMkLst>
          <pc:docMk/>
          <pc:sldMk cId="1102243080" sldId="346"/>
        </pc:sldMkLst>
      </pc:sldChg>
      <pc:sldChg chg="add del">
        <pc:chgData name="蕭兆翔" userId="c09afb0b-60c9-45d8-81f2-4d7aa859f4bf" providerId="ADAL" clId="{4854481A-8E19-4E2D-80D3-255FC4688919}" dt="2024-10-14T13:58:37.107" v="11057" actId="47"/>
        <pc:sldMkLst>
          <pc:docMk/>
          <pc:sldMk cId="2677103978" sldId="347"/>
        </pc:sldMkLst>
      </pc:sldChg>
      <pc:sldChg chg="add del">
        <pc:chgData name="蕭兆翔" userId="c09afb0b-60c9-45d8-81f2-4d7aa859f4bf" providerId="ADAL" clId="{4854481A-8E19-4E2D-80D3-255FC4688919}" dt="2024-10-14T13:58:10.561" v="11056" actId="47"/>
        <pc:sldMkLst>
          <pc:docMk/>
          <pc:sldMk cId="565824398" sldId="348"/>
        </pc:sldMkLst>
      </pc:sldChg>
      <pc:sldChg chg="add del">
        <pc:chgData name="蕭兆翔" userId="c09afb0b-60c9-45d8-81f2-4d7aa859f4bf" providerId="ADAL" clId="{4854481A-8E19-4E2D-80D3-255FC4688919}" dt="2024-10-14T13:58:08.572" v="11055" actId="47"/>
        <pc:sldMkLst>
          <pc:docMk/>
          <pc:sldMk cId="313589515" sldId="349"/>
        </pc:sldMkLst>
      </pc:sldChg>
      <pc:sldChg chg="delSp add del">
        <pc:chgData name="蕭兆翔" userId="c09afb0b-60c9-45d8-81f2-4d7aa859f4bf" providerId="ADAL" clId="{4854481A-8E19-4E2D-80D3-255FC4688919}" dt="2024-10-14T07:38:21.832" v="9068" actId="47"/>
        <pc:sldMkLst>
          <pc:docMk/>
          <pc:sldMk cId="1402387824" sldId="350"/>
        </pc:sldMkLst>
      </pc:sldChg>
      <pc:sldChg chg="add del">
        <pc:chgData name="蕭兆翔" userId="c09afb0b-60c9-45d8-81f2-4d7aa859f4bf" providerId="ADAL" clId="{4854481A-8E19-4E2D-80D3-255FC4688919}" dt="2024-10-14T13:58:04.327" v="11054" actId="47"/>
        <pc:sldMkLst>
          <pc:docMk/>
          <pc:sldMk cId="1710918563" sldId="351"/>
        </pc:sldMkLst>
      </pc:sldChg>
      <pc:sldChg chg="add del">
        <pc:chgData name="蕭兆翔" userId="c09afb0b-60c9-45d8-81f2-4d7aa859f4bf" providerId="ADAL" clId="{4854481A-8E19-4E2D-80D3-255FC4688919}" dt="2024-10-14T13:58:03.038" v="11053" actId="47"/>
        <pc:sldMkLst>
          <pc:docMk/>
          <pc:sldMk cId="976715458" sldId="352"/>
        </pc:sldMkLst>
      </pc:sldChg>
      <pc:sldChg chg="delSp add del">
        <pc:chgData name="蕭兆翔" userId="c09afb0b-60c9-45d8-81f2-4d7aa859f4bf" providerId="ADAL" clId="{4854481A-8E19-4E2D-80D3-255FC4688919}" dt="2024-10-14T13:57:55.115" v="11052" actId="47"/>
        <pc:sldMkLst>
          <pc:docMk/>
          <pc:sldMk cId="912241497" sldId="353"/>
        </pc:sldMkLst>
      </pc:sldChg>
      <pc:sldChg chg="add del">
        <pc:chgData name="蕭兆翔" userId="c09afb0b-60c9-45d8-81f2-4d7aa859f4bf" providerId="ADAL" clId="{4854481A-8E19-4E2D-80D3-255FC4688919}" dt="2024-10-14T13:57:00.141" v="11028" actId="47"/>
        <pc:sldMkLst>
          <pc:docMk/>
          <pc:sldMk cId="1161479203" sldId="354"/>
        </pc:sldMkLst>
      </pc:sldChg>
      <pc:sldChg chg="addSp delSp modSp new mod ord">
        <pc:chgData name="蕭兆翔" userId="c09afb0b-60c9-45d8-81f2-4d7aa859f4bf" providerId="ADAL" clId="{4854481A-8E19-4E2D-80D3-255FC4688919}" dt="2024-09-30T04:08:02.927" v="1196" actId="13926"/>
        <pc:sldMkLst>
          <pc:docMk/>
          <pc:sldMk cId="2021211238" sldId="358"/>
        </pc:sldMkLst>
      </pc:sldChg>
      <pc:sldChg chg="addSp modSp new mod ord">
        <pc:chgData name="蕭兆翔" userId="c09afb0b-60c9-45d8-81f2-4d7aa859f4bf" providerId="ADAL" clId="{4854481A-8E19-4E2D-80D3-255FC4688919}" dt="2024-09-30T12:02:11.540" v="1353" actId="20577"/>
        <pc:sldMkLst>
          <pc:docMk/>
          <pc:sldMk cId="3012646859" sldId="359"/>
        </pc:sldMkLst>
      </pc:sldChg>
      <pc:sldChg chg="addSp new del mod">
        <pc:chgData name="蕭兆翔" userId="c09afb0b-60c9-45d8-81f2-4d7aa859f4bf" providerId="ADAL" clId="{4854481A-8E19-4E2D-80D3-255FC4688919}" dt="2024-09-30T15:23:48.736" v="3494" actId="47"/>
        <pc:sldMkLst>
          <pc:docMk/>
          <pc:sldMk cId="64488640" sldId="360"/>
        </pc:sldMkLst>
      </pc:sldChg>
      <pc:sldChg chg="addSp modSp new del mod">
        <pc:chgData name="蕭兆翔" userId="c09afb0b-60c9-45d8-81f2-4d7aa859f4bf" providerId="ADAL" clId="{4854481A-8E19-4E2D-80D3-255FC4688919}" dt="2024-09-29T09:52:45.105" v="472" actId="47"/>
        <pc:sldMkLst>
          <pc:docMk/>
          <pc:sldMk cId="4219544420" sldId="360"/>
        </pc:sldMkLst>
      </pc:sldChg>
      <pc:sldChg chg="addSp modSp new mod">
        <pc:chgData name="蕭兆翔" userId="c09afb0b-60c9-45d8-81f2-4d7aa859f4bf" providerId="ADAL" clId="{4854481A-8E19-4E2D-80D3-255FC4688919}" dt="2024-09-30T04:48:32.085" v="1321" actId="2711"/>
        <pc:sldMkLst>
          <pc:docMk/>
          <pc:sldMk cId="2284715516" sldId="361"/>
        </pc:sldMkLst>
      </pc:sldChg>
      <pc:sldChg chg="addSp delSp modSp add mod ord">
        <pc:chgData name="蕭兆翔" userId="c09afb0b-60c9-45d8-81f2-4d7aa859f4bf" providerId="ADAL" clId="{4854481A-8E19-4E2D-80D3-255FC4688919}" dt="2024-09-30T15:18:13.509" v="3462" actId="1076"/>
        <pc:sldMkLst>
          <pc:docMk/>
          <pc:sldMk cId="1018052094" sldId="362"/>
        </pc:sldMkLst>
      </pc:sldChg>
      <pc:sldChg chg="addSp modSp new mod ord">
        <pc:chgData name="蕭兆翔" userId="c09afb0b-60c9-45d8-81f2-4d7aa859f4bf" providerId="ADAL" clId="{4854481A-8E19-4E2D-80D3-255FC4688919}" dt="2024-09-30T15:20:41.368" v="3481" actId="1076"/>
        <pc:sldMkLst>
          <pc:docMk/>
          <pc:sldMk cId="4024668312" sldId="363"/>
        </pc:sldMkLst>
      </pc:sldChg>
      <pc:sldChg chg="addSp modSp add mod">
        <pc:chgData name="蕭兆翔" userId="c09afb0b-60c9-45d8-81f2-4d7aa859f4bf" providerId="ADAL" clId="{4854481A-8E19-4E2D-80D3-255FC4688919}" dt="2024-09-30T15:19:48.403" v="3471" actId="207"/>
        <pc:sldMkLst>
          <pc:docMk/>
          <pc:sldMk cId="2336117568" sldId="364"/>
        </pc:sldMkLst>
      </pc:sldChg>
      <pc:sldChg chg="addSp delSp modSp add mod">
        <pc:chgData name="蕭兆翔" userId="c09afb0b-60c9-45d8-81f2-4d7aa859f4bf" providerId="ADAL" clId="{4854481A-8E19-4E2D-80D3-255FC4688919}" dt="2024-09-30T14:37:41.687" v="3075" actId="1076"/>
        <pc:sldMkLst>
          <pc:docMk/>
          <pc:sldMk cId="2686066825" sldId="365"/>
        </pc:sldMkLst>
      </pc:sldChg>
      <pc:sldChg chg="addSp delSp modSp add mod">
        <pc:chgData name="蕭兆翔" userId="c09afb0b-60c9-45d8-81f2-4d7aa859f4bf" providerId="ADAL" clId="{4854481A-8E19-4E2D-80D3-255FC4688919}" dt="2024-09-30T15:19:39.229" v="3469" actId="207"/>
        <pc:sldMkLst>
          <pc:docMk/>
          <pc:sldMk cId="640306451" sldId="366"/>
        </pc:sldMkLst>
      </pc:sldChg>
      <pc:sldChg chg="addSp delSp modSp add mod">
        <pc:chgData name="蕭兆翔" userId="c09afb0b-60c9-45d8-81f2-4d7aa859f4bf" providerId="ADAL" clId="{4854481A-8E19-4E2D-80D3-255FC4688919}" dt="2024-09-30T15:03:08.156" v="3186" actId="1076"/>
        <pc:sldMkLst>
          <pc:docMk/>
          <pc:sldMk cId="1058709481" sldId="367"/>
        </pc:sldMkLst>
      </pc:sldChg>
      <pc:sldChg chg="addSp modSp new mod">
        <pc:chgData name="蕭兆翔" userId="c09afb0b-60c9-45d8-81f2-4d7aa859f4bf" providerId="ADAL" clId="{4854481A-8E19-4E2D-80D3-255FC4688919}" dt="2024-09-30T15:49:11.086" v="3941"/>
        <pc:sldMkLst>
          <pc:docMk/>
          <pc:sldMk cId="1642871989" sldId="368"/>
        </pc:sldMkLst>
      </pc:sldChg>
      <pc:sldChg chg="addSp modSp new mod">
        <pc:chgData name="蕭兆翔" userId="c09afb0b-60c9-45d8-81f2-4d7aa859f4bf" providerId="ADAL" clId="{4854481A-8E19-4E2D-80D3-255FC4688919}" dt="2024-09-30T15:41:14.587" v="3935" actId="20577"/>
        <pc:sldMkLst>
          <pc:docMk/>
          <pc:sldMk cId="1816095620" sldId="369"/>
        </pc:sldMkLst>
      </pc:sldChg>
      <pc:sldChg chg="addSp delSp modSp new mod">
        <pc:chgData name="蕭兆翔" userId="c09afb0b-60c9-45d8-81f2-4d7aa859f4bf" providerId="ADAL" clId="{4854481A-8E19-4E2D-80D3-255FC4688919}" dt="2024-09-30T15:40:37.906" v="3923" actId="1076"/>
        <pc:sldMkLst>
          <pc:docMk/>
          <pc:sldMk cId="2988881284" sldId="370"/>
        </pc:sldMkLst>
      </pc:sldChg>
      <pc:sldChg chg="addSp delSp modSp mod">
        <pc:chgData name="蕭兆翔" userId="c09afb0b-60c9-45d8-81f2-4d7aa859f4bf" providerId="ADAL" clId="{4854481A-8E19-4E2D-80D3-255FC4688919}" dt="2024-10-06T07:46:41.232" v="3950" actId="478"/>
        <pc:sldMkLst>
          <pc:docMk/>
          <pc:sldMk cId="1265154145" sldId="374"/>
        </pc:sldMkLst>
      </pc:sldChg>
      <pc:sldChg chg="addSp delSp modSp mod">
        <pc:chgData name="蕭兆翔" userId="c09afb0b-60c9-45d8-81f2-4d7aa859f4bf" providerId="ADAL" clId="{4854481A-8E19-4E2D-80D3-255FC4688919}" dt="2024-10-06T13:59:52.463" v="5886" actId="20577"/>
        <pc:sldMkLst>
          <pc:docMk/>
          <pc:sldMk cId="2273897021" sldId="380"/>
        </pc:sldMkLst>
      </pc:sldChg>
      <pc:sldChg chg="addSp delSp modSp add mod">
        <pc:chgData name="蕭兆翔" userId="c09afb0b-60c9-45d8-81f2-4d7aa859f4bf" providerId="ADAL" clId="{4854481A-8E19-4E2D-80D3-255FC4688919}" dt="2024-10-06T09:05:18.593" v="4513" actId="207"/>
        <pc:sldMkLst>
          <pc:docMk/>
          <pc:sldMk cId="3691802625" sldId="381"/>
        </pc:sldMkLst>
      </pc:sldChg>
      <pc:sldChg chg="addSp delSp modSp add mod">
        <pc:chgData name="蕭兆翔" userId="c09afb0b-60c9-45d8-81f2-4d7aa859f4bf" providerId="ADAL" clId="{4854481A-8E19-4E2D-80D3-255FC4688919}" dt="2024-10-06T13:59:42.427" v="5882" actId="20577"/>
        <pc:sldMkLst>
          <pc:docMk/>
          <pc:sldMk cId="108245367" sldId="382"/>
        </pc:sldMkLst>
      </pc:sldChg>
      <pc:sldChg chg="addSp delSp modSp add mod">
        <pc:chgData name="蕭兆翔" userId="c09afb0b-60c9-45d8-81f2-4d7aa859f4bf" providerId="ADAL" clId="{4854481A-8E19-4E2D-80D3-255FC4688919}" dt="2024-10-06T13:52:06.775" v="5816" actId="1076"/>
        <pc:sldMkLst>
          <pc:docMk/>
          <pc:sldMk cId="629608856" sldId="383"/>
        </pc:sldMkLst>
      </pc:sldChg>
      <pc:sldChg chg="addSp delSp modSp add mod">
        <pc:chgData name="蕭兆翔" userId="c09afb0b-60c9-45d8-81f2-4d7aa859f4bf" providerId="ADAL" clId="{4854481A-8E19-4E2D-80D3-255FC4688919}" dt="2024-10-15T09:48:23.576" v="15701" actId="1076"/>
        <pc:sldMkLst>
          <pc:docMk/>
          <pc:sldMk cId="925713520" sldId="384"/>
        </pc:sldMkLst>
      </pc:sldChg>
      <pc:sldChg chg="addSp delSp modSp new del mod">
        <pc:chgData name="蕭兆翔" userId="c09afb0b-60c9-45d8-81f2-4d7aa859f4bf" providerId="ADAL" clId="{4854481A-8E19-4E2D-80D3-255FC4688919}" dt="2024-10-06T15:29:01.053" v="6442" actId="2696"/>
        <pc:sldMkLst>
          <pc:docMk/>
          <pc:sldMk cId="338352872" sldId="385"/>
        </pc:sldMkLst>
      </pc:sldChg>
      <pc:sldChg chg="addSp delSp modSp add mod">
        <pc:chgData name="蕭兆翔" userId="c09afb0b-60c9-45d8-81f2-4d7aa859f4bf" providerId="ADAL" clId="{4854481A-8E19-4E2D-80D3-255FC4688919}" dt="2024-10-14T03:12:30.308" v="6846" actId="207"/>
        <pc:sldMkLst>
          <pc:docMk/>
          <pc:sldMk cId="518066897" sldId="385"/>
        </pc:sldMkLst>
      </pc:sldChg>
      <pc:sldChg chg="addSp delSp modSp add del mod ord">
        <pc:chgData name="蕭兆翔" userId="c09afb0b-60c9-45d8-81f2-4d7aa859f4bf" providerId="ADAL" clId="{4854481A-8E19-4E2D-80D3-255FC4688919}" dt="2024-10-06T15:29:01.053" v="6442" actId="2696"/>
        <pc:sldMkLst>
          <pc:docMk/>
          <pc:sldMk cId="1405308383" sldId="386"/>
        </pc:sldMkLst>
      </pc:sldChg>
      <pc:sldChg chg="add del">
        <pc:chgData name="蕭兆翔" userId="c09afb0b-60c9-45d8-81f2-4d7aa859f4bf" providerId="ADAL" clId="{4854481A-8E19-4E2D-80D3-255FC4688919}" dt="2024-10-14T14:01:04.264" v="11064" actId="47"/>
        <pc:sldMkLst>
          <pc:docMk/>
          <pc:sldMk cId="3825458834" sldId="386"/>
        </pc:sldMkLst>
      </pc:sldChg>
      <pc:sldChg chg="addSp delSp modSp add mod">
        <pc:chgData name="蕭兆翔" userId="c09afb0b-60c9-45d8-81f2-4d7aa859f4bf" providerId="ADAL" clId="{4854481A-8E19-4E2D-80D3-255FC4688919}" dt="2024-10-14T06:35:03.694" v="8630" actId="20577"/>
        <pc:sldMkLst>
          <pc:docMk/>
          <pc:sldMk cId="1299899475" sldId="387"/>
        </pc:sldMkLst>
      </pc:sldChg>
      <pc:sldChg chg="addSp modSp add del mod">
        <pc:chgData name="蕭兆翔" userId="c09afb0b-60c9-45d8-81f2-4d7aa859f4bf" providerId="ADAL" clId="{4854481A-8E19-4E2D-80D3-255FC4688919}" dt="2024-10-06T15:29:01.053" v="6442" actId="2696"/>
        <pc:sldMkLst>
          <pc:docMk/>
          <pc:sldMk cId="1617063001" sldId="387"/>
        </pc:sldMkLst>
      </pc:sldChg>
      <pc:sldChg chg="addSp delSp modSp add mod ord">
        <pc:chgData name="蕭兆翔" userId="c09afb0b-60c9-45d8-81f2-4d7aa859f4bf" providerId="ADAL" clId="{4854481A-8E19-4E2D-80D3-255FC4688919}" dt="2024-10-14T07:42:49.667" v="9205"/>
        <pc:sldMkLst>
          <pc:docMk/>
          <pc:sldMk cId="540342426" sldId="388"/>
        </pc:sldMkLst>
      </pc:sldChg>
      <pc:sldChg chg="addSp delSp modSp new mod">
        <pc:chgData name="蕭兆翔" userId="c09afb0b-60c9-45d8-81f2-4d7aa859f4bf" providerId="ADAL" clId="{4854481A-8E19-4E2D-80D3-255FC4688919}" dt="2024-10-14T07:21:49.952" v="8701" actId="1076"/>
        <pc:sldMkLst>
          <pc:docMk/>
          <pc:sldMk cId="3158669101" sldId="389"/>
        </pc:sldMkLst>
      </pc:sldChg>
      <pc:sldChg chg="addSp delSp modSp add mod">
        <pc:chgData name="蕭兆翔" userId="c09afb0b-60c9-45d8-81f2-4d7aa859f4bf" providerId="ADAL" clId="{4854481A-8E19-4E2D-80D3-255FC4688919}" dt="2024-10-14T07:21:58.106" v="8702"/>
        <pc:sldMkLst>
          <pc:docMk/>
          <pc:sldMk cId="1190195857" sldId="390"/>
        </pc:sldMkLst>
      </pc:sldChg>
      <pc:sldChg chg="addSp delSp modSp add mod">
        <pc:chgData name="蕭兆翔" userId="c09afb0b-60c9-45d8-81f2-4d7aa859f4bf" providerId="ADAL" clId="{4854481A-8E19-4E2D-80D3-255FC4688919}" dt="2024-10-14T07:21:32.728" v="8698" actId="20577"/>
        <pc:sldMkLst>
          <pc:docMk/>
          <pc:sldMk cId="557126742" sldId="391"/>
        </pc:sldMkLst>
      </pc:sldChg>
      <pc:sldChg chg="addSp delSp modSp add mod">
        <pc:chgData name="蕭兆翔" userId="c09afb0b-60c9-45d8-81f2-4d7aa859f4bf" providerId="ADAL" clId="{4854481A-8E19-4E2D-80D3-255FC4688919}" dt="2024-10-14T04:54:22.722" v="8090"/>
        <pc:sldMkLst>
          <pc:docMk/>
          <pc:sldMk cId="2769959152" sldId="392"/>
        </pc:sldMkLst>
      </pc:sldChg>
      <pc:sldChg chg="addSp delSp modSp add mod">
        <pc:chgData name="蕭兆翔" userId="c09afb0b-60c9-45d8-81f2-4d7aa859f4bf" providerId="ADAL" clId="{4854481A-8E19-4E2D-80D3-255FC4688919}" dt="2024-10-15T05:33:18.819" v="14566" actId="1076"/>
        <pc:sldMkLst>
          <pc:docMk/>
          <pc:sldMk cId="3780021135" sldId="393"/>
        </pc:sldMkLst>
      </pc:sldChg>
      <pc:sldChg chg="addSp delSp modSp new mod">
        <pc:chgData name="蕭兆翔" userId="c09afb0b-60c9-45d8-81f2-4d7aa859f4bf" providerId="ADAL" clId="{4854481A-8E19-4E2D-80D3-255FC4688919}" dt="2024-10-15T05:33:55.093" v="14584" actId="1076"/>
        <pc:sldMkLst>
          <pc:docMk/>
          <pc:sldMk cId="1792748267" sldId="394"/>
        </pc:sldMkLst>
      </pc:sldChg>
      <pc:sldChg chg="addSp delSp modSp add mod">
        <pc:chgData name="蕭兆翔" userId="c09afb0b-60c9-45d8-81f2-4d7aa859f4bf" providerId="ADAL" clId="{4854481A-8E19-4E2D-80D3-255FC4688919}" dt="2024-10-14T13:44:12.679" v="10998" actId="1076"/>
        <pc:sldMkLst>
          <pc:docMk/>
          <pc:sldMk cId="3661037127" sldId="395"/>
        </pc:sldMkLst>
      </pc:sldChg>
      <pc:sldChg chg="addSp delSp modSp add mod ord">
        <pc:chgData name="蕭兆翔" userId="c09afb0b-60c9-45d8-81f2-4d7aa859f4bf" providerId="ADAL" clId="{4854481A-8E19-4E2D-80D3-255FC4688919}" dt="2024-10-14T07:39:45.974" v="9075"/>
        <pc:sldMkLst>
          <pc:docMk/>
          <pc:sldMk cId="4223565042" sldId="396"/>
        </pc:sldMkLst>
      </pc:sldChg>
      <pc:sldChg chg="addSp delSp modSp add mod">
        <pc:chgData name="蕭兆翔" userId="c09afb0b-60c9-45d8-81f2-4d7aa859f4bf" providerId="ADAL" clId="{4854481A-8E19-4E2D-80D3-255FC4688919}" dt="2024-10-14T14:46:33.160" v="11327" actId="1076"/>
        <pc:sldMkLst>
          <pc:docMk/>
          <pc:sldMk cId="1672376774" sldId="397"/>
        </pc:sldMkLst>
      </pc:sldChg>
      <pc:sldChg chg="addSp modSp add mod">
        <pc:chgData name="蕭兆翔" userId="c09afb0b-60c9-45d8-81f2-4d7aa859f4bf" providerId="ADAL" clId="{4854481A-8E19-4E2D-80D3-255FC4688919}" dt="2024-10-14T14:46:44.556" v="11330" actId="208"/>
        <pc:sldMkLst>
          <pc:docMk/>
          <pc:sldMk cId="1321281730" sldId="398"/>
        </pc:sldMkLst>
      </pc:sldChg>
      <pc:sldChg chg="addSp delSp modSp add del mod">
        <pc:chgData name="蕭兆翔" userId="c09afb0b-60c9-45d8-81f2-4d7aa859f4bf" providerId="ADAL" clId="{4854481A-8E19-4E2D-80D3-255FC4688919}" dt="2024-10-15T05:29:01.150" v="14488" actId="47"/>
        <pc:sldMkLst>
          <pc:docMk/>
          <pc:sldMk cId="3923139901" sldId="399"/>
        </pc:sldMkLst>
      </pc:sldChg>
      <pc:sldChg chg="addSp modSp add del mod">
        <pc:chgData name="蕭兆翔" userId="c09afb0b-60c9-45d8-81f2-4d7aa859f4bf" providerId="ADAL" clId="{4854481A-8E19-4E2D-80D3-255FC4688919}" dt="2024-10-14T16:44:42.167" v="14369" actId="47"/>
        <pc:sldMkLst>
          <pc:docMk/>
          <pc:sldMk cId="2390150736" sldId="400"/>
        </pc:sldMkLst>
      </pc:sldChg>
      <pc:sldChg chg="addSp delSp modSp add mod ord">
        <pc:chgData name="蕭兆翔" userId="c09afb0b-60c9-45d8-81f2-4d7aa859f4bf" providerId="ADAL" clId="{4854481A-8E19-4E2D-80D3-255FC4688919}" dt="2024-10-14T08:54:48.511" v="9895"/>
        <pc:sldMkLst>
          <pc:docMk/>
          <pc:sldMk cId="1449316844" sldId="401"/>
        </pc:sldMkLst>
      </pc:sldChg>
      <pc:sldChg chg="addSp delSp modSp add mod">
        <pc:chgData name="蕭兆翔" userId="c09afb0b-60c9-45d8-81f2-4d7aa859f4bf" providerId="ADAL" clId="{4854481A-8E19-4E2D-80D3-255FC4688919}" dt="2024-10-15T04:43:41.721" v="14433" actId="20577"/>
        <pc:sldMkLst>
          <pc:docMk/>
          <pc:sldMk cId="1051543515" sldId="402"/>
        </pc:sldMkLst>
      </pc:sldChg>
      <pc:sldChg chg="addSp delSp modSp add mod">
        <pc:chgData name="蕭兆翔" userId="c09afb0b-60c9-45d8-81f2-4d7aa859f4bf" providerId="ADAL" clId="{4854481A-8E19-4E2D-80D3-255FC4688919}" dt="2024-10-21T14:17:11.950" v="15861" actId="20577"/>
        <pc:sldMkLst>
          <pc:docMk/>
          <pc:sldMk cId="215223070" sldId="403"/>
        </pc:sldMkLst>
      </pc:sldChg>
      <pc:sldChg chg="addSp delSp modSp new mod">
        <pc:chgData name="蕭兆翔" userId="c09afb0b-60c9-45d8-81f2-4d7aa859f4bf" providerId="ADAL" clId="{4854481A-8E19-4E2D-80D3-255FC4688919}" dt="2024-10-14T14:27:10.236" v="11265" actId="207"/>
        <pc:sldMkLst>
          <pc:docMk/>
          <pc:sldMk cId="2469221379" sldId="404"/>
        </pc:sldMkLst>
      </pc:sldChg>
      <pc:sldChg chg="addSp delSp modSp new del mod setBg">
        <pc:chgData name="蕭兆翔" userId="c09afb0b-60c9-45d8-81f2-4d7aa859f4bf" providerId="ADAL" clId="{4854481A-8E19-4E2D-80D3-255FC4688919}" dt="2024-10-14T14:02:59.919" v="11067" actId="47"/>
        <pc:sldMkLst>
          <pc:docMk/>
          <pc:sldMk cId="3445044766" sldId="404"/>
        </pc:sldMkLst>
      </pc:sldChg>
      <pc:sldChg chg="addSp delSp modSp new mod">
        <pc:chgData name="蕭兆翔" userId="c09afb0b-60c9-45d8-81f2-4d7aa859f4bf" providerId="ADAL" clId="{4854481A-8E19-4E2D-80D3-255FC4688919}" dt="2024-10-14T14:50:53.947" v="11366" actId="1076"/>
        <pc:sldMkLst>
          <pc:docMk/>
          <pc:sldMk cId="2677706288" sldId="405"/>
        </pc:sldMkLst>
      </pc:sldChg>
      <pc:sldChg chg="addSp modSp new mod">
        <pc:chgData name="蕭兆翔" userId="c09afb0b-60c9-45d8-81f2-4d7aa859f4bf" providerId="ADAL" clId="{4854481A-8E19-4E2D-80D3-255FC4688919}" dt="2024-10-14T14:52:49.019" v="11483" actId="1076"/>
        <pc:sldMkLst>
          <pc:docMk/>
          <pc:sldMk cId="3708895568" sldId="406"/>
        </pc:sldMkLst>
      </pc:sldChg>
      <pc:sldChg chg="add del">
        <pc:chgData name="蕭兆翔" userId="c09afb0b-60c9-45d8-81f2-4d7aa859f4bf" providerId="ADAL" clId="{4854481A-8E19-4E2D-80D3-255FC4688919}" dt="2024-10-14T14:54:33.639" v="11486" actId="47"/>
        <pc:sldMkLst>
          <pc:docMk/>
          <pc:sldMk cId="1090428478" sldId="407"/>
        </pc:sldMkLst>
      </pc:sldChg>
      <pc:sldChg chg="addSp delSp modSp add mod">
        <pc:chgData name="蕭兆翔" userId="c09afb0b-60c9-45d8-81f2-4d7aa859f4bf" providerId="ADAL" clId="{4854481A-8E19-4E2D-80D3-255FC4688919}" dt="2024-10-14T15:10:44.173" v="11984" actId="1076"/>
        <pc:sldMkLst>
          <pc:docMk/>
          <pc:sldMk cId="20507015" sldId="408"/>
        </pc:sldMkLst>
      </pc:sldChg>
      <pc:sldChg chg="addSp modSp new">
        <pc:chgData name="蕭兆翔" userId="c09afb0b-60c9-45d8-81f2-4d7aa859f4bf" providerId="ADAL" clId="{4854481A-8E19-4E2D-80D3-255FC4688919}" dt="2024-10-14T15:55:31.322" v="13127" actId="1076"/>
        <pc:sldMkLst>
          <pc:docMk/>
          <pc:sldMk cId="2617390352" sldId="409"/>
        </pc:sldMkLst>
      </pc:sldChg>
      <pc:sldChg chg="addSp modSp new mod">
        <pc:chgData name="蕭兆翔" userId="c09afb0b-60c9-45d8-81f2-4d7aa859f4bf" providerId="ADAL" clId="{4854481A-8E19-4E2D-80D3-255FC4688919}" dt="2024-10-14T16:49:03.882" v="14426" actId="1076"/>
        <pc:sldMkLst>
          <pc:docMk/>
          <pc:sldMk cId="2339741339" sldId="410"/>
        </pc:sldMkLst>
      </pc:sldChg>
      <pc:sldChg chg="addSp delSp modSp add mod ord">
        <pc:chgData name="蕭兆翔" userId="c09afb0b-60c9-45d8-81f2-4d7aa859f4bf" providerId="ADAL" clId="{4854481A-8E19-4E2D-80D3-255FC4688919}" dt="2024-10-14T15:35:30.869" v="12462" actId="1076"/>
        <pc:sldMkLst>
          <pc:docMk/>
          <pc:sldMk cId="2888018174" sldId="411"/>
        </pc:sldMkLst>
      </pc:sldChg>
      <pc:sldChg chg="addSp delSp modSp add mod">
        <pc:chgData name="蕭兆翔" userId="c09afb0b-60c9-45d8-81f2-4d7aa859f4bf" providerId="ADAL" clId="{4854481A-8E19-4E2D-80D3-255FC4688919}" dt="2024-10-14T15:30:32.255" v="12251" actId="207"/>
        <pc:sldMkLst>
          <pc:docMk/>
          <pc:sldMk cId="1355482420" sldId="412"/>
        </pc:sldMkLst>
      </pc:sldChg>
      <pc:sldChg chg="addSp delSp modSp add mod ord">
        <pc:chgData name="蕭兆翔" userId="c09afb0b-60c9-45d8-81f2-4d7aa859f4bf" providerId="ADAL" clId="{4854481A-8E19-4E2D-80D3-255FC4688919}" dt="2024-10-15T09:58:23.155" v="15859" actId="1076"/>
        <pc:sldMkLst>
          <pc:docMk/>
          <pc:sldMk cId="2265669256" sldId="413"/>
        </pc:sldMkLst>
      </pc:sldChg>
      <pc:sldChg chg="addSp delSp modSp add mod">
        <pc:chgData name="蕭兆翔" userId="c09afb0b-60c9-45d8-81f2-4d7aa859f4bf" providerId="ADAL" clId="{4854481A-8E19-4E2D-80D3-255FC4688919}" dt="2024-10-14T15:54:48.774" v="13125" actId="1076"/>
        <pc:sldMkLst>
          <pc:docMk/>
          <pc:sldMk cId="1435705269" sldId="414"/>
        </pc:sldMkLst>
      </pc:sldChg>
      <pc:sldChg chg="addSp delSp modSp new mod">
        <pc:chgData name="蕭兆翔" userId="c09afb0b-60c9-45d8-81f2-4d7aa859f4bf" providerId="ADAL" clId="{4854481A-8E19-4E2D-80D3-255FC4688919}" dt="2024-10-15T09:51:19.388" v="15749" actId="1076"/>
        <pc:sldMkLst>
          <pc:docMk/>
          <pc:sldMk cId="1069791148" sldId="415"/>
        </pc:sldMkLst>
      </pc:sldChg>
      <pc:sldChg chg="addSp delSp modSp add mod">
        <pc:chgData name="蕭兆翔" userId="c09afb0b-60c9-45d8-81f2-4d7aa859f4bf" providerId="ADAL" clId="{4854481A-8E19-4E2D-80D3-255FC4688919}" dt="2024-10-15T09:51:33.375" v="15754" actId="14100"/>
        <pc:sldMkLst>
          <pc:docMk/>
          <pc:sldMk cId="3056354556" sldId="416"/>
        </pc:sldMkLst>
      </pc:sldChg>
      <pc:sldChg chg="addSp delSp modSp add mod">
        <pc:chgData name="蕭兆翔" userId="c09afb0b-60c9-45d8-81f2-4d7aa859f4bf" providerId="ADAL" clId="{4854481A-8E19-4E2D-80D3-255FC4688919}" dt="2024-10-15T09:51:53.910" v="15759" actId="14100"/>
        <pc:sldMkLst>
          <pc:docMk/>
          <pc:sldMk cId="360491489" sldId="417"/>
        </pc:sldMkLst>
      </pc:sldChg>
      <pc:sldChg chg="addSp delSp modSp new del">
        <pc:chgData name="蕭兆翔" userId="c09afb0b-60c9-45d8-81f2-4d7aa859f4bf" providerId="ADAL" clId="{4854481A-8E19-4E2D-80D3-255FC4688919}" dt="2024-10-14T16:31:37.158" v="13703" actId="47"/>
        <pc:sldMkLst>
          <pc:docMk/>
          <pc:sldMk cId="1401658356" sldId="417"/>
        </pc:sldMkLst>
      </pc:sldChg>
      <pc:sldChg chg="addSp modSp mod">
        <pc:chgData name="蕭兆翔" userId="c09afb0b-60c9-45d8-81f2-4d7aa859f4bf" providerId="ADAL" clId="{4854481A-8E19-4E2D-80D3-255FC4688919}" dt="2024-10-15T05:26:27.846" v="14478" actId="1076"/>
        <pc:sldMkLst>
          <pc:docMk/>
          <pc:sldMk cId="3212384711" sldId="418"/>
        </pc:sldMkLst>
      </pc:sldChg>
      <pc:sldChg chg="addSp delSp modSp new mod">
        <pc:chgData name="蕭兆翔" userId="c09afb0b-60c9-45d8-81f2-4d7aa859f4bf" providerId="ADAL" clId="{4854481A-8E19-4E2D-80D3-255FC4688919}" dt="2024-10-15T09:44:40.841" v="15530" actId="12788"/>
        <pc:sldMkLst>
          <pc:docMk/>
          <pc:sldMk cId="1844144220" sldId="419"/>
        </pc:sldMkLst>
      </pc:sldChg>
      <pc:sldChg chg="addSp delSp modSp new mod">
        <pc:chgData name="蕭兆翔" userId="c09afb0b-60c9-45d8-81f2-4d7aa859f4bf" providerId="ADAL" clId="{4854481A-8E19-4E2D-80D3-255FC4688919}" dt="2024-10-15T09:49:37.903" v="15733" actId="1076"/>
        <pc:sldMkLst>
          <pc:docMk/>
          <pc:sldMk cId="374222464" sldId="420"/>
        </pc:sldMkLst>
      </pc:sldChg>
    </pc:docChg>
  </pc:docChgLst>
  <pc:docChgLst>
    <pc:chgData name="蕭兆翔" userId="c09afb0b-60c9-45d8-81f2-4d7aa859f4bf" providerId="ADAL" clId="{6F9FAB1B-BF87-4C86-8CBB-A04DB701A215}"/>
    <pc:docChg chg="undo redo custSel addSld delSld modSld sldOrd delMainMaster">
      <pc:chgData name="蕭兆翔" userId="c09afb0b-60c9-45d8-81f2-4d7aa859f4bf" providerId="ADAL" clId="{6F9FAB1B-BF87-4C86-8CBB-A04DB701A215}" dt="2025-10-29T04:57:39.354" v="1061" actId="14100"/>
      <pc:docMkLst>
        <pc:docMk/>
      </pc:docMkLst>
      <pc:sldChg chg="addSp modSp mod">
        <pc:chgData name="蕭兆翔" userId="c09afb0b-60c9-45d8-81f2-4d7aa859f4bf" providerId="ADAL" clId="{6F9FAB1B-BF87-4C86-8CBB-A04DB701A215}" dt="2025-10-29T04:33:33.601" v="788" actId="1076"/>
        <pc:sldMkLst>
          <pc:docMk/>
          <pc:sldMk cId="1308726338" sldId="317"/>
        </pc:sldMkLst>
        <pc:spChg chg="add mod">
          <ac:chgData name="蕭兆翔" userId="c09afb0b-60c9-45d8-81f2-4d7aa859f4bf" providerId="ADAL" clId="{6F9FAB1B-BF87-4C86-8CBB-A04DB701A215}" dt="2025-10-29T04:33:33.601" v="788" actId="1076"/>
          <ac:spMkLst>
            <pc:docMk/>
            <pc:sldMk cId="1308726338" sldId="317"/>
            <ac:spMk id="3" creationId="{95EC1C88-2621-3288-1343-248EE4D2CC72}"/>
          </ac:spMkLst>
        </pc:spChg>
        <pc:spChg chg="mod">
          <ac:chgData name="蕭兆翔" userId="c09afb0b-60c9-45d8-81f2-4d7aa859f4bf" providerId="ADAL" clId="{6F9FAB1B-BF87-4C86-8CBB-A04DB701A215}" dt="2025-10-29T04:33:19.823" v="783" actId="207"/>
          <ac:spMkLst>
            <pc:docMk/>
            <pc:sldMk cId="1308726338" sldId="317"/>
            <ac:spMk id="4" creationId="{3BD63EA3-90D0-65B1-F25A-B4F27509CA26}"/>
          </ac:spMkLst>
        </pc:spChg>
        <pc:spChg chg="mod">
          <ac:chgData name="蕭兆翔" userId="c09afb0b-60c9-45d8-81f2-4d7aa859f4bf" providerId="ADAL" clId="{6F9FAB1B-BF87-4C86-8CBB-A04DB701A215}" dt="2025-10-29T04:33:14.642" v="782" actId="207"/>
          <ac:spMkLst>
            <pc:docMk/>
            <pc:sldMk cId="1308726338" sldId="317"/>
            <ac:spMk id="6" creationId="{E9CF690B-E90F-D606-6F0C-568B13D24AA6}"/>
          </ac:spMkLst>
        </pc:spChg>
      </pc:sldChg>
      <pc:sldChg chg="addSp delSp modSp mod">
        <pc:chgData name="蕭兆翔" userId="c09afb0b-60c9-45d8-81f2-4d7aa859f4bf" providerId="ADAL" clId="{6F9FAB1B-BF87-4C86-8CBB-A04DB701A215}" dt="2025-10-14T13:17:50.045" v="60" actId="20577"/>
        <pc:sldMkLst>
          <pc:docMk/>
          <pc:sldMk cId="833552698" sldId="378"/>
        </pc:sldMkLst>
        <pc:spChg chg="mod">
          <ac:chgData name="蕭兆翔" userId="c09afb0b-60c9-45d8-81f2-4d7aa859f4bf" providerId="ADAL" clId="{6F9FAB1B-BF87-4C86-8CBB-A04DB701A215}" dt="2025-10-14T13:13:10.861" v="2" actId="1076"/>
          <ac:spMkLst>
            <pc:docMk/>
            <pc:sldMk cId="833552698" sldId="378"/>
            <ac:spMk id="5" creationId="{9A1891F7-E039-B72E-FA95-BE15496FB94A}"/>
          </ac:spMkLst>
        </pc:spChg>
        <pc:spChg chg="mod">
          <ac:chgData name="蕭兆翔" userId="c09afb0b-60c9-45d8-81f2-4d7aa859f4bf" providerId="ADAL" clId="{6F9FAB1B-BF87-4C86-8CBB-A04DB701A215}" dt="2025-10-14T13:13:10.861" v="2" actId="1076"/>
          <ac:spMkLst>
            <pc:docMk/>
            <pc:sldMk cId="833552698" sldId="378"/>
            <ac:spMk id="6" creationId="{DE2A75BE-6CFC-CD48-A6A1-43F111485C72}"/>
          </ac:spMkLst>
        </pc:spChg>
        <pc:spChg chg="mod">
          <ac:chgData name="蕭兆翔" userId="c09afb0b-60c9-45d8-81f2-4d7aa859f4bf" providerId="ADAL" clId="{6F9FAB1B-BF87-4C86-8CBB-A04DB701A215}" dt="2025-10-14T13:13:10.861" v="2" actId="1076"/>
          <ac:spMkLst>
            <pc:docMk/>
            <pc:sldMk cId="833552698" sldId="378"/>
            <ac:spMk id="7" creationId="{673E6680-6426-8319-3778-569ECC0CB999}"/>
          </ac:spMkLst>
        </pc:spChg>
        <pc:spChg chg="mod">
          <ac:chgData name="蕭兆翔" userId="c09afb0b-60c9-45d8-81f2-4d7aa859f4bf" providerId="ADAL" clId="{6F9FAB1B-BF87-4C86-8CBB-A04DB701A215}" dt="2025-10-14T13:17:03.592" v="32" actId="207"/>
          <ac:spMkLst>
            <pc:docMk/>
            <pc:sldMk cId="833552698" sldId="378"/>
            <ac:spMk id="8" creationId="{07D16096-E740-28FF-1D78-336DCD20E195}"/>
          </ac:spMkLst>
        </pc:spChg>
        <pc:spChg chg="mod">
          <ac:chgData name="蕭兆翔" userId="c09afb0b-60c9-45d8-81f2-4d7aa859f4bf" providerId="ADAL" clId="{6F9FAB1B-BF87-4C86-8CBB-A04DB701A215}" dt="2025-10-14T13:13:10.861" v="2" actId="1076"/>
          <ac:spMkLst>
            <pc:docMk/>
            <pc:sldMk cId="833552698" sldId="378"/>
            <ac:spMk id="9" creationId="{6621F37A-A099-99FF-73BD-B2DC47090352}"/>
          </ac:spMkLst>
        </pc:spChg>
        <pc:spChg chg="mod">
          <ac:chgData name="蕭兆翔" userId="c09afb0b-60c9-45d8-81f2-4d7aa859f4bf" providerId="ADAL" clId="{6F9FAB1B-BF87-4C86-8CBB-A04DB701A215}" dt="2025-10-14T13:13:10.861" v="2" actId="1076"/>
          <ac:spMkLst>
            <pc:docMk/>
            <pc:sldMk cId="833552698" sldId="378"/>
            <ac:spMk id="11" creationId="{00C3389C-0418-B4D3-E30F-225B33DF6B7E}"/>
          </ac:spMkLst>
        </pc:spChg>
        <pc:spChg chg="add mod">
          <ac:chgData name="蕭兆翔" userId="c09afb0b-60c9-45d8-81f2-4d7aa859f4bf" providerId="ADAL" clId="{6F9FAB1B-BF87-4C86-8CBB-A04DB701A215}" dt="2025-10-14T13:17:45.273" v="46" actId="1076"/>
          <ac:spMkLst>
            <pc:docMk/>
            <pc:sldMk cId="833552698" sldId="378"/>
            <ac:spMk id="15" creationId="{845F63BA-9EA2-02F7-2480-A4EECEE6F740}"/>
          </ac:spMkLst>
        </pc:spChg>
        <pc:spChg chg="add mod">
          <ac:chgData name="蕭兆翔" userId="c09afb0b-60c9-45d8-81f2-4d7aa859f4bf" providerId="ADAL" clId="{6F9FAB1B-BF87-4C86-8CBB-A04DB701A215}" dt="2025-10-14T13:17:50.045" v="60" actId="20577"/>
          <ac:spMkLst>
            <pc:docMk/>
            <pc:sldMk cId="833552698" sldId="378"/>
            <ac:spMk id="16" creationId="{CB54CDD7-9A2D-3A47-2506-5CACE9B7DAE1}"/>
          </ac:spMkLst>
        </pc:spChg>
      </pc:sldChg>
      <pc:sldChg chg="modSp mod">
        <pc:chgData name="蕭兆翔" userId="c09afb0b-60c9-45d8-81f2-4d7aa859f4bf" providerId="ADAL" clId="{6F9FAB1B-BF87-4C86-8CBB-A04DB701A215}" dt="2025-10-14T13:18:13.135" v="61" actId="207"/>
        <pc:sldMkLst>
          <pc:docMk/>
          <pc:sldMk cId="3849723927" sldId="379"/>
        </pc:sldMkLst>
        <pc:spChg chg="mod">
          <ac:chgData name="蕭兆翔" userId="c09afb0b-60c9-45d8-81f2-4d7aa859f4bf" providerId="ADAL" clId="{6F9FAB1B-BF87-4C86-8CBB-A04DB701A215}" dt="2025-10-14T13:18:13.135" v="61" actId="207"/>
          <ac:spMkLst>
            <pc:docMk/>
            <pc:sldMk cId="3849723927" sldId="379"/>
            <ac:spMk id="8" creationId="{07D16096-E740-28FF-1D78-336DCD20E195}"/>
          </ac:spMkLst>
        </pc:spChg>
      </pc:sldChg>
      <pc:sldChg chg="modSp mod">
        <pc:chgData name="蕭兆翔" userId="c09afb0b-60c9-45d8-81f2-4d7aa859f4bf" providerId="ADAL" clId="{6F9FAB1B-BF87-4C86-8CBB-A04DB701A215}" dt="2025-10-14T13:21:30.905" v="82" actId="1076"/>
        <pc:sldMkLst>
          <pc:docMk/>
          <pc:sldMk cId="629608856" sldId="383"/>
        </pc:sldMkLst>
        <pc:spChg chg="mod">
          <ac:chgData name="蕭兆翔" userId="c09afb0b-60c9-45d8-81f2-4d7aa859f4bf" providerId="ADAL" clId="{6F9FAB1B-BF87-4C86-8CBB-A04DB701A215}" dt="2025-10-14T13:21:30.905" v="82" actId="1076"/>
          <ac:spMkLst>
            <pc:docMk/>
            <pc:sldMk cId="629608856" sldId="383"/>
            <ac:spMk id="6" creationId="{DAA677CC-66E8-DE77-3C5B-E36E95030698}"/>
          </ac:spMkLst>
        </pc:spChg>
      </pc:sldChg>
      <pc:sldChg chg="ord">
        <pc:chgData name="蕭兆翔" userId="c09afb0b-60c9-45d8-81f2-4d7aa859f4bf" providerId="ADAL" clId="{6F9FAB1B-BF87-4C86-8CBB-A04DB701A215}" dt="2025-10-14T13:19:29.866" v="63"/>
        <pc:sldMkLst>
          <pc:docMk/>
          <pc:sldMk cId="925713520" sldId="384"/>
        </pc:sldMkLst>
      </pc:sldChg>
      <pc:sldChg chg="addSp delSp modSp mod setBg">
        <pc:chgData name="蕭兆翔" userId="c09afb0b-60c9-45d8-81f2-4d7aa859f4bf" providerId="ADAL" clId="{6F9FAB1B-BF87-4C86-8CBB-A04DB701A215}" dt="2025-10-29T03:55:48.180" v="434" actId="207"/>
        <pc:sldMkLst>
          <pc:docMk/>
          <pc:sldMk cId="518066897" sldId="385"/>
        </pc:sldMkLst>
        <pc:spChg chg="mod">
          <ac:chgData name="蕭兆翔" userId="c09afb0b-60c9-45d8-81f2-4d7aa859f4bf" providerId="ADAL" clId="{6F9FAB1B-BF87-4C86-8CBB-A04DB701A215}" dt="2025-10-14T13:26:46.259" v="85" actId="20577"/>
          <ac:spMkLst>
            <pc:docMk/>
            <pc:sldMk cId="518066897" sldId="385"/>
            <ac:spMk id="3" creationId="{63F4261D-EBAD-67A2-44A9-9A60F67F8018}"/>
          </ac:spMkLst>
        </pc:spChg>
        <pc:spChg chg="add del">
          <ac:chgData name="蕭兆翔" userId="c09afb0b-60c9-45d8-81f2-4d7aa859f4bf" providerId="ADAL" clId="{6F9FAB1B-BF87-4C86-8CBB-A04DB701A215}" dt="2025-10-29T03:52:56.586" v="376" actId="22"/>
          <ac:spMkLst>
            <pc:docMk/>
            <pc:sldMk cId="518066897" sldId="385"/>
            <ac:spMk id="5" creationId="{43943918-CFC1-5D56-2D53-34D2C7AD1182}"/>
          </ac:spMkLst>
        </pc:spChg>
        <pc:spChg chg="add mod">
          <ac:chgData name="蕭兆翔" userId="c09afb0b-60c9-45d8-81f2-4d7aa859f4bf" providerId="ADAL" clId="{6F9FAB1B-BF87-4C86-8CBB-A04DB701A215}" dt="2025-10-29T03:55:17.906" v="432" actId="1076"/>
          <ac:spMkLst>
            <pc:docMk/>
            <pc:sldMk cId="518066897" sldId="385"/>
            <ac:spMk id="7" creationId="{FBD16382-C679-50E5-4E90-ED415717B00E}"/>
          </ac:spMkLst>
        </pc:spChg>
        <pc:spChg chg="mod">
          <ac:chgData name="蕭兆翔" userId="c09afb0b-60c9-45d8-81f2-4d7aa859f4bf" providerId="ADAL" clId="{6F9FAB1B-BF87-4C86-8CBB-A04DB701A215}" dt="2025-10-29T03:55:48.180" v="434" actId="207"/>
          <ac:spMkLst>
            <pc:docMk/>
            <pc:sldMk cId="518066897" sldId="385"/>
            <ac:spMk id="25" creationId="{69DD9C73-D518-C1F1-8979-165D923B3853}"/>
          </ac:spMkLst>
        </pc:spChg>
        <pc:spChg chg="mod">
          <ac:chgData name="蕭兆翔" userId="c09afb0b-60c9-45d8-81f2-4d7aa859f4bf" providerId="ADAL" clId="{6F9FAB1B-BF87-4C86-8CBB-A04DB701A215}" dt="2025-10-29T03:54:49.324" v="423" actId="1076"/>
          <ac:spMkLst>
            <pc:docMk/>
            <pc:sldMk cId="518066897" sldId="385"/>
            <ac:spMk id="26" creationId="{963E7C86-339E-3AF7-3832-BBD8D40D7D41}"/>
          </ac:spMkLst>
        </pc:spChg>
        <pc:spChg chg="del mod">
          <ac:chgData name="蕭兆翔" userId="c09afb0b-60c9-45d8-81f2-4d7aa859f4bf" providerId="ADAL" clId="{6F9FAB1B-BF87-4C86-8CBB-A04DB701A215}" dt="2025-10-29T03:52:40.854" v="369"/>
          <ac:spMkLst>
            <pc:docMk/>
            <pc:sldMk cId="518066897" sldId="385"/>
            <ac:spMk id="28" creationId="{65B9B48C-1D0F-4674-39F9-00F18D19166F}"/>
          </ac:spMkLst>
        </pc:spChg>
        <pc:spChg chg="mod">
          <ac:chgData name="蕭兆翔" userId="c09afb0b-60c9-45d8-81f2-4d7aa859f4bf" providerId="ADAL" clId="{6F9FAB1B-BF87-4C86-8CBB-A04DB701A215}" dt="2025-10-29T03:54:49.324" v="423" actId="1076"/>
          <ac:spMkLst>
            <pc:docMk/>
            <pc:sldMk cId="518066897" sldId="385"/>
            <ac:spMk id="29" creationId="{2B697610-E5B9-FC6F-307E-2C88E125325A}"/>
          </ac:spMkLst>
        </pc:spChg>
        <pc:spChg chg="mod">
          <ac:chgData name="蕭兆翔" userId="c09afb0b-60c9-45d8-81f2-4d7aa859f4bf" providerId="ADAL" clId="{6F9FAB1B-BF87-4C86-8CBB-A04DB701A215}" dt="2025-10-29T03:54:53.868" v="425" actId="1076"/>
          <ac:spMkLst>
            <pc:docMk/>
            <pc:sldMk cId="518066897" sldId="385"/>
            <ac:spMk id="1049" creationId="{CEFC250B-7A3D-EA9E-6DA7-7D94679B9836}"/>
          </ac:spMkLst>
        </pc:spChg>
        <pc:picChg chg="add mod">
          <ac:chgData name="蕭兆翔" userId="c09afb0b-60c9-45d8-81f2-4d7aa859f4bf" providerId="ADAL" clId="{6F9FAB1B-BF87-4C86-8CBB-A04DB701A215}" dt="2025-10-29T03:54:57.684" v="427" actId="1076"/>
          <ac:picMkLst>
            <pc:docMk/>
            <pc:sldMk cId="518066897" sldId="385"/>
            <ac:picMk id="6" creationId="{979D5A24-3E75-E603-04A1-9E092B7530C9}"/>
          </ac:picMkLst>
        </pc:picChg>
      </pc:sldChg>
      <pc:sldChg chg="addSp delSp modSp mod">
        <pc:chgData name="蕭兆翔" userId="c09afb0b-60c9-45d8-81f2-4d7aa859f4bf" providerId="ADAL" clId="{6F9FAB1B-BF87-4C86-8CBB-A04DB701A215}" dt="2025-10-29T04:02:50.056" v="522" actId="207"/>
        <pc:sldMkLst>
          <pc:docMk/>
          <pc:sldMk cId="1299899475" sldId="387"/>
        </pc:sldMkLst>
        <pc:spChg chg="del mod">
          <ac:chgData name="蕭兆翔" userId="c09afb0b-60c9-45d8-81f2-4d7aa859f4bf" providerId="ADAL" clId="{6F9FAB1B-BF87-4C86-8CBB-A04DB701A215}" dt="2025-10-29T03:58:55.078" v="451"/>
          <ac:spMkLst>
            <pc:docMk/>
            <pc:sldMk cId="1299899475" sldId="387"/>
            <ac:spMk id="4" creationId="{AF0764F5-CA0F-0B27-554C-05967429EBB3}"/>
          </ac:spMkLst>
        </pc:spChg>
        <pc:spChg chg="add mod">
          <ac:chgData name="蕭兆翔" userId="c09afb0b-60c9-45d8-81f2-4d7aa859f4bf" providerId="ADAL" clId="{6F9FAB1B-BF87-4C86-8CBB-A04DB701A215}" dt="2025-10-29T04:02:26.149" v="517" actId="1076"/>
          <ac:spMkLst>
            <pc:docMk/>
            <pc:sldMk cId="1299899475" sldId="387"/>
            <ac:spMk id="5" creationId="{8F2297DF-DEFC-66C8-9B53-3B7A601819B8}"/>
          </ac:spMkLst>
        </pc:spChg>
        <pc:spChg chg="add mod">
          <ac:chgData name="蕭兆翔" userId="c09afb0b-60c9-45d8-81f2-4d7aa859f4bf" providerId="ADAL" clId="{6F9FAB1B-BF87-4C86-8CBB-A04DB701A215}" dt="2025-10-29T04:02:26.149" v="517" actId="1076"/>
          <ac:spMkLst>
            <pc:docMk/>
            <pc:sldMk cId="1299899475" sldId="387"/>
            <ac:spMk id="6" creationId="{9AF595EA-CECC-14BD-51C1-4823CADBC678}"/>
          </ac:spMkLst>
        </pc:spChg>
        <pc:spChg chg="mod">
          <ac:chgData name="蕭兆翔" userId="c09afb0b-60c9-45d8-81f2-4d7aa859f4bf" providerId="ADAL" clId="{6F9FAB1B-BF87-4C86-8CBB-A04DB701A215}" dt="2025-10-29T04:02:50.056" v="522" actId="207"/>
          <ac:spMkLst>
            <pc:docMk/>
            <pc:sldMk cId="1299899475" sldId="387"/>
            <ac:spMk id="25" creationId="{69DD9C73-D518-C1F1-8979-165D923B3853}"/>
          </ac:spMkLst>
        </pc:spChg>
        <pc:spChg chg="del">
          <ac:chgData name="蕭兆翔" userId="c09afb0b-60c9-45d8-81f2-4d7aa859f4bf" providerId="ADAL" clId="{6F9FAB1B-BF87-4C86-8CBB-A04DB701A215}" dt="2025-10-29T03:58:13.092" v="435" actId="478"/>
          <ac:spMkLst>
            <pc:docMk/>
            <pc:sldMk cId="1299899475" sldId="387"/>
            <ac:spMk id="26" creationId="{963E7C86-339E-3AF7-3832-BBD8D40D7D41}"/>
          </ac:spMkLst>
        </pc:spChg>
        <pc:spChg chg="del">
          <ac:chgData name="蕭兆翔" userId="c09afb0b-60c9-45d8-81f2-4d7aa859f4bf" providerId="ADAL" clId="{6F9FAB1B-BF87-4C86-8CBB-A04DB701A215}" dt="2025-10-29T03:58:14.334" v="436" actId="478"/>
          <ac:spMkLst>
            <pc:docMk/>
            <pc:sldMk cId="1299899475" sldId="387"/>
            <ac:spMk id="28" creationId="{65B9B48C-1D0F-4674-39F9-00F18D19166F}"/>
          </ac:spMkLst>
        </pc:spChg>
        <pc:spChg chg="del">
          <ac:chgData name="蕭兆翔" userId="c09afb0b-60c9-45d8-81f2-4d7aa859f4bf" providerId="ADAL" clId="{6F9FAB1B-BF87-4C86-8CBB-A04DB701A215}" dt="2025-10-29T03:58:13.092" v="435" actId="478"/>
          <ac:spMkLst>
            <pc:docMk/>
            <pc:sldMk cId="1299899475" sldId="387"/>
            <ac:spMk id="29" creationId="{2B697610-E5B9-FC6F-307E-2C88E125325A}"/>
          </ac:spMkLst>
        </pc:spChg>
        <pc:graphicFrameChg chg="add mod modGraphic">
          <ac:chgData name="蕭兆翔" userId="c09afb0b-60c9-45d8-81f2-4d7aa859f4bf" providerId="ADAL" clId="{6F9FAB1B-BF87-4C86-8CBB-A04DB701A215}" dt="2025-10-29T04:02:30.160" v="518" actId="1076"/>
          <ac:graphicFrameMkLst>
            <pc:docMk/>
            <pc:sldMk cId="1299899475" sldId="387"/>
            <ac:graphicFrameMk id="7" creationId="{F8E66176-DA0A-A9DF-2974-3583EBB737A2}"/>
          </ac:graphicFrameMkLst>
        </pc:graphicFrameChg>
        <pc:graphicFrameChg chg="add mod modGraphic">
          <ac:chgData name="蕭兆翔" userId="c09afb0b-60c9-45d8-81f2-4d7aa859f4bf" providerId="ADAL" clId="{6F9FAB1B-BF87-4C86-8CBB-A04DB701A215}" dt="2025-10-29T04:02:30.160" v="518" actId="1076"/>
          <ac:graphicFrameMkLst>
            <pc:docMk/>
            <pc:sldMk cId="1299899475" sldId="387"/>
            <ac:graphicFrameMk id="8" creationId="{D1E75693-9F4A-041F-8EC4-891A3A36D662}"/>
          </ac:graphicFrameMkLst>
        </pc:graphicFrameChg>
        <pc:graphicFrameChg chg="add mod modGraphic">
          <ac:chgData name="蕭兆翔" userId="c09afb0b-60c9-45d8-81f2-4d7aa859f4bf" providerId="ADAL" clId="{6F9FAB1B-BF87-4C86-8CBB-A04DB701A215}" dt="2025-10-29T04:02:30.160" v="518" actId="1076"/>
          <ac:graphicFrameMkLst>
            <pc:docMk/>
            <pc:sldMk cId="1299899475" sldId="387"/>
            <ac:graphicFrameMk id="9" creationId="{04DC2EB3-43DD-F9C6-A7E3-13BD08825102}"/>
          </ac:graphicFrameMkLst>
        </pc:graphicFrameChg>
      </pc:sldChg>
      <pc:sldChg chg="addSp modSp mod">
        <pc:chgData name="蕭兆翔" userId="c09afb0b-60c9-45d8-81f2-4d7aa859f4bf" providerId="ADAL" clId="{6F9FAB1B-BF87-4C86-8CBB-A04DB701A215}" dt="2025-10-29T04:06:51.035" v="539" actId="1076"/>
        <pc:sldMkLst>
          <pc:docMk/>
          <pc:sldMk cId="3158669101" sldId="389"/>
        </pc:sldMkLst>
        <pc:spChg chg="add mod">
          <ac:chgData name="蕭兆翔" userId="c09afb0b-60c9-45d8-81f2-4d7aa859f4bf" providerId="ADAL" clId="{6F9FAB1B-BF87-4C86-8CBB-A04DB701A215}" dt="2025-10-29T04:06:51.035" v="539" actId="1076"/>
          <ac:spMkLst>
            <pc:docMk/>
            <pc:sldMk cId="3158669101" sldId="389"/>
            <ac:spMk id="4" creationId="{DFB0AF33-94CD-C942-F3E3-0DDFF9C51965}"/>
          </ac:spMkLst>
        </pc:spChg>
      </pc:sldChg>
      <pc:sldChg chg="addSp modSp mod">
        <pc:chgData name="蕭兆翔" userId="c09afb0b-60c9-45d8-81f2-4d7aa859f4bf" providerId="ADAL" clId="{6F9FAB1B-BF87-4C86-8CBB-A04DB701A215}" dt="2025-10-29T04:05:35.370" v="534" actId="14100"/>
        <pc:sldMkLst>
          <pc:docMk/>
          <pc:sldMk cId="1190195857" sldId="390"/>
        </pc:sldMkLst>
        <pc:spChg chg="add mod">
          <ac:chgData name="蕭兆翔" userId="c09afb0b-60c9-45d8-81f2-4d7aa859f4bf" providerId="ADAL" clId="{6F9FAB1B-BF87-4C86-8CBB-A04DB701A215}" dt="2025-10-29T04:05:35.370" v="534" actId="14100"/>
          <ac:spMkLst>
            <pc:docMk/>
            <pc:sldMk cId="1190195857" sldId="390"/>
            <ac:spMk id="5" creationId="{3F12D217-B201-19CC-BA26-31A2ACDF5493}"/>
          </ac:spMkLst>
        </pc:spChg>
      </pc:sldChg>
      <pc:sldChg chg="addSp modSp mod">
        <pc:chgData name="蕭兆翔" userId="c09afb0b-60c9-45d8-81f2-4d7aa859f4bf" providerId="ADAL" clId="{6F9FAB1B-BF87-4C86-8CBB-A04DB701A215}" dt="2025-10-29T04:57:39.354" v="1061" actId="14100"/>
        <pc:sldMkLst>
          <pc:docMk/>
          <pc:sldMk cId="3661037127" sldId="395"/>
        </pc:sldMkLst>
        <pc:spChg chg="mod">
          <ac:chgData name="蕭兆翔" userId="c09afb0b-60c9-45d8-81f2-4d7aa859f4bf" providerId="ADAL" clId="{6F9FAB1B-BF87-4C86-8CBB-A04DB701A215}" dt="2025-10-29T04:57:01.282" v="1055" actId="13926"/>
          <ac:spMkLst>
            <pc:docMk/>
            <pc:sldMk cId="3661037127" sldId="395"/>
            <ac:spMk id="2" creationId="{DA472428-308F-84FA-07D6-71D4722FC112}"/>
          </ac:spMkLst>
        </pc:spChg>
        <pc:spChg chg="mod">
          <ac:chgData name="蕭兆翔" userId="c09afb0b-60c9-45d8-81f2-4d7aa859f4bf" providerId="ADAL" clId="{6F9FAB1B-BF87-4C86-8CBB-A04DB701A215}" dt="2025-10-29T04:37:21.020" v="842" actId="1076"/>
          <ac:spMkLst>
            <pc:docMk/>
            <pc:sldMk cId="3661037127" sldId="395"/>
            <ac:spMk id="6" creationId="{4722B1F7-06C4-A02A-0F6B-D31D002ACA41}"/>
          </ac:spMkLst>
        </pc:spChg>
        <pc:spChg chg="add mod">
          <ac:chgData name="蕭兆翔" userId="c09afb0b-60c9-45d8-81f2-4d7aa859f4bf" providerId="ADAL" clId="{6F9FAB1B-BF87-4C86-8CBB-A04DB701A215}" dt="2025-10-29T04:37:17.828" v="841" actId="1076"/>
          <ac:spMkLst>
            <pc:docMk/>
            <pc:sldMk cId="3661037127" sldId="395"/>
            <ac:spMk id="8" creationId="{79D6ED1F-103E-5922-754E-DFB02FBE5802}"/>
          </ac:spMkLst>
        </pc:spChg>
        <pc:spChg chg="add mod">
          <ac:chgData name="蕭兆翔" userId="c09afb0b-60c9-45d8-81f2-4d7aa859f4bf" providerId="ADAL" clId="{6F9FAB1B-BF87-4C86-8CBB-A04DB701A215}" dt="2025-10-29T04:43:06.675" v="878" actId="1076"/>
          <ac:spMkLst>
            <pc:docMk/>
            <pc:sldMk cId="3661037127" sldId="395"/>
            <ac:spMk id="9" creationId="{F1137A0E-96B2-1546-30CF-5E9A410E432F}"/>
          </ac:spMkLst>
        </pc:spChg>
        <pc:spChg chg="add mod">
          <ac:chgData name="蕭兆翔" userId="c09afb0b-60c9-45d8-81f2-4d7aa859f4bf" providerId="ADAL" clId="{6F9FAB1B-BF87-4C86-8CBB-A04DB701A215}" dt="2025-10-29T04:43:11.126" v="881" actId="207"/>
          <ac:spMkLst>
            <pc:docMk/>
            <pc:sldMk cId="3661037127" sldId="395"/>
            <ac:spMk id="14" creationId="{3E1CA23D-D682-67D2-EF58-B1523D5F3CF3}"/>
          </ac:spMkLst>
        </pc:spChg>
        <pc:spChg chg="mod">
          <ac:chgData name="蕭兆翔" userId="c09afb0b-60c9-45d8-81f2-4d7aa859f4bf" providerId="ADAL" clId="{6F9FAB1B-BF87-4C86-8CBB-A04DB701A215}" dt="2025-10-29T04:57:39.354" v="1061" actId="14100"/>
          <ac:spMkLst>
            <pc:docMk/>
            <pc:sldMk cId="3661037127" sldId="395"/>
            <ac:spMk id="31" creationId="{802FA105-E669-BC35-362F-11598FADCE56}"/>
          </ac:spMkLst>
        </pc:spChg>
        <pc:spChg chg="mod">
          <ac:chgData name="蕭兆翔" userId="c09afb0b-60c9-45d8-81f2-4d7aa859f4bf" providerId="ADAL" clId="{6F9FAB1B-BF87-4C86-8CBB-A04DB701A215}" dt="2025-10-29T04:57:35.396" v="1060" actId="1076"/>
          <ac:spMkLst>
            <pc:docMk/>
            <pc:sldMk cId="3661037127" sldId="395"/>
            <ac:spMk id="32" creationId="{27C2EB12-88C8-7F03-430C-A91B8ECEB68C}"/>
          </ac:spMkLst>
        </pc:spChg>
        <pc:graphicFrameChg chg="modGraphic">
          <ac:chgData name="蕭兆翔" userId="c09afb0b-60c9-45d8-81f2-4d7aa859f4bf" providerId="ADAL" clId="{6F9FAB1B-BF87-4C86-8CBB-A04DB701A215}" dt="2025-10-29T04:57:16.958" v="1056" actId="207"/>
          <ac:graphicFrameMkLst>
            <pc:docMk/>
            <pc:sldMk cId="3661037127" sldId="395"/>
            <ac:graphicFrameMk id="5" creationId="{06947508-179C-D27E-31DC-DDECBD84B71B}"/>
          </ac:graphicFrameMkLst>
        </pc:graphicFrameChg>
        <pc:graphicFrameChg chg="mod ord modGraphic">
          <ac:chgData name="蕭兆翔" userId="c09afb0b-60c9-45d8-81f2-4d7aa859f4bf" providerId="ADAL" clId="{6F9FAB1B-BF87-4C86-8CBB-A04DB701A215}" dt="2025-10-29T04:42:23.994" v="874" actId="207"/>
          <ac:graphicFrameMkLst>
            <pc:docMk/>
            <pc:sldMk cId="3661037127" sldId="395"/>
            <ac:graphicFrameMk id="12" creationId="{DC100970-19F5-1C01-C31C-D29DF48FF8E8}"/>
          </ac:graphicFrameMkLst>
        </pc:graphicFrameChg>
        <pc:graphicFrameChg chg="mod ord modGraphic">
          <ac:chgData name="蕭兆翔" userId="c09afb0b-60c9-45d8-81f2-4d7aa859f4bf" providerId="ADAL" clId="{6F9FAB1B-BF87-4C86-8CBB-A04DB701A215}" dt="2025-10-29T04:41:08.573" v="862" actId="1076"/>
          <ac:graphicFrameMkLst>
            <pc:docMk/>
            <pc:sldMk cId="3661037127" sldId="395"/>
            <ac:graphicFrameMk id="13" creationId="{26ABA120-AD74-B2A0-4902-CA97602EFFE4}"/>
          </ac:graphicFrameMkLst>
        </pc:graphicFrameChg>
        <pc:graphicFrameChg chg="modGraphic">
          <ac:chgData name="蕭兆翔" userId="c09afb0b-60c9-45d8-81f2-4d7aa859f4bf" providerId="ADAL" clId="{6F9FAB1B-BF87-4C86-8CBB-A04DB701A215}" dt="2025-10-29T04:57:18.912" v="1057" actId="207"/>
          <ac:graphicFrameMkLst>
            <pc:docMk/>
            <pc:sldMk cId="3661037127" sldId="395"/>
            <ac:graphicFrameMk id="19" creationId="{A78A02D8-635E-6650-2780-E2C34D056FAF}"/>
          </ac:graphicFrameMkLst>
        </pc:graphicFrameChg>
        <pc:graphicFrameChg chg="mod ord modGraphic">
          <ac:chgData name="蕭兆翔" userId="c09afb0b-60c9-45d8-81f2-4d7aa859f4bf" providerId="ADAL" clId="{6F9FAB1B-BF87-4C86-8CBB-A04DB701A215}" dt="2025-10-29T04:42:06.682" v="873" actId="1076"/>
          <ac:graphicFrameMkLst>
            <pc:docMk/>
            <pc:sldMk cId="3661037127" sldId="395"/>
            <ac:graphicFrameMk id="27" creationId="{A4D4F618-2705-F329-1603-04634651021E}"/>
          </ac:graphicFrameMkLst>
        </pc:graphicFrameChg>
        <pc:graphicFrameChg chg="mod ord modGraphic">
          <ac:chgData name="蕭兆翔" userId="c09afb0b-60c9-45d8-81f2-4d7aa859f4bf" providerId="ADAL" clId="{6F9FAB1B-BF87-4C86-8CBB-A04DB701A215}" dt="2025-10-29T04:41:50.425" v="868" actId="1076"/>
          <ac:graphicFrameMkLst>
            <pc:docMk/>
            <pc:sldMk cId="3661037127" sldId="395"/>
            <ac:graphicFrameMk id="28" creationId="{4CFB1519-CC9E-3A27-3255-6F3422B642B7}"/>
          </ac:graphicFrameMkLst>
        </pc:graphicFrameChg>
      </pc:sldChg>
      <pc:sldChg chg="modSp">
        <pc:chgData name="蕭兆翔" userId="c09afb0b-60c9-45d8-81f2-4d7aa859f4bf" providerId="ADAL" clId="{6F9FAB1B-BF87-4C86-8CBB-A04DB701A215}" dt="2025-10-14T13:38:32.690" v="87" actId="1076"/>
        <pc:sldMkLst>
          <pc:docMk/>
          <pc:sldMk cId="4223565042" sldId="396"/>
        </pc:sldMkLst>
        <pc:picChg chg="mod">
          <ac:chgData name="蕭兆翔" userId="c09afb0b-60c9-45d8-81f2-4d7aa859f4bf" providerId="ADAL" clId="{6F9FAB1B-BF87-4C86-8CBB-A04DB701A215}" dt="2025-10-14T13:38:32.690" v="87" actId="1076"/>
          <ac:picMkLst>
            <pc:docMk/>
            <pc:sldMk cId="4223565042" sldId="396"/>
            <ac:picMk id="4" creationId="{8AC011B5-45FC-B11E-38E1-FD70ECA6507E}"/>
          </ac:picMkLst>
        </pc:picChg>
      </pc:sldChg>
      <pc:sldChg chg="modSp mod">
        <pc:chgData name="蕭兆翔" userId="c09afb0b-60c9-45d8-81f2-4d7aa859f4bf" providerId="ADAL" clId="{6F9FAB1B-BF87-4C86-8CBB-A04DB701A215}" dt="2025-10-29T04:12:13.493" v="567" actId="14100"/>
        <pc:sldMkLst>
          <pc:docMk/>
          <pc:sldMk cId="1449316844" sldId="401"/>
        </pc:sldMkLst>
        <pc:spChg chg="mod">
          <ac:chgData name="蕭兆翔" userId="c09afb0b-60c9-45d8-81f2-4d7aa859f4bf" providerId="ADAL" clId="{6F9FAB1B-BF87-4C86-8CBB-A04DB701A215}" dt="2025-10-29T04:12:13.493" v="567" actId="14100"/>
          <ac:spMkLst>
            <pc:docMk/>
            <pc:sldMk cId="1449316844" sldId="401"/>
            <ac:spMk id="44" creationId="{7B958AFA-4758-EFFB-BC8D-4429D758ACA7}"/>
          </ac:spMkLst>
        </pc:spChg>
        <pc:graphicFrameChg chg="modGraphic">
          <ac:chgData name="蕭兆翔" userId="c09afb0b-60c9-45d8-81f2-4d7aa859f4bf" providerId="ADAL" clId="{6F9FAB1B-BF87-4C86-8CBB-A04DB701A215}" dt="2025-10-29T04:11:52.873" v="545" actId="207"/>
          <ac:graphicFrameMkLst>
            <pc:docMk/>
            <pc:sldMk cId="1449316844" sldId="401"/>
            <ac:graphicFrameMk id="32" creationId="{E5D51063-568E-4153-8D9A-4D25A4E6C220}"/>
          </ac:graphicFrameMkLst>
        </pc:graphicFrameChg>
      </pc:sldChg>
      <pc:sldChg chg="addSp delSp modSp mod">
        <pc:chgData name="蕭兆翔" userId="c09afb0b-60c9-45d8-81f2-4d7aa859f4bf" providerId="ADAL" clId="{6F9FAB1B-BF87-4C86-8CBB-A04DB701A215}" dt="2025-10-29T04:56:56.136" v="1054" actId="13926"/>
        <pc:sldMkLst>
          <pc:docMk/>
          <pc:sldMk cId="1051543515" sldId="402"/>
        </pc:sldMkLst>
        <pc:spChg chg="mod">
          <ac:chgData name="蕭兆翔" userId="c09afb0b-60c9-45d8-81f2-4d7aa859f4bf" providerId="ADAL" clId="{6F9FAB1B-BF87-4C86-8CBB-A04DB701A215}" dt="2025-10-29T04:56:56.136" v="1054" actId="13926"/>
          <ac:spMkLst>
            <pc:docMk/>
            <pc:sldMk cId="1051543515" sldId="402"/>
            <ac:spMk id="2" creationId="{DA472428-308F-84FA-07D6-71D4722FC112}"/>
          </ac:spMkLst>
        </pc:spChg>
        <pc:spChg chg="add mod">
          <ac:chgData name="蕭兆翔" userId="c09afb0b-60c9-45d8-81f2-4d7aa859f4bf" providerId="ADAL" clId="{6F9FAB1B-BF87-4C86-8CBB-A04DB701A215}" dt="2025-10-29T04:45:45.370" v="909" actId="1076"/>
          <ac:spMkLst>
            <pc:docMk/>
            <pc:sldMk cId="1051543515" sldId="402"/>
            <ac:spMk id="4" creationId="{F72EE476-D628-4645-D7F0-65B0B9D25E02}"/>
          </ac:spMkLst>
        </pc:spChg>
        <pc:spChg chg="add mod">
          <ac:chgData name="蕭兆翔" userId="c09afb0b-60c9-45d8-81f2-4d7aa859f4bf" providerId="ADAL" clId="{6F9FAB1B-BF87-4C86-8CBB-A04DB701A215}" dt="2025-10-29T04:46:59.354" v="917" actId="1076"/>
          <ac:spMkLst>
            <pc:docMk/>
            <pc:sldMk cId="1051543515" sldId="402"/>
            <ac:spMk id="5" creationId="{80AB82D1-5020-3EA9-CC49-B88D22089C67}"/>
          </ac:spMkLst>
        </pc:spChg>
        <pc:spChg chg="add mod">
          <ac:chgData name="蕭兆翔" userId="c09afb0b-60c9-45d8-81f2-4d7aa859f4bf" providerId="ADAL" clId="{6F9FAB1B-BF87-4C86-8CBB-A04DB701A215}" dt="2025-10-29T04:46:55.706" v="916" actId="1076"/>
          <ac:spMkLst>
            <pc:docMk/>
            <pc:sldMk cId="1051543515" sldId="402"/>
            <ac:spMk id="8" creationId="{DB22075A-201B-825F-0925-C7F07FA8ABD9}"/>
          </ac:spMkLst>
        </pc:spChg>
        <pc:spChg chg="add mod">
          <ac:chgData name="蕭兆翔" userId="c09afb0b-60c9-45d8-81f2-4d7aa859f4bf" providerId="ADAL" clId="{6F9FAB1B-BF87-4C86-8CBB-A04DB701A215}" dt="2025-10-29T04:47:53.668" v="941" actId="1076"/>
          <ac:spMkLst>
            <pc:docMk/>
            <pc:sldMk cId="1051543515" sldId="402"/>
            <ac:spMk id="9" creationId="{02081077-6CEF-402D-6959-EA239065133E}"/>
          </ac:spMkLst>
        </pc:spChg>
        <pc:spChg chg="add mod">
          <ac:chgData name="蕭兆翔" userId="c09afb0b-60c9-45d8-81f2-4d7aa859f4bf" providerId="ADAL" clId="{6F9FAB1B-BF87-4C86-8CBB-A04DB701A215}" dt="2025-10-29T04:49:00.906" v="946" actId="1076"/>
          <ac:spMkLst>
            <pc:docMk/>
            <pc:sldMk cId="1051543515" sldId="402"/>
            <ac:spMk id="11" creationId="{0D8A39E3-AE39-D640-94CC-3ABDCB2E9D9F}"/>
          </ac:spMkLst>
        </pc:spChg>
        <pc:spChg chg="add mod">
          <ac:chgData name="蕭兆翔" userId="c09afb0b-60c9-45d8-81f2-4d7aa859f4bf" providerId="ADAL" clId="{6F9FAB1B-BF87-4C86-8CBB-A04DB701A215}" dt="2025-10-29T04:49:10.560" v="953" actId="1036"/>
          <ac:spMkLst>
            <pc:docMk/>
            <pc:sldMk cId="1051543515" sldId="402"/>
            <ac:spMk id="13" creationId="{21A44653-8510-6F8A-5DC4-88EF51BE90BF}"/>
          </ac:spMkLst>
        </pc:spChg>
        <pc:spChg chg="add mod">
          <ac:chgData name="蕭兆翔" userId="c09afb0b-60c9-45d8-81f2-4d7aa859f4bf" providerId="ADAL" clId="{6F9FAB1B-BF87-4C86-8CBB-A04DB701A215}" dt="2025-10-29T04:49:21.926" v="957" actId="20577"/>
          <ac:spMkLst>
            <pc:docMk/>
            <pc:sldMk cId="1051543515" sldId="402"/>
            <ac:spMk id="22" creationId="{5AF1C150-3DF3-49C0-B8AA-AD7208BCEE34}"/>
          </ac:spMkLst>
        </pc:spChg>
        <pc:spChg chg="add mod">
          <ac:chgData name="蕭兆翔" userId="c09afb0b-60c9-45d8-81f2-4d7aa859f4bf" providerId="ADAL" clId="{6F9FAB1B-BF87-4C86-8CBB-A04DB701A215}" dt="2025-10-29T04:49:30.429" v="959" actId="1076"/>
          <ac:spMkLst>
            <pc:docMk/>
            <pc:sldMk cId="1051543515" sldId="402"/>
            <ac:spMk id="25" creationId="{371D719A-6C0E-6162-01D8-E84D6556825E}"/>
          </ac:spMkLst>
        </pc:spChg>
        <pc:spChg chg="add del mod">
          <ac:chgData name="蕭兆翔" userId="c09afb0b-60c9-45d8-81f2-4d7aa859f4bf" providerId="ADAL" clId="{6F9FAB1B-BF87-4C86-8CBB-A04DB701A215}" dt="2025-10-29T04:49:53.167" v="962" actId="478"/>
          <ac:spMkLst>
            <pc:docMk/>
            <pc:sldMk cId="1051543515" sldId="402"/>
            <ac:spMk id="26" creationId="{83C47050-8D11-80E0-DA96-A3A86F0757D4}"/>
          </ac:spMkLst>
        </pc:spChg>
        <pc:spChg chg="add mod">
          <ac:chgData name="蕭兆翔" userId="c09afb0b-60c9-45d8-81f2-4d7aa859f4bf" providerId="ADAL" clId="{6F9FAB1B-BF87-4C86-8CBB-A04DB701A215}" dt="2025-10-29T04:50:01.838" v="965" actId="1076"/>
          <ac:spMkLst>
            <pc:docMk/>
            <pc:sldMk cId="1051543515" sldId="402"/>
            <ac:spMk id="27" creationId="{938C418F-54CF-AA65-41E0-FFBC13DE7338}"/>
          </ac:spMkLst>
        </pc:spChg>
        <pc:spChg chg="add mod">
          <ac:chgData name="蕭兆翔" userId="c09afb0b-60c9-45d8-81f2-4d7aa859f4bf" providerId="ADAL" clId="{6F9FAB1B-BF87-4C86-8CBB-A04DB701A215}" dt="2025-10-29T04:50:09.460" v="967" actId="1076"/>
          <ac:spMkLst>
            <pc:docMk/>
            <pc:sldMk cId="1051543515" sldId="402"/>
            <ac:spMk id="28" creationId="{0CA0EF83-6C4B-4D7C-6158-8281F90DAC13}"/>
          </ac:spMkLst>
        </pc:spChg>
        <pc:graphicFrameChg chg="add mod">
          <ac:chgData name="蕭兆翔" userId="c09afb0b-60c9-45d8-81f2-4d7aa859f4bf" providerId="ADAL" clId="{6F9FAB1B-BF87-4C86-8CBB-A04DB701A215}" dt="2025-10-29T04:55:12.433" v="1025" actId="1076"/>
          <ac:graphicFrameMkLst>
            <pc:docMk/>
            <pc:sldMk cId="1051543515" sldId="402"/>
            <ac:graphicFrameMk id="36" creationId="{8E016BF9-EBC3-DD64-F17D-D4425DC2F150}"/>
          </ac:graphicFrameMkLst>
        </pc:graphicFrameChg>
        <pc:graphicFrameChg chg="del">
          <ac:chgData name="蕭兆翔" userId="c09afb0b-60c9-45d8-81f2-4d7aa859f4bf" providerId="ADAL" clId="{6F9FAB1B-BF87-4C86-8CBB-A04DB701A215}" dt="2025-10-29T04:55:07.323" v="1023" actId="478"/>
          <ac:graphicFrameMkLst>
            <pc:docMk/>
            <pc:sldMk cId="1051543515" sldId="402"/>
            <ac:graphicFrameMk id="74" creationId="{05A039D2-1F95-5DE6-E389-73874B1262D7}"/>
          </ac:graphicFrameMkLst>
        </pc:graphicFrameChg>
        <pc:cxnChg chg="mod">
          <ac:chgData name="蕭兆翔" userId="c09afb0b-60c9-45d8-81f2-4d7aa859f4bf" providerId="ADAL" clId="{6F9FAB1B-BF87-4C86-8CBB-A04DB701A215}" dt="2025-10-29T04:48:33.054" v="943" actId="693"/>
          <ac:cxnSpMkLst>
            <pc:docMk/>
            <pc:sldMk cId="1051543515" sldId="402"/>
            <ac:cxnSpMk id="39" creationId="{6CC03D90-5E6E-62E9-1936-115CB2D1EA1D}"/>
          </ac:cxnSpMkLst>
        </pc:cxnChg>
        <pc:cxnChg chg="mod">
          <ac:chgData name="蕭兆翔" userId="c09afb0b-60c9-45d8-81f2-4d7aa859f4bf" providerId="ADAL" clId="{6F9FAB1B-BF87-4C86-8CBB-A04DB701A215}" dt="2025-10-29T04:48:21.451" v="942" actId="693"/>
          <ac:cxnSpMkLst>
            <pc:docMk/>
            <pc:sldMk cId="1051543515" sldId="402"/>
            <ac:cxnSpMk id="41" creationId="{C972B39A-2761-EF12-FE97-04F0BD11B702}"/>
          </ac:cxnSpMkLst>
        </pc:cxnChg>
      </pc:sldChg>
      <pc:sldChg chg="addSp delSp modSp mod">
        <pc:chgData name="蕭兆翔" userId="c09afb0b-60c9-45d8-81f2-4d7aa859f4bf" providerId="ADAL" clId="{6F9FAB1B-BF87-4C86-8CBB-A04DB701A215}" dt="2025-10-29T04:56:52.002" v="1053" actId="13926"/>
        <pc:sldMkLst>
          <pc:docMk/>
          <pc:sldMk cId="215223070" sldId="403"/>
        </pc:sldMkLst>
        <pc:spChg chg="mod">
          <ac:chgData name="蕭兆翔" userId="c09afb0b-60c9-45d8-81f2-4d7aa859f4bf" providerId="ADAL" clId="{6F9FAB1B-BF87-4C86-8CBB-A04DB701A215}" dt="2025-10-29T04:56:52.002" v="1053" actId="13926"/>
          <ac:spMkLst>
            <pc:docMk/>
            <pc:sldMk cId="215223070" sldId="403"/>
            <ac:spMk id="2" creationId="{DA472428-308F-84FA-07D6-71D4722FC112}"/>
          </ac:spMkLst>
        </pc:spChg>
        <pc:spChg chg="add mod">
          <ac:chgData name="蕭兆翔" userId="c09afb0b-60c9-45d8-81f2-4d7aa859f4bf" providerId="ADAL" clId="{6F9FAB1B-BF87-4C86-8CBB-A04DB701A215}" dt="2025-10-29T04:52:14.562" v="976" actId="1076"/>
          <ac:spMkLst>
            <pc:docMk/>
            <pc:sldMk cId="215223070" sldId="403"/>
            <ac:spMk id="5" creationId="{477A6E88-61F3-322E-4117-F0661668160B}"/>
          </ac:spMkLst>
        </pc:spChg>
        <pc:spChg chg="add mod">
          <ac:chgData name="蕭兆翔" userId="c09afb0b-60c9-45d8-81f2-4d7aa859f4bf" providerId="ADAL" clId="{6F9FAB1B-BF87-4C86-8CBB-A04DB701A215}" dt="2025-10-29T04:52:14.562" v="976" actId="1076"/>
          <ac:spMkLst>
            <pc:docMk/>
            <pc:sldMk cId="215223070" sldId="403"/>
            <ac:spMk id="6" creationId="{1824FEE0-BA88-CD1A-35D9-A964D04E8080}"/>
          </ac:spMkLst>
        </pc:spChg>
        <pc:spChg chg="add mod">
          <ac:chgData name="蕭兆翔" userId="c09afb0b-60c9-45d8-81f2-4d7aa859f4bf" providerId="ADAL" clId="{6F9FAB1B-BF87-4C86-8CBB-A04DB701A215}" dt="2025-10-29T04:52:36.296" v="987" actId="20577"/>
          <ac:spMkLst>
            <pc:docMk/>
            <pc:sldMk cId="215223070" sldId="403"/>
            <ac:spMk id="7" creationId="{8E1E47EB-F3C7-3979-2936-12277A2A40C1}"/>
          </ac:spMkLst>
        </pc:spChg>
        <pc:spChg chg="mod">
          <ac:chgData name="蕭兆翔" userId="c09afb0b-60c9-45d8-81f2-4d7aa859f4bf" providerId="ADAL" clId="{6F9FAB1B-BF87-4C86-8CBB-A04DB701A215}" dt="2025-10-29T04:51:56.388" v="968" actId="1076"/>
          <ac:spMkLst>
            <pc:docMk/>
            <pc:sldMk cId="215223070" sldId="403"/>
            <ac:spMk id="14" creationId="{C92DF276-4D54-F1A2-0D6F-F56E397C509D}"/>
          </ac:spMkLst>
        </pc:spChg>
        <pc:spChg chg="add mod">
          <ac:chgData name="蕭兆翔" userId="c09afb0b-60c9-45d8-81f2-4d7aa859f4bf" providerId="ADAL" clId="{6F9FAB1B-BF87-4C86-8CBB-A04DB701A215}" dt="2025-10-29T04:53:00.924" v="999" actId="1076"/>
          <ac:spMkLst>
            <pc:docMk/>
            <pc:sldMk cId="215223070" sldId="403"/>
            <ac:spMk id="16" creationId="{FB1E3591-DBE9-1D8A-31BB-CCBEBD8F4CB8}"/>
          </ac:spMkLst>
        </pc:spChg>
        <pc:spChg chg="mod">
          <ac:chgData name="蕭兆翔" userId="c09afb0b-60c9-45d8-81f2-4d7aa859f4bf" providerId="ADAL" clId="{6F9FAB1B-BF87-4C86-8CBB-A04DB701A215}" dt="2025-10-29T04:52:17.938" v="981" actId="1038"/>
          <ac:spMkLst>
            <pc:docMk/>
            <pc:sldMk cId="215223070" sldId="403"/>
            <ac:spMk id="17" creationId="{2E323F7D-3F50-10C8-7FF1-725BC7D75A9A}"/>
          </ac:spMkLst>
        </pc:spChg>
        <pc:spChg chg="mod">
          <ac:chgData name="蕭兆翔" userId="c09afb0b-60c9-45d8-81f2-4d7aa859f4bf" providerId="ADAL" clId="{6F9FAB1B-BF87-4C86-8CBB-A04DB701A215}" dt="2025-10-29T04:52:27.650" v="982" actId="1076"/>
          <ac:spMkLst>
            <pc:docMk/>
            <pc:sldMk cId="215223070" sldId="403"/>
            <ac:spMk id="19" creationId="{B6328381-5C10-761B-6D70-48656601D750}"/>
          </ac:spMkLst>
        </pc:spChg>
        <pc:spChg chg="add mod">
          <ac:chgData name="蕭兆翔" userId="c09afb0b-60c9-45d8-81f2-4d7aa859f4bf" providerId="ADAL" clId="{6F9FAB1B-BF87-4C86-8CBB-A04DB701A215}" dt="2025-10-29T04:53:13.688" v="1001" actId="1076"/>
          <ac:spMkLst>
            <pc:docMk/>
            <pc:sldMk cId="215223070" sldId="403"/>
            <ac:spMk id="27" creationId="{F7831DB1-9FB9-9379-15BE-262A2C12C42E}"/>
          </ac:spMkLst>
        </pc:spChg>
        <pc:spChg chg="add mod">
          <ac:chgData name="蕭兆翔" userId="c09afb0b-60c9-45d8-81f2-4d7aa859f4bf" providerId="ADAL" clId="{6F9FAB1B-BF87-4C86-8CBB-A04DB701A215}" dt="2025-10-29T04:53:16.474" v="1003" actId="1076"/>
          <ac:spMkLst>
            <pc:docMk/>
            <pc:sldMk cId="215223070" sldId="403"/>
            <ac:spMk id="28" creationId="{F684C8F1-6431-B220-7DD2-9F7F7BF485C1}"/>
          </ac:spMkLst>
        </pc:spChg>
        <pc:spChg chg="add mod">
          <ac:chgData name="蕭兆翔" userId="c09afb0b-60c9-45d8-81f2-4d7aa859f4bf" providerId="ADAL" clId="{6F9FAB1B-BF87-4C86-8CBB-A04DB701A215}" dt="2025-10-29T04:53:26.848" v="1005" actId="1076"/>
          <ac:spMkLst>
            <pc:docMk/>
            <pc:sldMk cId="215223070" sldId="403"/>
            <ac:spMk id="32" creationId="{5297524C-D563-0CF2-5CAC-5E605631B14A}"/>
          </ac:spMkLst>
        </pc:spChg>
        <pc:spChg chg="add del mod">
          <ac:chgData name="蕭兆翔" userId="c09afb0b-60c9-45d8-81f2-4d7aa859f4bf" providerId="ADAL" clId="{6F9FAB1B-BF87-4C86-8CBB-A04DB701A215}" dt="2025-10-29T04:55:00.160" v="1020" actId="478"/>
          <ac:spMkLst>
            <pc:docMk/>
            <pc:sldMk cId="215223070" sldId="403"/>
            <ac:spMk id="33" creationId="{260614FE-1FCF-1D59-AA4D-8EA3E5274C3D}"/>
          </ac:spMkLst>
        </pc:spChg>
        <pc:spChg chg="add mod">
          <ac:chgData name="蕭兆翔" userId="c09afb0b-60c9-45d8-81f2-4d7aa859f4bf" providerId="ADAL" clId="{6F9FAB1B-BF87-4C86-8CBB-A04DB701A215}" dt="2025-10-29T04:55:28.505" v="1033" actId="14100"/>
          <ac:spMkLst>
            <pc:docMk/>
            <pc:sldMk cId="215223070" sldId="403"/>
            <ac:spMk id="34" creationId="{14D42D0A-DB57-6040-5C9D-EE76B382B4DC}"/>
          </ac:spMkLst>
        </pc:spChg>
        <pc:spChg chg="add mod">
          <ac:chgData name="蕭兆翔" userId="c09afb0b-60c9-45d8-81f2-4d7aa859f4bf" providerId="ADAL" clId="{6F9FAB1B-BF87-4C86-8CBB-A04DB701A215}" dt="2025-10-29T04:55:03.633" v="1022" actId="1076"/>
          <ac:spMkLst>
            <pc:docMk/>
            <pc:sldMk cId="215223070" sldId="403"/>
            <ac:spMk id="35" creationId="{D1B5ABD6-B919-43CA-C65F-27DD408C9698}"/>
          </ac:spMkLst>
        </pc:spChg>
        <pc:spChg chg="add mod">
          <ac:chgData name="蕭兆翔" userId="c09afb0b-60c9-45d8-81f2-4d7aa859f4bf" providerId="ADAL" clId="{6F9FAB1B-BF87-4C86-8CBB-A04DB701A215}" dt="2025-10-29T04:56:26.491" v="1050" actId="1076"/>
          <ac:spMkLst>
            <pc:docMk/>
            <pc:sldMk cId="215223070" sldId="403"/>
            <ac:spMk id="42" creationId="{DEC6F67F-E2AB-54AC-1DD0-83FF1096F9E7}"/>
          </ac:spMkLst>
        </pc:spChg>
        <pc:graphicFrameChg chg="mod">
          <ac:chgData name="蕭兆翔" userId="c09afb0b-60c9-45d8-81f2-4d7aa859f4bf" providerId="ADAL" clId="{6F9FAB1B-BF87-4C86-8CBB-A04DB701A215}" dt="2025-10-29T04:52:14.562" v="976" actId="1076"/>
          <ac:graphicFrameMkLst>
            <pc:docMk/>
            <pc:sldMk cId="215223070" sldId="403"/>
            <ac:graphicFrameMk id="15" creationId="{DC4F79AA-661C-2A4C-568B-12438F854123}"/>
          </ac:graphicFrameMkLst>
        </pc:graphicFrameChg>
        <pc:graphicFrameChg chg="mod modGraphic">
          <ac:chgData name="蕭兆翔" userId="c09afb0b-60c9-45d8-81f2-4d7aa859f4bf" providerId="ADAL" clId="{6F9FAB1B-BF87-4C86-8CBB-A04DB701A215}" dt="2025-10-29T04:54:45.062" v="1019" actId="572"/>
          <ac:graphicFrameMkLst>
            <pc:docMk/>
            <pc:sldMk cId="215223070" sldId="403"/>
            <ac:graphicFrameMk id="38" creationId="{32353322-A9F4-1530-4F56-961E1E0BD12C}"/>
          </ac:graphicFrameMkLst>
        </pc:graphicFrameChg>
        <pc:graphicFrameChg chg="mod">
          <ac:chgData name="蕭兆翔" userId="c09afb0b-60c9-45d8-81f2-4d7aa859f4bf" providerId="ADAL" clId="{6F9FAB1B-BF87-4C86-8CBB-A04DB701A215}" dt="2025-10-29T04:52:14.562" v="976" actId="1076"/>
          <ac:graphicFrameMkLst>
            <pc:docMk/>
            <pc:sldMk cId="215223070" sldId="403"/>
            <ac:graphicFrameMk id="58" creationId="{AF2F9279-D928-CB62-C28C-F238EFC18F93}"/>
          </ac:graphicFrameMkLst>
        </pc:graphicFrameChg>
      </pc:sldChg>
      <pc:sldChg chg="addSp delSp modSp mod">
        <pc:chgData name="蕭兆翔" userId="c09afb0b-60c9-45d8-81f2-4d7aa859f4bf" providerId="ADAL" clId="{6F9FAB1B-BF87-4C86-8CBB-A04DB701A215}" dt="2025-10-29T02:59:49.717" v="353" actId="20577"/>
        <pc:sldMkLst>
          <pc:docMk/>
          <pc:sldMk cId="2469221379" sldId="404"/>
        </pc:sldMkLst>
        <pc:spChg chg="mod">
          <ac:chgData name="蕭兆翔" userId="c09afb0b-60c9-45d8-81f2-4d7aa859f4bf" providerId="ADAL" clId="{6F9FAB1B-BF87-4C86-8CBB-A04DB701A215}" dt="2025-10-29T02:59:49.717" v="353" actId="20577"/>
          <ac:spMkLst>
            <pc:docMk/>
            <pc:sldMk cId="2469221379" sldId="404"/>
            <ac:spMk id="6" creationId="{36AD3B9D-8245-60EF-F183-61A843DDEBDB}"/>
          </ac:spMkLst>
        </pc:spChg>
        <pc:spChg chg="add mod">
          <ac:chgData name="蕭兆翔" userId="c09afb0b-60c9-45d8-81f2-4d7aa859f4bf" providerId="ADAL" clId="{6F9FAB1B-BF87-4C86-8CBB-A04DB701A215}" dt="2025-10-29T02:58:38.555" v="316" actId="1076"/>
          <ac:spMkLst>
            <pc:docMk/>
            <pc:sldMk cId="2469221379" sldId="404"/>
            <ac:spMk id="11" creationId="{E5ACBD28-97A0-213D-692C-DA22E324232E}"/>
          </ac:spMkLst>
        </pc:spChg>
        <pc:spChg chg="add mod">
          <ac:chgData name="蕭兆翔" userId="c09afb0b-60c9-45d8-81f2-4d7aa859f4bf" providerId="ADAL" clId="{6F9FAB1B-BF87-4C86-8CBB-A04DB701A215}" dt="2025-10-29T02:58:38.555" v="316" actId="1076"/>
          <ac:spMkLst>
            <pc:docMk/>
            <pc:sldMk cId="2469221379" sldId="404"/>
            <ac:spMk id="12" creationId="{F8A4BDC4-03B7-1E33-9D70-211E53DD0180}"/>
          </ac:spMkLst>
        </pc:spChg>
        <pc:spChg chg="add mod">
          <ac:chgData name="蕭兆翔" userId="c09afb0b-60c9-45d8-81f2-4d7aa859f4bf" providerId="ADAL" clId="{6F9FAB1B-BF87-4C86-8CBB-A04DB701A215}" dt="2025-10-29T02:58:38.555" v="316" actId="1076"/>
          <ac:spMkLst>
            <pc:docMk/>
            <pc:sldMk cId="2469221379" sldId="404"/>
            <ac:spMk id="16" creationId="{9FB6F90E-7A8D-494F-6FC4-37E12BD2B0EB}"/>
          </ac:spMkLst>
        </pc:spChg>
        <pc:picChg chg="add del mod">
          <ac:chgData name="蕭兆翔" userId="c09afb0b-60c9-45d8-81f2-4d7aa859f4bf" providerId="ADAL" clId="{6F9FAB1B-BF87-4C86-8CBB-A04DB701A215}" dt="2025-10-29T02:54:42.790" v="194" actId="478"/>
          <ac:picMkLst>
            <pc:docMk/>
            <pc:sldMk cId="2469221379" sldId="404"/>
            <ac:picMk id="4" creationId="{A7D43B88-D75E-4AE6-A3D2-C4349D24E057}"/>
          </ac:picMkLst>
        </pc:picChg>
        <pc:picChg chg="add mod">
          <ac:chgData name="蕭兆翔" userId="c09afb0b-60c9-45d8-81f2-4d7aa859f4bf" providerId="ADAL" clId="{6F9FAB1B-BF87-4C86-8CBB-A04DB701A215}" dt="2025-10-29T02:58:38.555" v="316" actId="1076"/>
          <ac:picMkLst>
            <pc:docMk/>
            <pc:sldMk cId="2469221379" sldId="404"/>
            <ac:picMk id="8" creationId="{C7E06578-94F6-DCA0-21EE-57D46FCF2EE9}"/>
          </ac:picMkLst>
        </pc:picChg>
        <pc:picChg chg="add mod">
          <ac:chgData name="蕭兆翔" userId="c09afb0b-60c9-45d8-81f2-4d7aa859f4bf" providerId="ADAL" clId="{6F9FAB1B-BF87-4C86-8CBB-A04DB701A215}" dt="2025-10-29T02:58:38.555" v="316" actId="1076"/>
          <ac:picMkLst>
            <pc:docMk/>
            <pc:sldMk cId="2469221379" sldId="404"/>
            <ac:picMk id="10" creationId="{583A4B09-E779-77AE-2AAC-D908034EF4C2}"/>
          </ac:picMkLst>
        </pc:picChg>
        <pc:picChg chg="add mod">
          <ac:chgData name="蕭兆翔" userId="c09afb0b-60c9-45d8-81f2-4d7aa859f4bf" providerId="ADAL" clId="{6F9FAB1B-BF87-4C86-8CBB-A04DB701A215}" dt="2025-10-29T02:58:38.555" v="316" actId="1076"/>
          <ac:picMkLst>
            <pc:docMk/>
            <pc:sldMk cId="2469221379" sldId="404"/>
            <ac:picMk id="14" creationId="{48CA042E-A469-4859-C44E-BEA397C16D38}"/>
          </ac:picMkLst>
        </pc:picChg>
      </pc:sldChg>
      <pc:sldChg chg="modSp mod">
        <pc:chgData name="蕭兆翔" userId="c09afb0b-60c9-45d8-81f2-4d7aa859f4bf" providerId="ADAL" clId="{6F9FAB1B-BF87-4C86-8CBB-A04DB701A215}" dt="2025-10-14T16:42:05.498" v="147" actId="1076"/>
        <pc:sldMkLst>
          <pc:docMk/>
          <pc:sldMk cId="1435705269" sldId="414"/>
        </pc:sldMkLst>
        <pc:spChg chg="mod">
          <ac:chgData name="蕭兆翔" userId="c09afb0b-60c9-45d8-81f2-4d7aa859f4bf" providerId="ADAL" clId="{6F9FAB1B-BF87-4C86-8CBB-A04DB701A215}" dt="2025-10-14T16:42:00.061" v="146" actId="1076"/>
          <ac:spMkLst>
            <pc:docMk/>
            <pc:sldMk cId="1435705269" sldId="414"/>
            <ac:spMk id="21" creationId="{05101549-9F0F-F02B-F705-9ABC52CBE012}"/>
          </ac:spMkLst>
        </pc:spChg>
        <pc:spChg chg="mod">
          <ac:chgData name="蕭兆翔" userId="c09afb0b-60c9-45d8-81f2-4d7aa859f4bf" providerId="ADAL" clId="{6F9FAB1B-BF87-4C86-8CBB-A04DB701A215}" dt="2025-10-14T16:42:00.061" v="146" actId="1076"/>
          <ac:spMkLst>
            <pc:docMk/>
            <pc:sldMk cId="1435705269" sldId="414"/>
            <ac:spMk id="22" creationId="{101E49AE-F9C5-0CDD-B012-C15DB735A2CD}"/>
          </ac:spMkLst>
        </pc:spChg>
        <pc:spChg chg="mod">
          <ac:chgData name="蕭兆翔" userId="c09afb0b-60c9-45d8-81f2-4d7aa859f4bf" providerId="ADAL" clId="{6F9FAB1B-BF87-4C86-8CBB-A04DB701A215}" dt="2025-10-14T16:42:05.498" v="147" actId="1076"/>
          <ac:spMkLst>
            <pc:docMk/>
            <pc:sldMk cId="1435705269" sldId="414"/>
            <ac:spMk id="26" creationId="{A1DD4F8F-EC04-8548-24D4-00A5BF5C5934}"/>
          </ac:spMkLst>
        </pc:spChg>
        <pc:picChg chg="mod">
          <ac:chgData name="蕭兆翔" userId="c09afb0b-60c9-45d8-81f2-4d7aa859f4bf" providerId="ADAL" clId="{6F9FAB1B-BF87-4C86-8CBB-A04DB701A215}" dt="2025-10-14T16:42:00.061" v="146" actId="1076"/>
          <ac:picMkLst>
            <pc:docMk/>
            <pc:sldMk cId="1435705269" sldId="414"/>
            <ac:picMk id="14" creationId="{E7E6E65F-1F3C-7FF1-CFF4-824D97C12D9B}"/>
          </ac:picMkLst>
        </pc:picChg>
      </pc:sldChg>
      <pc:sldChg chg="addSp modSp mod">
        <pc:chgData name="蕭兆翔" userId="c09afb0b-60c9-45d8-81f2-4d7aa859f4bf" providerId="ADAL" clId="{6F9FAB1B-BF87-4C86-8CBB-A04DB701A215}" dt="2025-10-14T16:49:41.145" v="171" actId="1076"/>
        <pc:sldMkLst>
          <pc:docMk/>
          <pc:sldMk cId="3056354556" sldId="416"/>
        </pc:sldMkLst>
        <pc:spChg chg="mod">
          <ac:chgData name="蕭兆翔" userId="c09afb0b-60c9-45d8-81f2-4d7aa859f4bf" providerId="ADAL" clId="{6F9FAB1B-BF87-4C86-8CBB-A04DB701A215}" dt="2025-10-14T16:48:47.911" v="149" actId="1076"/>
          <ac:spMkLst>
            <pc:docMk/>
            <pc:sldMk cId="3056354556" sldId="416"/>
            <ac:spMk id="21" creationId="{0F53AC55-EFD4-DDDF-2357-D90344273A8A}"/>
          </ac:spMkLst>
        </pc:spChg>
        <pc:graphicFrameChg chg="add mod modGraphic">
          <ac:chgData name="蕭兆翔" userId="c09afb0b-60c9-45d8-81f2-4d7aa859f4bf" providerId="ADAL" clId="{6F9FAB1B-BF87-4C86-8CBB-A04DB701A215}" dt="2025-10-14T16:49:06.868" v="161" actId="20577"/>
          <ac:graphicFrameMkLst>
            <pc:docMk/>
            <pc:sldMk cId="3056354556" sldId="416"/>
            <ac:graphicFrameMk id="3" creationId="{CFBD2D4B-A84E-C8C1-2B45-AC601C934B2A}"/>
          </ac:graphicFrameMkLst>
        </pc:graphicFrameChg>
        <pc:graphicFrameChg chg="mod">
          <ac:chgData name="蕭兆翔" userId="c09afb0b-60c9-45d8-81f2-4d7aa859f4bf" providerId="ADAL" clId="{6F9FAB1B-BF87-4C86-8CBB-A04DB701A215}" dt="2025-10-14T16:48:44.025" v="148" actId="1076"/>
          <ac:graphicFrameMkLst>
            <pc:docMk/>
            <pc:sldMk cId="3056354556" sldId="416"/>
            <ac:graphicFrameMk id="20" creationId="{5C04CA30-52EC-45D1-FD6B-AF01A1E73842}"/>
          </ac:graphicFrameMkLst>
        </pc:graphicFrameChg>
        <pc:cxnChg chg="add mod">
          <ac:chgData name="蕭兆翔" userId="c09afb0b-60c9-45d8-81f2-4d7aa859f4bf" providerId="ADAL" clId="{6F9FAB1B-BF87-4C86-8CBB-A04DB701A215}" dt="2025-10-14T16:49:23.728" v="167" actId="14100"/>
          <ac:cxnSpMkLst>
            <pc:docMk/>
            <pc:sldMk cId="3056354556" sldId="416"/>
            <ac:cxnSpMk id="6" creationId="{688B515E-8EF4-CBAC-4B84-E94740801B06}"/>
          </ac:cxnSpMkLst>
        </pc:cxnChg>
        <pc:cxnChg chg="add mod">
          <ac:chgData name="蕭兆翔" userId="c09afb0b-60c9-45d8-81f2-4d7aa859f4bf" providerId="ADAL" clId="{6F9FAB1B-BF87-4C86-8CBB-A04DB701A215}" dt="2025-10-14T16:49:26.947" v="168" actId="14100"/>
          <ac:cxnSpMkLst>
            <pc:docMk/>
            <pc:sldMk cId="3056354556" sldId="416"/>
            <ac:cxnSpMk id="7" creationId="{648EF2B6-FD70-3827-9EEC-52F7C2C6EC0A}"/>
          </ac:cxnSpMkLst>
        </pc:cxnChg>
        <pc:cxnChg chg="add mod">
          <ac:chgData name="蕭兆翔" userId="c09afb0b-60c9-45d8-81f2-4d7aa859f4bf" providerId="ADAL" clId="{6F9FAB1B-BF87-4C86-8CBB-A04DB701A215}" dt="2025-10-14T16:49:41.145" v="171" actId="1076"/>
          <ac:cxnSpMkLst>
            <pc:docMk/>
            <pc:sldMk cId="3056354556" sldId="416"/>
            <ac:cxnSpMk id="22" creationId="{E263E383-A7BE-AD76-5395-01E412D0D24F}"/>
          </ac:cxnSpMkLst>
        </pc:cxnChg>
        <pc:cxnChg chg="add mod">
          <ac:chgData name="蕭兆翔" userId="c09afb0b-60c9-45d8-81f2-4d7aa859f4bf" providerId="ADAL" clId="{6F9FAB1B-BF87-4C86-8CBB-A04DB701A215}" dt="2025-10-14T16:49:41.145" v="171" actId="1076"/>
          <ac:cxnSpMkLst>
            <pc:docMk/>
            <pc:sldMk cId="3056354556" sldId="416"/>
            <ac:cxnSpMk id="23" creationId="{2DB2E2D5-3A95-B58F-0329-FF5C5C8C4FC9}"/>
          </ac:cxnSpMkLst>
        </pc:cxnChg>
      </pc:sldChg>
      <pc:sldChg chg="addSp delSp modSp mod">
        <pc:chgData name="蕭兆翔" userId="c09afb0b-60c9-45d8-81f2-4d7aa859f4bf" providerId="ADAL" clId="{6F9FAB1B-BF87-4C86-8CBB-A04DB701A215}" dt="2025-10-14T16:40:16.799" v="145" actId="1076"/>
        <pc:sldMkLst>
          <pc:docMk/>
          <pc:sldMk cId="3212384711" sldId="418"/>
        </pc:sldMkLst>
        <pc:spChg chg="mod">
          <ac:chgData name="蕭兆翔" userId="c09afb0b-60c9-45d8-81f2-4d7aa859f4bf" providerId="ADAL" clId="{6F9FAB1B-BF87-4C86-8CBB-A04DB701A215}" dt="2025-10-14T16:37:03.860" v="121" actId="1076"/>
          <ac:spMkLst>
            <pc:docMk/>
            <pc:sldMk cId="3212384711" sldId="418"/>
            <ac:spMk id="4" creationId="{07F03020-68AE-DE74-7AB1-B9CCF73BADCD}"/>
          </ac:spMkLst>
        </pc:spChg>
        <pc:spChg chg="mod">
          <ac:chgData name="蕭兆翔" userId="c09afb0b-60c9-45d8-81f2-4d7aa859f4bf" providerId="ADAL" clId="{6F9FAB1B-BF87-4C86-8CBB-A04DB701A215}" dt="2025-10-14T16:36:59.493" v="120" actId="1076"/>
          <ac:spMkLst>
            <pc:docMk/>
            <pc:sldMk cId="3212384711" sldId="418"/>
            <ac:spMk id="6" creationId="{A5ADF19C-CDF7-3B8F-BDA6-C98B2397E6FC}"/>
          </ac:spMkLst>
        </pc:spChg>
        <pc:spChg chg="add mod">
          <ac:chgData name="蕭兆翔" userId="c09afb0b-60c9-45d8-81f2-4d7aa859f4bf" providerId="ADAL" clId="{6F9FAB1B-BF87-4C86-8CBB-A04DB701A215}" dt="2025-10-14T16:40:16.799" v="145" actId="1076"/>
          <ac:spMkLst>
            <pc:docMk/>
            <pc:sldMk cId="3212384711" sldId="418"/>
            <ac:spMk id="7" creationId="{75928DFC-C727-3BF4-FACF-ED3037920C47}"/>
          </ac:spMkLst>
        </pc:spChg>
        <pc:spChg chg="mod">
          <ac:chgData name="蕭兆翔" userId="c09afb0b-60c9-45d8-81f2-4d7aa859f4bf" providerId="ADAL" clId="{6F9FAB1B-BF87-4C86-8CBB-A04DB701A215}" dt="2025-10-14T16:37:03.860" v="121" actId="1076"/>
          <ac:spMkLst>
            <pc:docMk/>
            <pc:sldMk cId="3212384711" sldId="418"/>
            <ac:spMk id="11" creationId="{745A584B-546C-ABE8-B770-89C6F6E53164}"/>
          </ac:spMkLst>
        </pc:spChg>
        <pc:spChg chg="add del mod">
          <ac:chgData name="蕭兆翔" userId="c09afb0b-60c9-45d8-81f2-4d7aa859f4bf" providerId="ADAL" clId="{6F9FAB1B-BF87-4C86-8CBB-A04DB701A215}" dt="2025-10-14T16:39:33.157" v="122" actId="1076"/>
          <ac:spMkLst>
            <pc:docMk/>
            <pc:sldMk cId="3212384711" sldId="418"/>
            <ac:spMk id="17" creationId="{198283BD-29AD-F822-1151-E43D47B607D4}"/>
          </ac:spMkLst>
        </pc:spChg>
        <pc:spChg chg="mod">
          <ac:chgData name="蕭兆翔" userId="c09afb0b-60c9-45d8-81f2-4d7aa859f4bf" providerId="ADAL" clId="{6F9FAB1B-BF87-4C86-8CBB-A04DB701A215}" dt="2025-10-14T16:37:03.860" v="121" actId="1076"/>
          <ac:spMkLst>
            <pc:docMk/>
            <pc:sldMk cId="3212384711" sldId="418"/>
            <ac:spMk id="18" creationId="{7F14D739-0359-ABA0-3918-8D7F9A815BF1}"/>
          </ac:spMkLst>
        </pc:spChg>
      </pc:sldChg>
      <pc:sldChg chg="new del">
        <pc:chgData name="蕭兆翔" userId="c09afb0b-60c9-45d8-81f2-4d7aa859f4bf" providerId="ADAL" clId="{6F9FAB1B-BF87-4C86-8CBB-A04DB701A215}" dt="2025-10-29T02:34:33.040" v="174" actId="47"/>
        <pc:sldMkLst>
          <pc:docMk/>
          <pc:sldMk cId="2916980636" sldId="421"/>
        </pc:sldMkLst>
      </pc:sldChg>
      <pc:sldChg chg="add del">
        <pc:chgData name="蕭兆翔" userId="c09afb0b-60c9-45d8-81f2-4d7aa859f4bf" providerId="ADAL" clId="{6F9FAB1B-BF87-4C86-8CBB-A04DB701A215}" dt="2025-10-29T02:34:42.528" v="178" actId="47"/>
        <pc:sldMkLst>
          <pc:docMk/>
          <pc:sldMk cId="480315358" sldId="422"/>
        </pc:sldMkLst>
      </pc:sldChg>
      <pc:sldChg chg="add del">
        <pc:chgData name="蕭兆翔" userId="c09afb0b-60c9-45d8-81f2-4d7aa859f4bf" providerId="ADAL" clId="{6F9FAB1B-BF87-4C86-8CBB-A04DB701A215}" dt="2025-10-29T02:34:39.971" v="176"/>
        <pc:sldMkLst>
          <pc:docMk/>
          <pc:sldMk cId="3069924860" sldId="423"/>
        </pc:sldMkLst>
      </pc:sldChg>
      <pc:sldChg chg="add ord">
        <pc:chgData name="蕭兆翔" userId="c09afb0b-60c9-45d8-81f2-4d7aa859f4bf" providerId="ADAL" clId="{6F9FAB1B-BF87-4C86-8CBB-A04DB701A215}" dt="2025-10-29T02:34:50.199" v="180"/>
        <pc:sldMkLst>
          <pc:docMk/>
          <pc:sldMk cId="3313883846" sldId="423"/>
        </pc:sldMkLst>
      </pc:sldChg>
      <pc:sldChg chg="addSp delSp modSp new mod">
        <pc:chgData name="蕭兆翔" userId="c09afb0b-60c9-45d8-81f2-4d7aa859f4bf" providerId="ADAL" clId="{6F9FAB1B-BF87-4C86-8CBB-A04DB701A215}" dt="2025-10-29T04:24:17.818" v="776"/>
        <pc:sldMkLst>
          <pc:docMk/>
          <pc:sldMk cId="1596677764" sldId="424"/>
        </pc:sldMkLst>
        <pc:spChg chg="add del">
          <ac:chgData name="蕭兆翔" userId="c09afb0b-60c9-45d8-81f2-4d7aa859f4bf" providerId="ADAL" clId="{6F9FAB1B-BF87-4C86-8CBB-A04DB701A215}" dt="2025-10-29T04:16:34.785" v="574" actId="478"/>
          <ac:spMkLst>
            <pc:docMk/>
            <pc:sldMk cId="1596677764" sldId="424"/>
            <ac:spMk id="4" creationId="{0ED64DD4-A7E9-060B-832E-1C2DCE22F17A}"/>
          </ac:spMkLst>
        </pc:spChg>
        <pc:spChg chg="add del">
          <ac:chgData name="蕭兆翔" userId="c09afb0b-60c9-45d8-81f2-4d7aa859f4bf" providerId="ADAL" clId="{6F9FAB1B-BF87-4C86-8CBB-A04DB701A215}" dt="2025-10-29T04:16:31.017" v="573" actId="22"/>
          <ac:spMkLst>
            <pc:docMk/>
            <pc:sldMk cId="1596677764" sldId="424"/>
            <ac:spMk id="6" creationId="{E76929B6-BE25-096F-5E1B-DB06357454F3}"/>
          </ac:spMkLst>
        </pc:spChg>
        <pc:spChg chg="add mod">
          <ac:chgData name="蕭兆翔" userId="c09afb0b-60c9-45d8-81f2-4d7aa859f4bf" providerId="ADAL" clId="{6F9FAB1B-BF87-4C86-8CBB-A04DB701A215}" dt="2025-10-29T04:19:58.960" v="596" actId="1076"/>
          <ac:spMkLst>
            <pc:docMk/>
            <pc:sldMk cId="1596677764" sldId="424"/>
            <ac:spMk id="8" creationId="{767DCAE7-07DD-8B1B-B5BE-DCF10E1ADB43}"/>
          </ac:spMkLst>
        </pc:spChg>
        <pc:spChg chg="add mod">
          <ac:chgData name="蕭兆翔" userId="c09afb0b-60c9-45d8-81f2-4d7aa859f4bf" providerId="ADAL" clId="{6F9FAB1B-BF87-4C86-8CBB-A04DB701A215}" dt="2025-10-29T04:17:00.297" v="585" actId="20577"/>
          <ac:spMkLst>
            <pc:docMk/>
            <pc:sldMk cId="1596677764" sldId="424"/>
            <ac:spMk id="9" creationId="{47B3D76E-B3D9-7665-6474-14016A93280F}"/>
          </ac:spMkLst>
        </pc:spChg>
        <pc:graphicFrameChg chg="add mod modGraphic">
          <ac:chgData name="蕭兆翔" userId="c09afb0b-60c9-45d8-81f2-4d7aa859f4bf" providerId="ADAL" clId="{6F9FAB1B-BF87-4C86-8CBB-A04DB701A215}" dt="2025-10-29T04:24:17.818" v="776"/>
          <ac:graphicFrameMkLst>
            <pc:docMk/>
            <pc:sldMk cId="1596677764" sldId="424"/>
            <ac:graphicFrameMk id="10" creationId="{7F93027E-D96D-EB79-417B-9AE26CC11012}"/>
          </ac:graphicFrameMkLst>
        </pc:graphicFrameChg>
      </pc:sldChg>
      <pc:sldChg chg="add del">
        <pc:chgData name="蕭兆翔" userId="c09afb0b-60c9-45d8-81f2-4d7aa859f4bf" providerId="ADAL" clId="{6F9FAB1B-BF87-4C86-8CBB-A04DB701A215}" dt="2025-10-29T04:31:41.944" v="780" actId="2696"/>
        <pc:sldMkLst>
          <pc:docMk/>
          <pc:sldMk cId="2165188691" sldId="491"/>
        </pc:sldMkLst>
      </pc:sldChg>
      <pc:sldChg chg="add">
        <pc:chgData name="蕭兆翔" userId="c09afb0b-60c9-45d8-81f2-4d7aa859f4bf" providerId="ADAL" clId="{6F9FAB1B-BF87-4C86-8CBB-A04DB701A215}" dt="2025-10-29T04:32:02.498" v="781"/>
        <pc:sldMkLst>
          <pc:docMk/>
          <pc:sldMk cId="3476143537" sldId="491"/>
        </pc:sldMkLst>
      </pc:sldChg>
      <pc:sldChg chg="add">
        <pc:chgData name="蕭兆翔" userId="c09afb0b-60c9-45d8-81f2-4d7aa859f4bf" providerId="ADAL" clId="{6F9FAB1B-BF87-4C86-8CBB-A04DB701A215}" dt="2025-10-29T04:32:02.498" v="781"/>
        <pc:sldMkLst>
          <pc:docMk/>
          <pc:sldMk cId="183197827" sldId="492"/>
        </pc:sldMkLst>
      </pc:sldChg>
      <pc:sldChg chg="add del">
        <pc:chgData name="蕭兆翔" userId="c09afb0b-60c9-45d8-81f2-4d7aa859f4bf" providerId="ADAL" clId="{6F9FAB1B-BF87-4C86-8CBB-A04DB701A215}" dt="2025-10-29T04:31:41.944" v="780" actId="2696"/>
        <pc:sldMkLst>
          <pc:docMk/>
          <pc:sldMk cId="1171795141" sldId="492"/>
        </pc:sldMkLst>
      </pc:sldChg>
      <pc:sldMasterChg chg="del delSldLayout">
        <pc:chgData name="蕭兆翔" userId="c09afb0b-60c9-45d8-81f2-4d7aa859f4bf" providerId="ADAL" clId="{6F9FAB1B-BF87-4C86-8CBB-A04DB701A215}" dt="2025-10-29T04:31:41.944" v="780" actId="2696"/>
        <pc:sldMasterMkLst>
          <pc:docMk/>
          <pc:sldMasterMk cId="2164154744" sldId="2147483672"/>
        </pc:sldMasterMkLst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120399067" sldId="2147483673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1611095334" sldId="2147483674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382867805" sldId="2147483675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161877566" sldId="2147483676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542297064" sldId="2147483677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1448612169" sldId="2147483678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908095068" sldId="2147483679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3227869108" sldId="2147483680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341567436" sldId="2147483681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2492644968" sldId="2147483682"/>
          </pc:sldLayoutMkLst>
        </pc:sldLayoutChg>
        <pc:sldLayoutChg chg="del">
          <pc:chgData name="蕭兆翔" userId="c09afb0b-60c9-45d8-81f2-4d7aa859f4bf" providerId="ADAL" clId="{6F9FAB1B-BF87-4C86-8CBB-A04DB701A215}" dt="2025-10-29T04:31:41.944" v="780" actId="2696"/>
          <pc:sldLayoutMkLst>
            <pc:docMk/>
            <pc:sldMasterMk cId="2164154744" sldId="2147483672"/>
            <pc:sldLayoutMk cId="1415266787" sldId="2147483683"/>
          </pc:sldLayoutMkLst>
        </pc:sldLayoutChg>
      </pc:sldMasterChg>
    </pc:docChg>
  </pc:docChgLst>
  <pc:docChgLst>
    <pc:chgData name="許閔傑" userId="16879166-305e-431b-96ab-bb657098a606" providerId="ADAL" clId="{F4C3DB85-3D18-47B8-AA22-F7620663835D}"/>
    <pc:docChg chg="custSel addSld modSld">
      <pc:chgData name="許閔傑" userId="16879166-305e-431b-96ab-bb657098a606" providerId="ADAL" clId="{F4C3DB85-3D18-47B8-AA22-F7620663835D}" dt="2024-10-15T05:20:17.224" v="166" actId="1076"/>
      <pc:docMkLst>
        <pc:docMk/>
      </pc:docMkLst>
      <pc:sldChg chg="addSp modSp mod">
        <pc:chgData name="許閔傑" userId="16879166-305e-431b-96ab-bb657098a606" providerId="ADAL" clId="{F4C3DB85-3D18-47B8-AA22-F7620663835D}" dt="2024-10-15T05:13:44.419" v="98" actId="1076"/>
        <pc:sldMkLst>
          <pc:docMk/>
          <pc:sldMk cId="2265669256" sldId="413"/>
        </pc:sldMkLst>
      </pc:sldChg>
      <pc:sldChg chg="addSp delSp modSp add mod">
        <pc:chgData name="許閔傑" userId="16879166-305e-431b-96ab-bb657098a606" providerId="ADAL" clId="{F4C3DB85-3D18-47B8-AA22-F7620663835D}" dt="2024-10-15T05:20:17.224" v="166" actId="1076"/>
        <pc:sldMkLst>
          <pc:docMk/>
          <pc:sldMk cId="3212384711" sldId="418"/>
        </pc:sldMkLst>
      </pc:sldChg>
    </pc:docChg>
  </pc:docChgLst>
  <pc:docChgLst>
    <pc:chgData name="蕭兆翔" userId="c09afb0b-60c9-45d8-81f2-4d7aa859f4bf" providerId="ADAL" clId="{BB09C43D-0E4C-4E7A-9FB9-8CA7AAD0FD7F}"/>
    <pc:docChg chg="custSel modSld">
      <pc:chgData name="蕭兆翔" userId="c09afb0b-60c9-45d8-81f2-4d7aa859f4bf" providerId="ADAL" clId="{BB09C43D-0E4C-4E7A-9FB9-8CA7AAD0FD7F}" dt="2025-10-08T04:46:29.228" v="36" actId="1076"/>
      <pc:docMkLst>
        <pc:docMk/>
      </pc:docMkLst>
      <pc:sldChg chg="modSp mod">
        <pc:chgData name="蕭兆翔" userId="c09afb0b-60c9-45d8-81f2-4d7aa859f4bf" providerId="ADAL" clId="{BB09C43D-0E4C-4E7A-9FB9-8CA7AAD0FD7F}" dt="2025-10-08T04:25:04.102" v="18" actId="20577"/>
        <pc:sldMkLst>
          <pc:docMk/>
          <pc:sldMk cId="1343009528" sldId="256"/>
        </pc:sldMkLst>
        <pc:spChg chg="mod">
          <ac:chgData name="蕭兆翔" userId="c09afb0b-60c9-45d8-81f2-4d7aa859f4bf" providerId="ADAL" clId="{BB09C43D-0E4C-4E7A-9FB9-8CA7AAD0FD7F}" dt="2025-10-08T04:25:04.102" v="18" actId="20577"/>
          <ac:spMkLst>
            <pc:docMk/>
            <pc:sldMk cId="1343009528" sldId="256"/>
            <ac:spMk id="5" creationId="{F5AE22FC-AF5D-80D6-CC9F-1199F201F39A}"/>
          </ac:spMkLst>
        </pc:spChg>
      </pc:sldChg>
      <pc:sldChg chg="addSp modSp mod">
        <pc:chgData name="蕭兆翔" userId="c09afb0b-60c9-45d8-81f2-4d7aa859f4bf" providerId="ADAL" clId="{BB09C43D-0E4C-4E7A-9FB9-8CA7AAD0FD7F}" dt="2025-10-08T04:46:29.228" v="36" actId="1076"/>
        <pc:sldMkLst>
          <pc:docMk/>
          <pc:sldMk cId="541510789" sldId="261"/>
        </pc:sldMkLst>
        <pc:spChg chg="add mod">
          <ac:chgData name="蕭兆翔" userId="c09afb0b-60c9-45d8-81f2-4d7aa859f4bf" providerId="ADAL" clId="{BB09C43D-0E4C-4E7A-9FB9-8CA7AAD0FD7F}" dt="2025-10-08T04:46:29.228" v="36" actId="1076"/>
          <ac:spMkLst>
            <pc:docMk/>
            <pc:sldMk cId="541510789" sldId="261"/>
            <ac:spMk id="7" creationId="{9E976277-670C-2069-108E-B11440768A78}"/>
          </ac:spMkLst>
        </pc:spChg>
      </pc:sldChg>
    </pc:docChg>
  </pc:docChgLst>
  <pc:docChgLst>
    <pc:chgData name="蕭兆翔" userId="c09afb0b-60c9-45d8-81f2-4d7aa859f4bf" providerId="ADAL" clId="{5B46DE38-CE1D-43EE-ABE6-7257CEDD6BA1}"/>
    <pc:docChg chg="undo redo custSel addSld delSld modSld sldOrd">
      <pc:chgData name="蕭兆翔" userId="c09afb0b-60c9-45d8-81f2-4d7aa859f4bf" providerId="ADAL" clId="{5B46DE38-CE1D-43EE-ABE6-7257CEDD6BA1}" dt="2024-10-04T03:23:45.925" v="3160" actId="14100"/>
      <pc:docMkLst>
        <pc:docMk/>
      </pc:docMkLst>
      <pc:sldChg chg="addSp modSp mod ord">
        <pc:chgData name="蕭兆翔" userId="c09afb0b-60c9-45d8-81f2-4d7aa859f4bf" providerId="ADAL" clId="{5B46DE38-CE1D-43EE-ABE6-7257CEDD6BA1}" dt="2024-09-30T18:01:17.345" v="1802" actId="1076"/>
        <pc:sldMkLst>
          <pc:docMk/>
          <pc:sldMk cId="1615068282" sldId="278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254461352" sldId="279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3954653456" sldId="280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690522844" sldId="281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2793038669" sldId="282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881117947" sldId="283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782441301" sldId="284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591734236" sldId="285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767881533" sldId="286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375391055" sldId="287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215523653" sldId="288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2159008269" sldId="289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4143729813" sldId="290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797423313" sldId="291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3982514987" sldId="292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212225568" sldId="293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804630358" sldId="294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880473121" sldId="295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4277825299" sldId="296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922578665" sldId="297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2452472797" sldId="298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2555741886" sldId="299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2303435449" sldId="300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3185052917" sldId="301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146045837" sldId="302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929691677" sldId="303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667039454" sldId="304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970612651" sldId="305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2914275198" sldId="306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640383816" sldId="307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838281900" sldId="308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4135614538" sldId="309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116563818" sldId="310"/>
        </pc:sldMkLst>
      </pc:sldChg>
      <pc:sldChg chg="modSp del mod">
        <pc:chgData name="蕭兆翔" userId="c09afb0b-60c9-45d8-81f2-4d7aa859f4bf" providerId="ADAL" clId="{5B46DE38-CE1D-43EE-ABE6-7257CEDD6BA1}" dt="2024-09-30T18:21:39.582" v="2693" actId="47"/>
        <pc:sldMkLst>
          <pc:docMk/>
          <pc:sldMk cId="2925992524" sldId="311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908412691" sldId="312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556419389" sldId="313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721526102" sldId="314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787038248" sldId="315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731962979" sldId="316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943133630" sldId="317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605959015" sldId="318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316296230" sldId="319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976803678" sldId="320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206705815" sldId="321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823223215" sldId="322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06036285" sldId="323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985013246" sldId="324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367214027" sldId="325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674965750" sldId="326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128852836" sldId="327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569503204" sldId="328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801360175" sldId="329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4119336917" sldId="330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630472805" sldId="331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921555132" sldId="332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048893913" sldId="333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067894594" sldId="334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656317736" sldId="335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4257238877" sldId="336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537221242" sldId="337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187033221" sldId="338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4069941594" sldId="339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408286489" sldId="343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459734539" sldId="344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923126701" sldId="345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514325622" sldId="346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657964399" sldId="347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63213443" sldId="348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847319248" sldId="349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1266075984" sldId="350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4163368431" sldId="351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313589515" sldId="352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726652237" sldId="353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194094721" sldId="354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877546204" sldId="355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4113796232" sldId="356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706713276" sldId="357"/>
        </pc:sldMkLst>
      </pc:sldChg>
      <pc:sldChg chg="del">
        <pc:chgData name="蕭兆翔" userId="c09afb0b-60c9-45d8-81f2-4d7aa859f4bf" providerId="ADAL" clId="{5B46DE38-CE1D-43EE-ABE6-7257CEDD6BA1}" dt="2024-09-30T16:21:20.577" v="0" actId="47"/>
        <pc:sldMkLst>
          <pc:docMk/>
          <pc:sldMk cId="2284715516" sldId="361"/>
        </pc:sldMkLst>
      </pc:sldChg>
      <pc:sldChg chg="del">
        <pc:chgData name="蕭兆翔" userId="c09afb0b-60c9-45d8-81f2-4d7aa859f4bf" providerId="ADAL" clId="{5B46DE38-CE1D-43EE-ABE6-7257CEDD6BA1}" dt="2024-09-30T18:21:39.582" v="2693" actId="47"/>
        <pc:sldMkLst>
          <pc:docMk/>
          <pc:sldMk cId="1642871989" sldId="368"/>
        </pc:sldMkLst>
      </pc:sldChg>
      <pc:sldChg chg="addSp delSp modSp add mod">
        <pc:chgData name="蕭兆翔" userId="c09afb0b-60c9-45d8-81f2-4d7aa859f4bf" providerId="ADAL" clId="{5B46DE38-CE1D-43EE-ABE6-7257CEDD6BA1}" dt="2024-09-30T17:09:24.943" v="458" actId="207"/>
        <pc:sldMkLst>
          <pc:docMk/>
          <pc:sldMk cId="1690232877" sldId="371"/>
        </pc:sldMkLst>
      </pc:sldChg>
      <pc:sldChg chg="addSp modSp add mod">
        <pc:chgData name="蕭兆翔" userId="c09afb0b-60c9-45d8-81f2-4d7aa859f4bf" providerId="ADAL" clId="{5B46DE38-CE1D-43EE-ABE6-7257CEDD6BA1}" dt="2024-09-30T17:09:10.569" v="457" actId="2711"/>
        <pc:sldMkLst>
          <pc:docMk/>
          <pc:sldMk cId="3424500115" sldId="372"/>
        </pc:sldMkLst>
      </pc:sldChg>
      <pc:sldChg chg="addSp delSp modSp add mod">
        <pc:chgData name="蕭兆翔" userId="c09afb0b-60c9-45d8-81f2-4d7aa859f4bf" providerId="ADAL" clId="{5B46DE38-CE1D-43EE-ABE6-7257CEDD6BA1}" dt="2024-09-30T17:36:03.778" v="878" actId="1076"/>
        <pc:sldMkLst>
          <pc:docMk/>
          <pc:sldMk cId="3969681257" sldId="373"/>
        </pc:sldMkLst>
      </pc:sldChg>
      <pc:sldChg chg="addSp delSp modSp add mod">
        <pc:chgData name="蕭兆翔" userId="c09afb0b-60c9-45d8-81f2-4d7aa859f4bf" providerId="ADAL" clId="{5B46DE38-CE1D-43EE-ABE6-7257CEDD6BA1}" dt="2024-09-30T17:44:19.286" v="1158" actId="207"/>
        <pc:sldMkLst>
          <pc:docMk/>
          <pc:sldMk cId="1265154145" sldId="374"/>
        </pc:sldMkLst>
      </pc:sldChg>
      <pc:sldChg chg="addSp delSp modSp add mod">
        <pc:chgData name="蕭兆翔" userId="c09afb0b-60c9-45d8-81f2-4d7aa859f4bf" providerId="ADAL" clId="{5B46DE38-CE1D-43EE-ABE6-7257CEDD6BA1}" dt="2024-09-30T17:54:46.311" v="1482" actId="1076"/>
        <pc:sldMkLst>
          <pc:docMk/>
          <pc:sldMk cId="3281891640" sldId="375"/>
        </pc:sldMkLst>
      </pc:sldChg>
      <pc:sldChg chg="addSp delSp modSp add mod">
        <pc:chgData name="蕭兆翔" userId="c09afb0b-60c9-45d8-81f2-4d7aa859f4bf" providerId="ADAL" clId="{5B46DE38-CE1D-43EE-ABE6-7257CEDD6BA1}" dt="2024-09-30T17:59:58.260" v="1764" actId="1076"/>
        <pc:sldMkLst>
          <pc:docMk/>
          <pc:sldMk cId="3984043117" sldId="376"/>
        </pc:sldMkLst>
      </pc:sldChg>
      <pc:sldChg chg="addSp delSp modSp add mod">
        <pc:chgData name="蕭兆翔" userId="c09afb0b-60c9-45d8-81f2-4d7aa859f4bf" providerId="ADAL" clId="{5B46DE38-CE1D-43EE-ABE6-7257CEDD6BA1}" dt="2024-09-30T18:18:00.844" v="2492" actId="20577"/>
        <pc:sldMkLst>
          <pc:docMk/>
          <pc:sldMk cId="2890037264" sldId="377"/>
        </pc:sldMkLst>
      </pc:sldChg>
      <pc:sldChg chg="addSp delSp modSp add mod">
        <pc:chgData name="蕭兆翔" userId="c09afb0b-60c9-45d8-81f2-4d7aa859f4bf" providerId="ADAL" clId="{5B46DE38-CE1D-43EE-ABE6-7257CEDD6BA1}" dt="2024-09-30T18:19:47.755" v="2588" actId="20577"/>
        <pc:sldMkLst>
          <pc:docMk/>
          <pc:sldMk cId="833552698" sldId="378"/>
        </pc:sldMkLst>
      </pc:sldChg>
      <pc:sldChg chg="addSp delSp modSp add mod">
        <pc:chgData name="蕭兆翔" userId="c09afb0b-60c9-45d8-81f2-4d7aa859f4bf" providerId="ADAL" clId="{5B46DE38-CE1D-43EE-ABE6-7257CEDD6BA1}" dt="2024-09-30T18:25:57.157" v="2851" actId="207"/>
        <pc:sldMkLst>
          <pc:docMk/>
          <pc:sldMk cId="3849723927" sldId="379"/>
        </pc:sldMkLst>
      </pc:sldChg>
      <pc:sldChg chg="delSp modSp add mod">
        <pc:chgData name="蕭兆翔" userId="c09afb0b-60c9-45d8-81f2-4d7aa859f4bf" providerId="ADAL" clId="{5B46DE38-CE1D-43EE-ABE6-7257CEDD6BA1}" dt="2024-10-04T03:23:45.925" v="3160" actId="14100"/>
        <pc:sldMkLst>
          <pc:docMk/>
          <pc:sldMk cId="2273897021" sldId="3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6BA1F3-EF3D-4D7D-9D53-6A73502454B3}" type="datetimeFigureOut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DF7A67-B956-45B6-B4E9-2E1CB8594A2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5347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695564-EDD6-4439-B3C9-C4F7E617F23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955967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F88-B21E-4744-8141-81295143F075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2162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1C44-A99D-4D34-8D8C-268F70991C17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710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B6E1-2660-4E21-847C-AFE620A3F0CA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3426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A47-2A6B-4BC9-A1AE-B64268B1D6F5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541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012D1-161A-467E-BB98-C3EE5B4378D1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898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7C8-26B8-465B-BB78-7A8EFA3F8290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4291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446AB-30E1-4E41-8435-FFEB669855A9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7962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2762-ED5F-4C3D-9B24-CAE89EE69E6C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389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8E9-190F-416A-875F-AC1A5A460515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11867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7C50-A082-4F18-B29D-65651CC7F950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626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E434-F5E2-44A5-BA53-F8F1691A03C4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78234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111973-BDC9-ADF0-35F7-7D189C2C72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3A40C414-BDCF-9EAE-ED7C-2BE8C4B912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2DC145-36D2-54DD-9BA5-CA2952280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A4DF88-B21E-4744-8141-81295143F075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020E52-D3E1-2E00-CF48-A78736249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A4BBBB-A377-D9EB-EA18-7E9C0D0C8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79907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733CFF-E294-8B2E-1D1D-0E8AAAB96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2E57A-65AD-50FD-15CA-FB40CBFB1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8B41CCE-B231-FF95-6638-67039939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41C44-A99D-4D34-8D8C-268F70991C17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2CE8D9-A8CD-F6B1-CE89-F02918038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2177334-1675-7F06-E904-AE888F67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0039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CA0CC-B411-E69F-F70B-CE84F0915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0472593-362D-F34D-D798-AD4D2686EF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93B074-3AE1-AB5E-6EE6-23276D769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4B6E1-2660-4E21-847C-AFE620A3F0CA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55A56D2-4EF9-9FEE-C7F6-7B252BB69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5638B0D-E5E9-3F28-89A6-3FA6C025D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3272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17513-6104-C09D-4295-91A214EE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325026-1AA6-6D42-D1CF-0A8E47047E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F79FF06-32A8-2189-8120-C4C0C804EA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FF27E98-8FA5-DF74-DE08-81F684B6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1C8A47-2A6B-4BC9-A1AE-B64268B1D6F5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5AB5E1-3AFF-694C-3CCC-426B084E2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9ECB3FC-FCFC-AB49-8E5A-0A80D994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6854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19A209-B721-44FC-0A01-EE3594924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79480B-C5E5-746A-BEA1-4989C883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06F5F6-2FF2-D584-FAA6-93392C6325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FADAC53-2C30-2CBA-C256-3CCAB7236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EA4960E-9AFC-25AB-8013-311F9A5CE8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E05D33D-0C87-8578-E94F-BE0FC46F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A012D1-161A-467E-BB98-C3EE5B4378D1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9F88EF6-91E1-1B92-4CE7-0052063E4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7178E5D-3328-1466-666F-831C82A6B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354758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7DFE72-9169-D048-B461-503C9CFC2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8718450-C4AA-2B7F-0DC8-6E7F8DC6F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D307C8-26B8-465B-BB78-7A8EFA3F8290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1DD51B5-1BA4-CF5F-8E46-396667D28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0AA3D9-D503-43BB-C077-5068A071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32142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1DB785E-32CD-4D3D-C4A7-BE5D1304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446AB-30E1-4E41-8435-FFEB669855A9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D824683-7557-6A25-E87C-83690A38B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09A61D3-9A4A-1411-74EB-9B3E4E64C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80468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942028-C333-54DD-8629-1DB2CA14F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03A50B-AC6D-B3FB-405B-A9E5A590A1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FA0CEBF-8479-223F-C634-7ADE4DA3E6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FA64FE-2CDB-D9F6-5D16-A1D8D0B74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52762-ED5F-4C3D-9B24-CAE89EE69E6C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EE14081-34A8-2027-794C-2C5CF4613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7A3B018-278E-3EA7-CF18-44DDE4163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29918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74FC54-E23A-C37F-1EC8-59EAC36DE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29F737B-B95F-C7D4-6B78-FAFD5FBA3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7E210BB-D902-282D-0A99-A6C772C1F2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375CDE2-4A0B-35D8-A016-96FAC306B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B268E9-190F-416A-875F-AC1A5A460515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62F7669-71B7-A9E2-7C32-902F0378E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BBB5F08-86A1-A4CA-A3AB-35310DB08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5716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D9514-6A59-8F7D-D492-D9DAB1163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E8DF920-422E-A9D5-CE18-6C969E5DA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894E6F4-046A-C714-F798-2B987752D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BD7C50-A082-4F18-B29D-65651CC7F950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D6A372-1765-57E0-7FEB-F516C3166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4DF7441-3856-95AD-7FA4-1F3CD3C54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3236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6533B3-C78D-2A42-F1F8-2FBB810BDB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8814556-CB22-D073-BD57-98B1523EFB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85B6D0-9F99-4250-7030-4FF0C414A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CE434-F5E2-44A5-BA53-F8F1691A03C4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CFCFE9D-9C9C-78C5-153F-2382C180A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42AB41-303D-D2CC-767B-BA57E26A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1190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7C846-08DA-434C-9215-F94CFE563CB4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3243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6F825CE-A531-DFA9-8313-2EA3BB30F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A9FD70C-B749-0F32-E6A7-18F5B18C8B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0E6A94-D0F5-8912-A5C2-DC553E4C2E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E7C846-08DA-434C-9215-F94CFE563CB4}" type="datetime1">
              <a:rPr lang="zh-TW" altLang="en-US" smtClean="0"/>
              <a:t>2025/10/29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30CF90-211C-709C-E0C5-D19BD909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0970CC7-F157-CAFA-ED54-9CBDB784A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25EE10-825B-4D49-8D47-2CB0B2BE83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9891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29g4g2dyqv443.cloudfront.net/sites/default/files/pictures/2018/convolution-2.gif" TargetMode="External"/><Relationship Id="rId2" Type="http://schemas.openxmlformats.org/officeDocument/2006/relationships/image" Target="../media/image70.gi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20.png"/><Relationship Id="rId5" Type="http://schemas.openxmlformats.org/officeDocument/2006/relationships/image" Target="../media/image810.png"/><Relationship Id="rId4" Type="http://schemas.openxmlformats.org/officeDocument/2006/relationships/image" Target="../media/image8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jpe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0.png"/><Relationship Id="rId3" Type="http://schemas.openxmlformats.org/officeDocument/2006/relationships/image" Target="../media/image940.png"/><Relationship Id="rId7" Type="http://schemas.openxmlformats.org/officeDocument/2006/relationships/image" Target="../media/image980.png"/><Relationship Id="rId2" Type="http://schemas.openxmlformats.org/officeDocument/2006/relationships/image" Target="../media/image9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7.png"/><Relationship Id="rId5" Type="http://schemas.openxmlformats.org/officeDocument/2006/relationships/image" Target="../media/image960.png"/><Relationship Id="rId10" Type="http://schemas.openxmlformats.org/officeDocument/2006/relationships/image" Target="../media/image101.png"/><Relationship Id="rId4" Type="http://schemas.openxmlformats.org/officeDocument/2006/relationships/image" Target="../media/image950.png"/><Relationship Id="rId9" Type="http://schemas.openxmlformats.org/officeDocument/2006/relationships/image" Target="../media/image10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9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09.png"/><Relationship Id="rId7" Type="http://schemas.openxmlformats.org/officeDocument/2006/relationships/image" Target="../media/image106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9.png"/><Relationship Id="rId4" Type="http://schemas.openxmlformats.org/officeDocument/2006/relationships/image" Target="../media/image11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3.png"/><Relationship Id="rId4" Type="http://schemas.openxmlformats.org/officeDocument/2006/relationships/image" Target="../media/image12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7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F5AE22FC-AF5D-80D6-CC9F-1199F201F39A}"/>
              </a:ext>
            </a:extLst>
          </p:cNvPr>
          <p:cNvSpPr txBox="1"/>
          <p:nvPr/>
        </p:nvSpPr>
        <p:spPr>
          <a:xfrm>
            <a:off x="0" y="3646424"/>
            <a:ext cx="12192000" cy="14827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教師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蕭兆翔 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助教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陳信宏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49B9DE3-2C0C-4512-514F-D92557F4E5E7}"/>
              </a:ext>
            </a:extLst>
          </p:cNvPr>
          <p:cNvSpPr txBox="1"/>
          <p:nvPr/>
        </p:nvSpPr>
        <p:spPr>
          <a:xfrm>
            <a:off x="0" y="2195913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</a:t>
            </a:r>
            <a:r>
              <a:rPr kumimoji="0" lang="en-US" altLang="zh-TW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03</a:t>
            </a:r>
            <a:r>
              <a:rPr kumimoji="0" lang="zh-TW" altLang="en-US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強度轉換與空間濾波</a:t>
            </a:r>
            <a:endParaRPr kumimoji="0" lang="en-US" altLang="zh-TW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D3C3FC8-6565-2956-B665-A65BE6976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43009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CD957A9-0E54-84D9-10A8-F62EEF35676D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02CC4ED-5EDC-5346-2E9A-12FB2097B728}"/>
              </a:ext>
            </a:extLst>
          </p:cNvPr>
          <p:cNvSpPr txBox="1"/>
          <p:nvPr/>
        </p:nvSpPr>
        <p:spPr>
          <a:xfrm>
            <a:off x="624141" y="1861536"/>
            <a:ext cx="6245621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強度轉換函數：</a:t>
            </a: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對比度拉伸（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Contrast Stretching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負片轉換（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Negative Transformation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Gamma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變換（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Power-Law Transformation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直方圖處理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(Histogram Processing)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空間濾波基礎：</a:t>
            </a: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zh-TW" altLang="en-US" sz="20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卷積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與相關操作（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Convolution and Correlation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（低通）均值濾波器（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Mean Filter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（低通）中值濾波器（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Median Filter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（低通）高斯濾波器（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Gaussian Filter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r>
              <a:rPr lang="en-US" altLang="zh-TW" sz="200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sinc</a:t>
            </a:r>
            <a:endParaRPr lang="zh-TW" altLang="en-US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n"/>
            </a:pP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（高通） 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Sobel 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和 </a:t>
            </a:r>
            <a:r>
              <a:rPr lang="en-US" altLang="zh-TW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Laplacian </a:t>
            </a:r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邊緣檢測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5465937-1F8C-5FEF-563C-7080E8B35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FF46BF-86BE-0243-02D1-D7D3F7509A50}"/>
              </a:ext>
            </a:extLst>
          </p:cNvPr>
          <p:cNvSpPr txBox="1"/>
          <p:nvPr/>
        </p:nvSpPr>
        <p:spPr>
          <a:xfrm>
            <a:off x="932873" y="1052945"/>
            <a:ext cx="34676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複習 索引、仿射 </a:t>
            </a:r>
          </a:p>
        </p:txBody>
      </p:sp>
    </p:spTree>
    <p:extLst>
      <p:ext uri="{BB962C8B-B14F-4D97-AF65-F5344CB8AC3E}">
        <p14:creationId xmlns:p14="http://schemas.microsoft.com/office/powerpoint/2010/main" val="1608843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B4E447B-17B7-7B0D-9E6B-D369E3494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F4B75D9-F180-7C01-4CE3-6538E015BD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2" b="-1"/>
          <a:stretch/>
        </p:blipFill>
        <p:spPr>
          <a:xfrm>
            <a:off x="1027623" y="3324173"/>
            <a:ext cx="7935432" cy="324329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26FF226B-5B36-2666-4A39-072CC0243629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強度</a:t>
            </a:r>
            <a:r>
              <a:rPr lang="en-US" altLang="zh-TW"/>
              <a:t>(Intensity) </a:t>
            </a: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C4107DE-A081-90AD-64DD-1A50E8042B36}"/>
              </a:ext>
            </a:extLst>
          </p:cNvPr>
          <p:cNvSpPr txBox="1"/>
          <p:nvPr/>
        </p:nvSpPr>
        <p:spPr>
          <a:xfrm>
            <a:off x="1163782" y="1200726"/>
            <a:ext cx="101174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灰階影像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(grayscale image)</a:t>
            </a:r>
          </a:p>
          <a:p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二維的函數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f(</a:t>
            </a:r>
            <a:r>
              <a:rPr lang="en-US" altLang="zh-TW" sz="2800" i="1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80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800" i="1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，其中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為空間座標，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的大小就稱為這張影像在該點的</a:t>
            </a:r>
            <a:r>
              <a:rPr lang="zh-TW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(intensity)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或灰階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(gray level)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22EB30F-8D63-0A9B-BE96-F0BDDF90C8E0}"/>
              </a:ext>
            </a:extLst>
          </p:cNvPr>
          <p:cNvSpPr txBox="1"/>
          <p:nvPr/>
        </p:nvSpPr>
        <p:spPr>
          <a:xfrm>
            <a:off x="1163782" y="2638744"/>
            <a:ext cx="9855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每個影像原素有特定的位置與值，稱為</a:t>
            </a:r>
            <a:r>
              <a:rPr lang="zh-TW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畫素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像素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(pixel)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22D4C53-B327-D5D9-91C7-9665E5FD1DAB}"/>
              </a:ext>
            </a:extLst>
          </p:cNvPr>
          <p:cNvSpPr txBox="1"/>
          <p:nvPr/>
        </p:nvSpPr>
        <p:spPr>
          <a:xfrm>
            <a:off x="9082541" y="4017816"/>
            <a:ext cx="2885726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f(200,350) = 139</a:t>
            </a:r>
          </a:p>
          <a:p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(200,350) : 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空間座標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139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影像強度</a:t>
            </a:r>
          </a:p>
        </p:txBody>
      </p:sp>
    </p:spTree>
    <p:extLst>
      <p:ext uri="{BB962C8B-B14F-4D97-AF65-F5344CB8AC3E}">
        <p14:creationId xmlns:p14="http://schemas.microsoft.com/office/powerpoint/2010/main" val="301264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9BB4396-62E6-1646-A694-D54D412B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CCB7D50-2C18-234A-6425-CD1ADE917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352" y="4320987"/>
            <a:ext cx="11660155" cy="13613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0A3384F-4F47-5050-7526-E36F5E953135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八位元</a:t>
            </a:r>
            <a:r>
              <a:rPr lang="en-US" altLang="zh-TW"/>
              <a:t>(8Bit) </a:t>
            </a:r>
            <a:r>
              <a:rPr lang="zh-TW" altLang="en-US"/>
              <a:t>灰階影像的強度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47FDC24-8094-8817-D82C-4CA75B068DA5}"/>
                  </a:ext>
                </a:extLst>
              </p:cNvPr>
              <p:cNvSpPr txBox="1"/>
              <p:nvPr/>
            </p:nvSpPr>
            <p:spPr>
              <a:xfrm>
                <a:off x="757382" y="1256144"/>
                <a:ext cx="108712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n"/>
                </a:pPr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灰階影像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f(</a:t>
                </a:r>
                <a:r>
                  <a:rPr lang="en-US" altLang="zh-TW" sz="2800" i="1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x</a:t>
                </a:r>
                <a:r>
                  <a:rPr lang="en-US" altLang="zh-TW" sz="2800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,</a:t>
                </a:r>
                <a:r>
                  <a:rPr lang="en-US" altLang="zh-TW" sz="2800" i="1" err="1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y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):</a:t>
                </a:r>
              </a:p>
              <a:p>
                <a:r>
                  <a:rPr kumimoji="0" lang="en-US" altLang="zh-TW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</a:t>
                </a:r>
                <a:r>
                  <a:rPr kumimoji="0" lang="zh-TW" altLang="zh-TW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影像在某個點 (x, y) 的值代表該點的 </a:t>
                </a:r>
                <a:r>
                  <a:rPr kumimoji="0" lang="zh-TW" altLang="zh-TW" sz="2800" b="1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強度值</a:t>
                </a:r>
                <a:r>
                  <a:rPr kumimoji="0" lang="zh-TW" altLang="zh-TW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。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en-US" altLang="zh-TW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     </a:t>
                </a:r>
                <a:r>
                  <a:rPr kumimoji="0" lang="zh-TW" altLang="zh-TW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灰階影像中，強度最小值代表「</a:t>
                </a:r>
                <a:r>
                  <a:rPr kumimoji="0" lang="zh-TW" altLang="zh-TW" sz="2800" b="0" i="0" u="none" strike="noStrike" cap="none" normalizeH="0" baseline="0">
                    <a:ln>
                      <a:noFill/>
                    </a:ln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黑</a:t>
                </a:r>
                <a:r>
                  <a:rPr kumimoji="0" lang="zh-TW" altLang="zh-TW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」，強度最大值代表「</a:t>
                </a:r>
                <a:r>
                  <a:rPr kumimoji="0" lang="zh-TW" altLang="zh-TW" sz="2800" b="0" i="0" u="none" strike="noStrike" cap="none" normalizeH="0" baseline="0">
                    <a:ln>
                      <a:noFill/>
                    </a:ln>
                    <a:solidFill>
                      <a:schemeClr val="bg1"/>
                    </a:solidFill>
                    <a:effectLst/>
                    <a:highlight>
                      <a:srgbClr val="000000"/>
                    </a:highlight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白</a:t>
                </a:r>
                <a:r>
                  <a:rPr kumimoji="0" lang="zh-TW" altLang="zh-TW" sz="2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」。</a:t>
                </a:r>
                <a:endParaRPr kumimoji="0" lang="en-US" altLang="zh-TW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endParaRPr kumimoji="0" lang="zh-TW" altLang="zh-TW" sz="2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marR="0" lvl="0" indent="-4572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 typeface="Wingdings" panose="05000000000000000000" pitchFamily="2" charset="2"/>
                  <a:buChar char="n"/>
                  <a:tabLst/>
                </a:pPr>
                <a:r>
                  <a:rPr lang="zh-TW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8-bit 灰階影像：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TW" sz="2800" b="0" i="1" dirty="0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zh-TW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=256 ，從「黑」到「白」</a:t>
                </a:r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，</a:t>
                </a:r>
                <a:r>
                  <a:rPr lang="zh-TW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共 256 個值。</a:t>
                </a: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47FDC24-8094-8817-D82C-4CA75B068D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382" y="1256144"/>
                <a:ext cx="10871200" cy="2246769"/>
              </a:xfrm>
              <a:prstGeom prst="rect">
                <a:avLst/>
              </a:prstGeom>
              <a:blipFill>
                <a:blip r:embed="rId3"/>
                <a:stretch>
                  <a:fillRect l="-953" t="-2710" b="-6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211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ABEA925-7E96-D5ED-B5B5-18186F993C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4" t="66001" r="36571"/>
          <a:stretch/>
        </p:blipFill>
        <p:spPr bwMode="auto">
          <a:xfrm>
            <a:off x="7485248" y="2920640"/>
            <a:ext cx="3141396" cy="729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/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/>
              <a:t>3.1 </a:t>
            </a:r>
            <a:r>
              <a:rPr lang="zh-TW" altLang="en-US"/>
              <a:t>強度轉換函數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694" r="36571" b="76015"/>
          <a:stretch/>
        </p:blipFill>
        <p:spPr bwMode="auto">
          <a:xfrm>
            <a:off x="7549173" y="2486873"/>
            <a:ext cx="3141396" cy="5149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299675A4-9CAC-F9C5-39CA-B8247E6BB528}"/>
              </a:ext>
            </a:extLst>
          </p:cNvPr>
          <p:cNvSpPr txBox="1"/>
          <p:nvPr/>
        </p:nvSpPr>
        <p:spPr>
          <a:xfrm>
            <a:off x="657727" y="1331494"/>
            <a:ext cx="8823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強度轉換函數</a:t>
            </a:r>
            <a:r>
              <a:rPr lang="en-US" altLang="zh-TW" sz="40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40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(intensity </a:t>
            </a:r>
            <a:r>
              <a:rPr lang="en-US" altLang="zh-TW" sz="40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en-US" altLang="zh-TW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ransformation)</a:t>
            </a:r>
            <a:endParaRPr lang="zh-TW" altLang="en-US" sz="4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3C2B80A-2A09-28C7-DD12-DE592BFCBB45}"/>
              </a:ext>
            </a:extLst>
          </p:cNvPr>
          <p:cNvSpPr txBox="1"/>
          <p:nvPr/>
        </p:nvSpPr>
        <p:spPr>
          <a:xfrm>
            <a:off x="1673239" y="2610972"/>
            <a:ext cx="5152373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函數輸入值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: 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像素值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函數輸出值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: 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經轉換後像素值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548F086B-0EDB-5A41-E296-23844AF786A3}"/>
              </a:ext>
            </a:extLst>
          </p:cNvPr>
          <p:cNvSpPr txBox="1"/>
          <p:nvPr/>
        </p:nvSpPr>
        <p:spPr>
          <a:xfrm>
            <a:off x="1127082" y="4090008"/>
            <a:ext cx="9965791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zh-TW" altLang="en-US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目的</a:t>
            </a:r>
            <a:endParaRPr lang="en-US" altLang="zh-TW" sz="4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對一張輸入影像中的「</a:t>
            </a:r>
            <a:r>
              <a:rPr lang="zh-TW" altLang="en-US" sz="32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每個像素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」，利用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，將像素值做調整，例如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對比強化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zh-TW" altLang="en-US" sz="32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二值化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….</a:t>
            </a:r>
            <a:endParaRPr lang="zh-TW" altLang="en-US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8052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03F08C-7EE9-56D9-45F1-D301D548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F3489B-7352-BE91-2560-59A3482155EF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強度負轉換</a:t>
            </a:r>
            <a:r>
              <a:rPr lang="en-US" altLang="zh-TW"/>
              <a:t>(</a:t>
            </a:r>
            <a:r>
              <a:rPr lang="zh-TW" altLang="en-US"/>
              <a:t>負片</a:t>
            </a:r>
            <a:r>
              <a:rPr lang="en-US" altLang="zh-TW"/>
              <a:t>)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12100B-3C80-C096-DD5F-C23A663CAFC1}"/>
              </a:ext>
            </a:extLst>
          </p:cNvPr>
          <p:cNvSpPr txBox="1"/>
          <p:nvPr/>
        </p:nvSpPr>
        <p:spPr>
          <a:xfrm>
            <a:off x="545432" y="1299410"/>
            <a:ext cx="8823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4000">
                <a:solidFill>
                  <a:srgbClr val="C937B8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負轉換 </a:t>
            </a:r>
            <a:r>
              <a:rPr lang="en-US" altLang="zh-TW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(negative transformation)</a:t>
            </a:r>
            <a:endParaRPr lang="zh-TW" altLang="en-US" sz="4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F4C8393-9078-6EDA-CF43-97A55D3E90EF}"/>
              </a:ext>
            </a:extLst>
          </p:cNvPr>
          <p:cNvSpPr txBox="1"/>
          <p:nvPr/>
        </p:nvSpPr>
        <p:spPr>
          <a:xfrm>
            <a:off x="537411" y="2253915"/>
            <a:ext cx="1122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將灰階強度反轉，以八位元灰階影像為例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強度最大值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=255)</a:t>
            </a:r>
            <a:endParaRPr lang="zh-TW" altLang="en-US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A7E9EB0-83F3-C280-744D-DEB1ED81568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682"/>
          <a:stretch/>
        </p:blipFill>
        <p:spPr bwMode="auto">
          <a:xfrm>
            <a:off x="2174758" y="3224446"/>
            <a:ext cx="2814337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D48B5EF3-0968-7765-18DF-3FDE181D41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70" r="21238"/>
          <a:stretch/>
        </p:blipFill>
        <p:spPr bwMode="auto">
          <a:xfrm>
            <a:off x="7796463" y="3224446"/>
            <a:ext cx="2855495" cy="33123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09418E67-9B4F-9FC6-3AAC-885D791CD787}"/>
              </a:ext>
            </a:extLst>
          </p:cNvPr>
          <p:cNvSpPr/>
          <p:nvPr/>
        </p:nvSpPr>
        <p:spPr>
          <a:xfrm>
            <a:off x="5438276" y="5097199"/>
            <a:ext cx="1844842" cy="68981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345DEEF-E0B8-17F4-4913-D62FA35F4134}"/>
              </a:ext>
            </a:extLst>
          </p:cNvPr>
          <p:cNvSpPr txBox="1"/>
          <p:nvPr/>
        </p:nvSpPr>
        <p:spPr>
          <a:xfrm>
            <a:off x="240633" y="3288629"/>
            <a:ext cx="1732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乳房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光</a:t>
            </a:r>
            <a:endParaRPr lang="en-US" altLang="zh-TW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照片</a:t>
            </a:r>
            <a:endParaRPr lang="en-US" altLang="zh-TW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E29D617-37AE-7D69-B20C-A7C352FACD78}"/>
              </a:ext>
            </a:extLst>
          </p:cNvPr>
          <p:cNvSpPr txBox="1"/>
          <p:nvPr/>
        </p:nvSpPr>
        <p:spPr>
          <a:xfrm>
            <a:off x="2221834" y="3328735"/>
            <a:ext cx="1163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>
                <a:solidFill>
                  <a:srgbClr val="FFC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</a:t>
            </a:r>
            <a:endParaRPr lang="en-US" altLang="zh-TW" sz="3200">
              <a:solidFill>
                <a:srgbClr val="FFC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0CD99D6-2583-8363-6720-149A623C73EB}"/>
              </a:ext>
            </a:extLst>
          </p:cNvPr>
          <p:cNvSpPr txBox="1"/>
          <p:nvPr/>
        </p:nvSpPr>
        <p:spPr>
          <a:xfrm>
            <a:off x="7860633" y="3304672"/>
            <a:ext cx="1163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endParaRPr lang="en-US" altLang="zh-TW" sz="32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C671D21-42A2-1170-0400-46F2CEE34745}"/>
              </a:ext>
            </a:extLst>
          </p:cNvPr>
          <p:cNvSpPr txBox="1"/>
          <p:nvPr/>
        </p:nvSpPr>
        <p:spPr>
          <a:xfrm>
            <a:off x="5470357" y="3898233"/>
            <a:ext cx="1705916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>
                <a:solidFill>
                  <a:schemeClr val="accent5">
                    <a:lumMod val="60000"/>
                    <a:lumOff val="40000"/>
                  </a:schemeClr>
                </a:solidFill>
              </a:rPr>
              <a:t>s = T(r)</a:t>
            </a:r>
          </a:p>
          <a:p>
            <a:r>
              <a:rPr lang="en-US" altLang="zh-TW" sz="3200">
                <a:solidFill>
                  <a:schemeClr val="accent5">
                    <a:lumMod val="60000"/>
                    <a:lumOff val="40000"/>
                  </a:schemeClr>
                </a:solidFill>
              </a:rPr>
              <a:t>s = 255-r</a:t>
            </a:r>
            <a:endParaRPr lang="zh-TW" altLang="en-US" sz="320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6117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03F08C-7EE9-56D9-45F1-D301D548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F3489B-7352-BE91-2560-59A3482155EF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強度對數轉換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12100B-3C80-C096-DD5F-C23A663CAFC1}"/>
              </a:ext>
            </a:extLst>
          </p:cNvPr>
          <p:cNvSpPr txBox="1"/>
          <p:nvPr/>
        </p:nvSpPr>
        <p:spPr>
          <a:xfrm>
            <a:off x="545432" y="1299410"/>
            <a:ext cx="8823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對數轉換 </a:t>
            </a:r>
            <a:r>
              <a:rPr lang="en-US" altLang="zh-TW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(log transformation)</a:t>
            </a:r>
            <a:endParaRPr lang="zh-TW" altLang="en-US" sz="4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F4C8393-9078-6EDA-CF43-97A55D3E90EF}"/>
              </a:ext>
            </a:extLst>
          </p:cNvPr>
          <p:cNvSpPr txBox="1"/>
          <p:nvPr/>
        </p:nvSpPr>
        <p:spPr>
          <a:xfrm>
            <a:off x="521369" y="2237873"/>
            <a:ext cx="112214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原因</a:t>
            </a:r>
            <a:r>
              <a:rPr lang="en-US" altLang="zh-TW" sz="3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對顯示器而言，輸出最暗、最量對比度階層的能力有限。</a:t>
            </a:r>
            <a:endParaRPr lang="en-US" altLang="zh-TW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影像中，強度最大值的像素，會決定「白色」的像素值。</a:t>
            </a:r>
            <a:endParaRPr lang="en-US" altLang="zh-TW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8A6C42E1-DDEA-3482-C9AC-DB3211D0EE31}"/>
              </a:ext>
            </a:extLst>
          </p:cNvPr>
          <p:cNvSpPr txBox="1"/>
          <p:nvPr/>
        </p:nvSpPr>
        <p:spPr>
          <a:xfrm>
            <a:off x="1055045" y="3883163"/>
            <a:ext cx="2698175" cy="1307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八位元灰階影像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 = 0 ~255</a:t>
            </a:r>
            <a:endParaRPr lang="zh-TW" altLang="en-US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1E87068A-77DF-FA12-EBFA-0348AAD2CD96}"/>
              </a:ext>
            </a:extLst>
          </p:cNvPr>
          <p:cNvSpPr/>
          <p:nvPr/>
        </p:nvSpPr>
        <p:spPr>
          <a:xfrm>
            <a:off x="3956083" y="4496835"/>
            <a:ext cx="1411703" cy="68981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93C0222A-D671-13BE-A32D-EDA3C1DDA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427" y="5471817"/>
            <a:ext cx="3984587" cy="465221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CBDAD920-3CC3-E989-75B5-F154D992EBAC}"/>
                  </a:ext>
                </a:extLst>
              </p:cNvPr>
              <p:cNvSpPr txBox="1"/>
              <p:nvPr/>
            </p:nvSpPr>
            <p:spPr>
              <a:xfrm>
                <a:off x="5538933" y="4035080"/>
                <a:ext cx="3137397" cy="152375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傅立葉頻譜影像</a:t>
                </a:r>
                <a:endParaRPr lang="en-US" altLang="zh-TW" sz="2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ctr"/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(Fourier Spectrum):</a:t>
                </a:r>
              </a:p>
              <a:p>
                <a:pPr algn="ctr">
                  <a:lnSpc>
                    <a:spcPct val="150000"/>
                  </a:lnSpc>
                </a:pP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 = 0 ~1.5×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8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sz="28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zh-TW" altLang="en-US" sz="28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CBDAD920-3CC3-E989-75B5-F154D992E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8933" y="4035080"/>
                <a:ext cx="3137397" cy="1523750"/>
              </a:xfrm>
              <a:prstGeom prst="rect">
                <a:avLst/>
              </a:prstGeom>
              <a:blipFill>
                <a:blip r:embed="rId3"/>
                <a:stretch>
                  <a:fillRect l="-195" t="-4400" r="-3113" b="-10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3">
            <a:extLst>
              <a:ext uri="{FF2B5EF4-FFF2-40B4-BE49-F238E27FC236}">
                <a16:creationId xmlns:a16="http://schemas.microsoft.com/office/drawing/2014/main" id="{862BD546-ADFC-4C21-46BD-5BFF8D816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1" r="39480"/>
          <a:stretch/>
        </p:blipFill>
        <p:spPr bwMode="auto">
          <a:xfrm>
            <a:off x="9308798" y="3859069"/>
            <a:ext cx="2144294" cy="22507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606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03F08C-7EE9-56D9-45F1-D301D548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F3489B-7352-BE91-2560-59A3482155EF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強度對數轉換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12100B-3C80-C096-DD5F-C23A663CAFC1}"/>
              </a:ext>
            </a:extLst>
          </p:cNvPr>
          <p:cNvSpPr txBox="1"/>
          <p:nvPr/>
        </p:nvSpPr>
        <p:spPr>
          <a:xfrm>
            <a:off x="545432" y="1299410"/>
            <a:ext cx="8823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4000">
                <a:solidFill>
                  <a:srgbClr val="008BBC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對數轉換 </a:t>
            </a:r>
            <a:r>
              <a:rPr lang="en-US" altLang="zh-TW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(log transformation)</a:t>
            </a:r>
            <a:endParaRPr lang="zh-TW" altLang="en-US" sz="4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F4C8393-9078-6EDA-CF43-97A55D3E90EF}"/>
              </a:ext>
            </a:extLst>
          </p:cNvPr>
          <p:cNvSpPr txBox="1"/>
          <p:nvPr/>
        </p:nvSpPr>
        <p:spPr>
          <a:xfrm>
            <a:off x="521369" y="2237873"/>
            <a:ext cx="112214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取</a:t>
            </a:r>
            <a:r>
              <a:rPr lang="en-US" altLang="zh-TW" sz="3200" b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</a:t>
            </a:r>
            <a:r>
              <a:rPr lang="zh-TW" altLang="en-US" sz="3200" b="1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目的</a:t>
            </a:r>
            <a:r>
              <a:rPr lang="en-US" altLang="zh-TW" sz="3200" b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減少強度階層，以便輸出比較好的對比效果</a:t>
            </a:r>
            <a:endParaRPr lang="en-US" altLang="zh-TW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8" name="Picture 2">
            <a:extLst>
              <a:ext uri="{FF2B5EF4-FFF2-40B4-BE49-F238E27FC236}">
                <a16:creationId xmlns:a16="http://schemas.microsoft.com/office/drawing/2014/main" id="{6D37C52A-EEAB-06DB-5594-3722F74B4D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052" t="-25643" r="39021" b="-12788"/>
          <a:stretch/>
        </p:blipFill>
        <p:spPr bwMode="auto">
          <a:xfrm>
            <a:off x="8140152" y="1240102"/>
            <a:ext cx="2869531" cy="866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3">
            <a:extLst>
              <a:ext uri="{FF2B5EF4-FFF2-40B4-BE49-F238E27FC236}">
                <a16:creationId xmlns:a16="http://schemas.microsoft.com/office/drawing/2014/main" id="{862BD546-ADFC-4C21-46BD-5BFF8D816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12"/>
          <a:stretch/>
        </p:blipFill>
        <p:spPr bwMode="auto">
          <a:xfrm>
            <a:off x="7727097" y="3038034"/>
            <a:ext cx="3351210" cy="343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319FD3E6-0C54-1C23-DBE1-131831F45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1" r="39398"/>
          <a:stretch/>
        </p:blipFill>
        <p:spPr bwMode="auto">
          <a:xfrm>
            <a:off x="2007456" y="3042653"/>
            <a:ext cx="3275744" cy="343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5E8764B9-4ACC-57A4-ED33-EF9414562EB5}"/>
              </a:ext>
            </a:extLst>
          </p:cNvPr>
          <p:cNvSpPr/>
          <p:nvPr/>
        </p:nvSpPr>
        <p:spPr>
          <a:xfrm>
            <a:off x="5576822" y="5097199"/>
            <a:ext cx="1844842" cy="689810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0718C92-743A-1A53-D3B8-BE7E8548BFDA}"/>
              </a:ext>
            </a:extLst>
          </p:cNvPr>
          <p:cNvSpPr txBox="1"/>
          <p:nvPr/>
        </p:nvSpPr>
        <p:spPr>
          <a:xfrm>
            <a:off x="498763" y="3113137"/>
            <a:ext cx="13946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傅立葉</a:t>
            </a:r>
            <a:endParaRPr lang="en-US" altLang="zh-TW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頻譜影像</a:t>
            </a:r>
            <a:endParaRPr lang="en-US" altLang="zh-TW" sz="2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83BA020-6687-7840-9D9B-C112393A9430}"/>
              </a:ext>
            </a:extLst>
          </p:cNvPr>
          <p:cNvSpPr txBox="1"/>
          <p:nvPr/>
        </p:nvSpPr>
        <p:spPr>
          <a:xfrm>
            <a:off x="1926271" y="3107063"/>
            <a:ext cx="1163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>
                <a:solidFill>
                  <a:srgbClr val="FFC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</a:t>
            </a:r>
            <a:endParaRPr lang="en-US" altLang="zh-TW" sz="3200">
              <a:solidFill>
                <a:srgbClr val="FFC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5B6E3BC-86EE-F438-FCCA-A07E82702D5B}"/>
              </a:ext>
            </a:extLst>
          </p:cNvPr>
          <p:cNvSpPr txBox="1"/>
          <p:nvPr/>
        </p:nvSpPr>
        <p:spPr>
          <a:xfrm>
            <a:off x="7814452" y="3156891"/>
            <a:ext cx="1163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endParaRPr lang="en-US" altLang="zh-TW" sz="32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79426E6-7FA9-C464-93AE-270EFA415C89}"/>
              </a:ext>
            </a:extLst>
          </p:cNvPr>
          <p:cNvSpPr txBox="1"/>
          <p:nvPr/>
        </p:nvSpPr>
        <p:spPr>
          <a:xfrm>
            <a:off x="5461119" y="3731979"/>
            <a:ext cx="211949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>
                <a:solidFill>
                  <a:srgbClr val="00B0F0"/>
                </a:solidFill>
              </a:rPr>
              <a:t>s = T(r)</a:t>
            </a:r>
          </a:p>
          <a:p>
            <a:r>
              <a:rPr lang="en-US" altLang="zh-TW" sz="3200">
                <a:solidFill>
                  <a:srgbClr val="00B0F0"/>
                </a:solidFill>
              </a:rPr>
              <a:t>s = log(1+r)</a:t>
            </a:r>
            <a:endParaRPr lang="zh-TW" altLang="en-US" sz="320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306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03F08C-7EE9-56D9-45F1-D301D548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F1F3489B-7352-BE91-2560-59A3482155EF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強度對數轉換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112100B-3C80-C096-DD5F-C23A663CAFC1}"/>
              </a:ext>
            </a:extLst>
          </p:cNvPr>
          <p:cNvSpPr txBox="1"/>
          <p:nvPr/>
        </p:nvSpPr>
        <p:spPr>
          <a:xfrm>
            <a:off x="545432" y="1299410"/>
            <a:ext cx="88231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對數轉換 </a:t>
            </a:r>
            <a:r>
              <a:rPr lang="en-US" altLang="zh-TW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(log transformation)</a:t>
            </a:r>
            <a:endParaRPr lang="zh-TW" altLang="en-US" sz="40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9" name="Picture 3">
            <a:extLst>
              <a:ext uri="{FF2B5EF4-FFF2-40B4-BE49-F238E27FC236}">
                <a16:creationId xmlns:a16="http://schemas.microsoft.com/office/drawing/2014/main" id="{862BD546-ADFC-4C21-46BD-5BFF8D81662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012"/>
          <a:stretch/>
        </p:blipFill>
        <p:spPr bwMode="auto">
          <a:xfrm>
            <a:off x="3995606" y="2409962"/>
            <a:ext cx="3351210" cy="343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319FD3E6-0C54-1C23-DBE1-131831F45D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91" r="39398"/>
          <a:stretch/>
        </p:blipFill>
        <p:spPr bwMode="auto">
          <a:xfrm>
            <a:off x="677420" y="2414581"/>
            <a:ext cx="3275744" cy="3431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83BA020-6687-7840-9D9B-C112393A9430}"/>
              </a:ext>
            </a:extLst>
          </p:cNvPr>
          <p:cNvSpPr txBox="1"/>
          <p:nvPr/>
        </p:nvSpPr>
        <p:spPr>
          <a:xfrm>
            <a:off x="596235" y="2478991"/>
            <a:ext cx="1163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>
                <a:solidFill>
                  <a:srgbClr val="FFC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</a:t>
            </a:r>
            <a:endParaRPr lang="en-US" altLang="zh-TW" sz="3200">
              <a:solidFill>
                <a:srgbClr val="FFC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5B6E3BC-86EE-F438-FCCA-A07E82702D5B}"/>
              </a:ext>
            </a:extLst>
          </p:cNvPr>
          <p:cNvSpPr txBox="1"/>
          <p:nvPr/>
        </p:nvSpPr>
        <p:spPr>
          <a:xfrm>
            <a:off x="4082961" y="2528819"/>
            <a:ext cx="11630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32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endParaRPr lang="en-US" altLang="zh-TW" sz="32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87234EC6-E15B-9D75-591F-3DC4012019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6527" y="2244436"/>
            <a:ext cx="4054669" cy="307571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4F3D0FF7-9253-171B-97FE-B4BC2D6C34F5}"/>
              </a:ext>
            </a:extLst>
          </p:cNvPr>
          <p:cNvSpPr txBox="1"/>
          <p:nvPr/>
        </p:nvSpPr>
        <p:spPr>
          <a:xfrm>
            <a:off x="8876146" y="1547152"/>
            <a:ext cx="18195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>
                <a:solidFill>
                  <a:schemeClr val="accent1">
                    <a:lumMod val="75000"/>
                  </a:schemeClr>
                </a:solidFill>
              </a:rPr>
              <a:t>s = log(1+r)</a:t>
            </a:r>
            <a:endParaRPr lang="zh-TW" altLang="en-US" sz="280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9622D39-CC40-0727-E050-78F801DB7516}"/>
                  </a:ext>
                </a:extLst>
              </p:cNvPr>
              <p:cNvSpPr txBox="1"/>
              <p:nvPr/>
            </p:nvSpPr>
            <p:spPr>
              <a:xfrm>
                <a:off x="1191489" y="5871357"/>
                <a:ext cx="216131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r = 0 ~1.5×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6</m:t>
                        </m:r>
                      </m:sup>
                    </m:sSup>
                  </m:oMath>
                </a14:m>
                <a:endParaRPr lang="zh-TW" altLang="en-US" sz="24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文字方塊 14">
                <a:extLst>
                  <a:ext uri="{FF2B5EF4-FFF2-40B4-BE49-F238E27FC236}">
                    <a16:creationId xmlns:a16="http://schemas.microsoft.com/office/drawing/2014/main" id="{D9622D39-CC40-0727-E050-78F801DB7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489" y="5871357"/>
                <a:ext cx="2161310" cy="461665"/>
              </a:xfrm>
              <a:prstGeom prst="rect">
                <a:avLst/>
              </a:prstGeom>
              <a:blipFill>
                <a:blip r:embed="rId4"/>
                <a:stretch>
                  <a:fillRect l="-2535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字方塊 15">
            <a:extLst>
              <a:ext uri="{FF2B5EF4-FFF2-40B4-BE49-F238E27FC236}">
                <a16:creationId xmlns:a16="http://schemas.microsoft.com/office/drawing/2014/main" id="{142FC473-7D73-2F2B-D0FD-6577E82263BF}"/>
              </a:ext>
            </a:extLst>
          </p:cNvPr>
          <p:cNvSpPr txBox="1"/>
          <p:nvPr/>
        </p:nvSpPr>
        <p:spPr>
          <a:xfrm>
            <a:off x="4396505" y="5875975"/>
            <a:ext cx="25954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Log(1+r) = 0 ~6.2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673780B-4E5E-045E-A8CA-7A2150BEB222}"/>
                  </a:ext>
                </a:extLst>
              </p:cNvPr>
              <p:cNvSpPr txBox="1"/>
              <p:nvPr/>
            </p:nvSpPr>
            <p:spPr>
              <a:xfrm>
                <a:off x="8756073" y="5467928"/>
                <a:ext cx="2252540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TW" altLang="en-US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為啥不用</a:t>
                </a:r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log(r)?</a:t>
                </a:r>
              </a:p>
              <a:p>
                <a:pPr algn="ctr"/>
                <a:r>
                  <a:rPr lang="en-US" altLang="zh-TW" sz="24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log(0) = </a:t>
                </a:r>
                <a14:m>
                  <m:oMath xmlns:m="http://schemas.openxmlformats.org/officeDocument/2006/math">
                    <m:r>
                      <a:rPr lang="en-US" altLang="zh-TW" sz="24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TW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∞</m:t>
                    </m:r>
                  </m:oMath>
                </a14:m>
                <a:endParaRPr lang="en-US" altLang="zh-TW" sz="24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6673780B-4E5E-045E-A8CA-7A2150BEB2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6073" y="5467928"/>
                <a:ext cx="2252540" cy="830997"/>
              </a:xfrm>
              <a:prstGeom prst="rect">
                <a:avLst/>
              </a:prstGeom>
              <a:blipFill>
                <a:blip r:embed="rId5"/>
                <a:stretch>
                  <a:fillRect l="-3514" t="-5882" r="-3514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8709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/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空拍照片 使用</a:t>
            </a:r>
            <a:r>
              <a:rPr lang="en-US" altLang="zh-TW"/>
              <a:t>Gamma</a:t>
            </a:r>
            <a:r>
              <a:rPr lang="zh-TW" altLang="en-US"/>
              <a:t>矯正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3" r="2459" b="3138"/>
          <a:stretch/>
        </p:blipFill>
        <p:spPr bwMode="auto">
          <a:xfrm>
            <a:off x="5391397" y="994196"/>
            <a:ext cx="5505061" cy="55100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15E6ECC-424F-C280-9BF7-C0E940219629}"/>
                  </a:ext>
                </a:extLst>
              </p:cNvPr>
              <p:cNvSpPr txBox="1"/>
              <p:nvPr/>
            </p:nvSpPr>
            <p:spPr>
              <a:xfrm>
                <a:off x="8235774" y="1115292"/>
                <a:ext cx="67191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615E6ECC-424F-C280-9BF7-C0E940219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5774" y="1115292"/>
                <a:ext cx="671914" cy="307777"/>
              </a:xfrm>
              <a:prstGeom prst="rect">
                <a:avLst/>
              </a:prstGeom>
              <a:blipFill>
                <a:blip r:embed="rId3"/>
                <a:stretch>
                  <a:fillRect l="-8182" r="-9091" b="-2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5683FEC-42C8-AF92-CFF9-A45D3DE124DD}"/>
                  </a:ext>
                </a:extLst>
              </p:cNvPr>
              <p:cNvSpPr txBox="1"/>
              <p:nvPr/>
            </p:nvSpPr>
            <p:spPr>
              <a:xfrm>
                <a:off x="5552609" y="3816929"/>
                <a:ext cx="67191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zh-TW" altLang="en-US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45683FEC-42C8-AF92-CFF9-A45D3DE12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2609" y="3816929"/>
                <a:ext cx="671915" cy="307777"/>
              </a:xfrm>
              <a:prstGeom prst="rect">
                <a:avLst/>
              </a:prstGeom>
              <a:blipFill>
                <a:blip r:embed="rId4"/>
                <a:stretch>
                  <a:fillRect l="-9091" r="-8182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13FC996-85C8-E2CC-15BC-1C3CC5CAC043}"/>
                  </a:ext>
                </a:extLst>
              </p:cNvPr>
              <p:cNvSpPr txBox="1"/>
              <p:nvPr/>
            </p:nvSpPr>
            <p:spPr>
              <a:xfrm>
                <a:off x="8231155" y="3816928"/>
                <a:ext cx="671915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zh-TW" altLang="en-US" sz="2000" i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0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zh-TW" altLang="en-US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13FC996-85C8-E2CC-15BC-1C3CC5CAC0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1155" y="3816928"/>
                <a:ext cx="671915" cy="307777"/>
              </a:xfrm>
              <a:prstGeom prst="rect">
                <a:avLst/>
              </a:prstGeom>
              <a:blipFill>
                <a:blip r:embed="rId5"/>
                <a:stretch>
                  <a:fillRect l="-8182" r="-9091" b="-21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投影片編號版面配置區 1">
            <a:extLst>
              <a:ext uri="{FF2B5EF4-FFF2-40B4-BE49-F238E27FC236}">
                <a16:creationId xmlns:a16="http://schemas.microsoft.com/office/drawing/2014/main" id="{27AEFAD5-E896-A4F1-27C8-90B73887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A25EE10-825B-4D49-8D47-2CB0B2BE83D5}" type="slidenum">
              <a:rPr lang="zh-TW" altLang="en-US" smtClean="0"/>
              <a:t>10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2C74408-C67D-D3F0-75D1-27BB7B6A913A}"/>
                  </a:ext>
                </a:extLst>
              </p:cNvPr>
              <p:cNvSpPr txBox="1"/>
              <p:nvPr/>
            </p:nvSpPr>
            <p:spPr>
              <a:xfrm>
                <a:off x="1861128" y="1186590"/>
                <a:ext cx="1817292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400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TW" altLang="en-US" sz="4000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4000" i="1">
                          <a:latin typeface="Cambria Math" panose="02040503050406030204" pitchFamily="18" charset="0"/>
                        </a:rPr>
                        <m:t>𝑐</m:t>
                      </m:r>
                      <m:sSup>
                        <m:sSupPr>
                          <m:ctrlPr>
                            <a:rPr lang="zh-TW" altLang="en-US" sz="4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TW" altLang="en-US" sz="400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zh-TW" altLang="en-US" sz="4000" i="1">
                              <a:latin typeface="Cambria Math" panose="02040503050406030204" pitchFamily="18" charset="0"/>
                            </a:rPr>
                            <m:t>𝛾</m:t>
                          </m:r>
                        </m:sup>
                      </m:sSup>
                    </m:oMath>
                  </m:oMathPara>
                </a14:m>
                <a:endParaRPr lang="zh-TW" altLang="en-US" sz="4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02C74408-C67D-D3F0-75D1-27BB7B6A9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1128" y="1186590"/>
                <a:ext cx="1817292" cy="61555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EB63B022-FE59-8676-572E-1FBB88D011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80"/>
          <a:stretch/>
        </p:blipFill>
        <p:spPr bwMode="auto">
          <a:xfrm>
            <a:off x="585711" y="2744339"/>
            <a:ext cx="4078652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FB49D28-255A-6B89-5A50-D9177E465A7F}"/>
                  </a:ext>
                </a:extLst>
              </p:cNvPr>
              <p:cNvSpPr txBox="1"/>
              <p:nvPr/>
            </p:nvSpPr>
            <p:spPr>
              <a:xfrm>
                <a:off x="1357745" y="1967346"/>
                <a:ext cx="2611805" cy="584775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TW" sz="32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TW" sz="320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zh-TW" altLang="en-US" sz="32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， 更暗</a:t>
                </a:r>
              </a:p>
            </p:txBody>
          </p:sp>
        </mc:Choice>
        <mc:Fallback xmlns="">
          <p:sp>
            <p:nvSpPr>
              <p:cNvPr id="12" name="文字方塊 11">
                <a:extLst>
                  <a:ext uri="{FF2B5EF4-FFF2-40B4-BE49-F238E27FC236}">
                    <a16:creationId xmlns:a16="http://schemas.microsoft.com/office/drawing/2014/main" id="{FFB49D28-255A-6B89-5A50-D9177E465A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7745" y="1967346"/>
                <a:ext cx="2611805" cy="584775"/>
              </a:xfrm>
              <a:prstGeom prst="rect">
                <a:avLst/>
              </a:prstGeom>
              <a:blipFill>
                <a:blip r:embed="rId8"/>
                <a:stretch>
                  <a:fillRect t="-13542" r="-514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9E976277-670C-2069-108E-B11440768A78}"/>
              </a:ext>
            </a:extLst>
          </p:cNvPr>
          <p:cNvSpPr txBox="1"/>
          <p:nvPr/>
        </p:nvSpPr>
        <p:spPr>
          <a:xfrm>
            <a:off x="4255541" y="1998123"/>
            <a:ext cx="1059906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r=0~1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15107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A61F20B-A483-DDA7-8C90-DBBF596E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A9A9EE-0910-10B7-721E-0C24A2023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4" r="22802" b="3393"/>
          <a:stretch/>
        </p:blipFill>
        <p:spPr bwMode="auto">
          <a:xfrm>
            <a:off x="4987918" y="1014601"/>
            <a:ext cx="4637315" cy="5843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32803AC-3F3B-44DE-CC2A-5C72154159B8}"/>
                  </a:ext>
                </a:extLst>
              </p:cNvPr>
              <p:cNvSpPr txBox="1"/>
              <p:nvPr/>
            </p:nvSpPr>
            <p:spPr>
              <a:xfrm>
                <a:off x="7364068" y="1105961"/>
                <a:ext cx="8290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zh-TW" altLang="en-US" sz="20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>
                    <a:solidFill>
                      <a:srgbClr val="FF0000"/>
                    </a:solidFill>
                  </a:rPr>
                  <a:t>.6</a:t>
                </a:r>
                <a:endParaRPr lang="zh-TW" altLang="en-US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F32803AC-3F3B-44DE-CC2A-5C72154159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4068" y="1105961"/>
                <a:ext cx="829010" cy="307777"/>
              </a:xfrm>
              <a:prstGeom prst="rect">
                <a:avLst/>
              </a:prstGeom>
              <a:blipFill>
                <a:blip r:embed="rId3"/>
                <a:stretch>
                  <a:fillRect l="-10294" t="-25490" r="-16912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24614E7-0E80-0E55-8B99-47B991F8A436}"/>
                  </a:ext>
                </a:extLst>
              </p:cNvPr>
              <p:cNvSpPr txBox="1"/>
              <p:nvPr/>
            </p:nvSpPr>
            <p:spPr>
              <a:xfrm>
                <a:off x="5147434" y="4012872"/>
                <a:ext cx="8290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zh-TW" altLang="en-US" sz="20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>
                    <a:solidFill>
                      <a:srgbClr val="FF0000"/>
                    </a:solidFill>
                  </a:rPr>
                  <a:t>.4</a:t>
                </a:r>
                <a:endParaRPr lang="zh-TW" altLang="en-US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24614E7-0E80-0E55-8B99-47B991F8A4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434" y="4012872"/>
                <a:ext cx="829010" cy="307777"/>
              </a:xfrm>
              <a:prstGeom prst="rect">
                <a:avLst/>
              </a:prstGeom>
              <a:blipFill>
                <a:blip r:embed="rId4"/>
                <a:stretch>
                  <a:fillRect l="-10294" t="-25490" r="-16912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5FEEE19-0BA4-7CFF-0277-523E85F11DE4}"/>
                  </a:ext>
                </a:extLst>
              </p:cNvPr>
              <p:cNvSpPr txBox="1"/>
              <p:nvPr/>
            </p:nvSpPr>
            <p:spPr>
              <a:xfrm>
                <a:off x="7368780" y="4003540"/>
                <a:ext cx="829010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𝛾</m:t>
                    </m:r>
                    <m:r>
                      <a:rPr lang="zh-TW" altLang="en-US" sz="2000" i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sz="20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altLang="zh-TW" sz="2000">
                    <a:solidFill>
                      <a:srgbClr val="FF0000"/>
                    </a:solidFill>
                  </a:rPr>
                  <a:t>.3</a:t>
                </a:r>
                <a:endParaRPr lang="zh-TW" altLang="en-US" sz="200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5FEEE19-0BA4-7CFF-0277-523E85F11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68780" y="4003540"/>
                <a:ext cx="829010" cy="307777"/>
              </a:xfrm>
              <a:prstGeom prst="rect">
                <a:avLst/>
              </a:prstGeom>
              <a:blipFill>
                <a:blip r:embed="rId5"/>
                <a:stretch>
                  <a:fillRect l="-11029" t="-26000" r="-1617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B5D41868-1D19-BA54-74AD-2FDF55E9BEAA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核磁共振</a:t>
            </a:r>
            <a:r>
              <a:rPr lang="en-US" altLang="zh-TW"/>
              <a:t>(MRI)</a:t>
            </a:r>
            <a:r>
              <a:rPr lang="zh-TW" altLang="en-US"/>
              <a:t>影像 使用</a:t>
            </a:r>
            <a:r>
              <a:rPr lang="en-US" altLang="zh-TW"/>
              <a:t>Gamma</a:t>
            </a:r>
            <a:r>
              <a:rPr lang="zh-TW" altLang="en-US"/>
              <a:t>矯正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4998785-5AB9-4749-FD3D-AC593C23A3C8}"/>
                  </a:ext>
                </a:extLst>
              </p:cNvPr>
              <p:cNvSpPr txBox="1"/>
              <p:nvPr/>
            </p:nvSpPr>
            <p:spPr>
              <a:xfrm>
                <a:off x="1394692" y="1644073"/>
                <a:ext cx="2284408" cy="584775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3200" i="1" smtClean="0">
                        <a:latin typeface="Cambria Math" panose="02040503050406030204" pitchFamily="18" charset="0"/>
                      </a:rPr>
                      <m:t>𝛾</m:t>
                    </m:r>
                  </m:oMath>
                </a14:m>
                <a:r>
                  <a:rPr lang="en-US" altLang="zh-TW" sz="32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&lt;1</a:t>
                </a:r>
                <a:r>
                  <a:rPr lang="zh-TW" altLang="en-US" sz="32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 ， 更亮</a:t>
                </a: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4998785-5AB9-4749-FD3D-AC593C23A3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4692" y="1644073"/>
                <a:ext cx="2284408" cy="584775"/>
              </a:xfrm>
              <a:prstGeom prst="rect">
                <a:avLst/>
              </a:prstGeom>
              <a:blipFill>
                <a:blip r:embed="rId6"/>
                <a:stretch>
                  <a:fillRect t="-14583" r="-586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3">
            <a:extLst>
              <a:ext uri="{FF2B5EF4-FFF2-40B4-BE49-F238E27FC236}">
                <a16:creationId xmlns:a16="http://schemas.microsoft.com/office/drawing/2014/main" id="{E0429AE1-15AE-99A1-8090-3CEAF7968E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80"/>
          <a:stretch/>
        </p:blipFill>
        <p:spPr bwMode="auto">
          <a:xfrm>
            <a:off x="428693" y="2707394"/>
            <a:ext cx="4078652" cy="3816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8888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8031932-1132-E079-D39A-3918FE13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E302576B-B117-9014-3272-88F9C99E056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470"/>
          <a:stretch/>
        </p:blipFill>
        <p:spPr bwMode="auto">
          <a:xfrm>
            <a:off x="1324997" y="1650961"/>
            <a:ext cx="4571572" cy="4359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63255AC-1E6B-6F83-5B8C-961B91BF1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277"/>
          <a:stretch/>
        </p:blipFill>
        <p:spPr bwMode="auto">
          <a:xfrm>
            <a:off x="6368509" y="1647099"/>
            <a:ext cx="4840717" cy="44340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AA917EA-EFBD-6D96-D36C-D6682200CB7E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比較各個強度轉換函數</a:t>
            </a:r>
          </a:p>
        </p:txBody>
      </p:sp>
    </p:spTree>
    <p:extLst>
      <p:ext uri="{BB962C8B-B14F-4D97-AF65-F5344CB8AC3E}">
        <p14:creationId xmlns:p14="http://schemas.microsoft.com/office/powerpoint/2010/main" val="1816095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803F08C-7EE9-56D9-45F1-D301D548D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E8507F08-EBA3-0730-362B-B1265A56B003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強度轉換函數 優缺點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6F13660-D177-58BB-77E0-4F01243B7D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2" b="-1"/>
          <a:stretch/>
        </p:blipFill>
        <p:spPr>
          <a:xfrm>
            <a:off x="2605162" y="2155532"/>
            <a:ext cx="9121444" cy="372803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3C4C9254-C61A-63DA-EDB7-47AD6DA64D30}"/>
              </a:ext>
            </a:extLst>
          </p:cNvPr>
          <p:cNvSpPr txBox="1"/>
          <p:nvPr/>
        </p:nvSpPr>
        <p:spPr>
          <a:xfrm>
            <a:off x="462212" y="2272339"/>
            <a:ext cx="187458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n"/>
            </a:pPr>
            <a:r>
              <a:rPr lang="zh-TW" altLang="en-US" sz="24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優點</a:t>
            </a:r>
            <a:endParaRPr lang="en-US" altLang="zh-TW" sz="24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運算簡單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n"/>
            </a:pP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缺點</a:t>
            </a:r>
            <a:endParaRPr lang="en-US" altLang="zh-TW" sz="240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效果有限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22DC186-95C1-9049-FF56-4432AD5BFBC0}"/>
              </a:ext>
            </a:extLst>
          </p:cNvPr>
          <p:cNvSpPr txBox="1"/>
          <p:nvPr/>
        </p:nvSpPr>
        <p:spPr>
          <a:xfrm>
            <a:off x="0" y="1311564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不考慮</a:t>
            </a:r>
            <a:r>
              <a:rPr lang="zh-TW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像素位置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、特性，只看「</a:t>
            </a:r>
            <a:r>
              <a:rPr lang="zh-TW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像素值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</a:t>
            </a:r>
            <a:endParaRPr lang="zh-TW" altLang="en-US" sz="280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6683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/>
              <a:t>3.2</a:t>
            </a:r>
            <a:r>
              <a:rPr lang="zh-TW" altLang="en-US"/>
              <a:t> 直方圖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A1A2E91-6213-DE05-08DE-FAE65CAD3E58}"/>
              </a:ext>
            </a:extLst>
          </p:cNvPr>
          <p:cNvSpPr txBox="1"/>
          <p:nvPr/>
        </p:nvSpPr>
        <p:spPr>
          <a:xfrm>
            <a:off x="757382" y="1256144"/>
            <a:ext cx="10871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數位影像的</a:t>
            </a:r>
            <a:r>
              <a:rPr lang="zh-TW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直方圖</a:t>
            </a:r>
            <a:r>
              <a:rPr lang="en-US" altLang="zh-TW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(Histogram)</a:t>
            </a:r>
          </a:p>
          <a:p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　 計算每一個像素質出現的次數，依此「次數」所繪製的統計圖。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205D407-A34A-73CC-D42B-DEB30570E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07" t="7315" r="18188" b="58672"/>
          <a:stretch/>
        </p:blipFill>
        <p:spPr>
          <a:xfrm>
            <a:off x="950366" y="2649300"/>
            <a:ext cx="3505200" cy="35621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232D80C-4030-7A54-25FF-E6363B6F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93" t="52059"/>
          <a:stretch/>
        </p:blipFill>
        <p:spPr>
          <a:xfrm>
            <a:off x="6096000" y="2649300"/>
            <a:ext cx="4530269" cy="3638375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D2EF988-8FC6-70E8-8314-ABE24ED11A13}"/>
              </a:ext>
            </a:extLst>
          </p:cNvPr>
          <p:cNvCxnSpPr/>
          <p:nvPr/>
        </p:nvCxnSpPr>
        <p:spPr>
          <a:xfrm>
            <a:off x="6147430" y="6142820"/>
            <a:ext cx="467463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D27E228-FD29-846E-1B86-442CCB713A1B}"/>
              </a:ext>
            </a:extLst>
          </p:cNvPr>
          <p:cNvSpPr txBox="1"/>
          <p:nvPr/>
        </p:nvSpPr>
        <p:spPr>
          <a:xfrm>
            <a:off x="10982134" y="5918344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0~255</a:t>
            </a:r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B842B45-33AE-55CA-60F0-A5C6A07629C0}"/>
              </a:ext>
            </a:extLst>
          </p:cNvPr>
          <p:cNvCxnSpPr>
            <a:cxnSpLocks/>
          </p:cNvCxnSpPr>
          <p:nvPr/>
        </p:nvCxnSpPr>
        <p:spPr>
          <a:xfrm flipV="1">
            <a:off x="6174589" y="2335794"/>
            <a:ext cx="0" cy="384323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69BF0E-93A9-1740-BF36-FB6384BA3A47}"/>
              </a:ext>
            </a:extLst>
          </p:cNvPr>
          <p:cNvSpPr txBox="1"/>
          <p:nvPr/>
        </p:nvSpPr>
        <p:spPr>
          <a:xfrm>
            <a:off x="4840006" y="28257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統計次數</a:t>
            </a:r>
          </a:p>
        </p:txBody>
      </p:sp>
    </p:spTree>
    <p:extLst>
      <p:ext uri="{BB962C8B-B14F-4D97-AF65-F5344CB8AC3E}">
        <p14:creationId xmlns:p14="http://schemas.microsoft.com/office/powerpoint/2010/main" val="1690232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利用直方圖的好處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A1A2E91-6213-DE05-08DE-FAE65CAD3E58}"/>
              </a:ext>
            </a:extLst>
          </p:cNvPr>
          <p:cNvSpPr txBox="1"/>
          <p:nvPr/>
        </p:nvSpPr>
        <p:spPr>
          <a:xfrm>
            <a:off x="757382" y="1256144"/>
            <a:ext cx="10871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快速給予我們</a:t>
            </a:r>
            <a:r>
              <a:rPr lang="zh-TW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統計分析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的概念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205D407-A34A-73CC-D42B-DEB30570E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07" t="7315" r="18188" b="58672"/>
          <a:stretch/>
        </p:blipFill>
        <p:spPr>
          <a:xfrm>
            <a:off x="950366" y="2649300"/>
            <a:ext cx="3505200" cy="35621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232D80C-4030-7A54-25FF-E6363B6F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193" t="52059"/>
          <a:stretch/>
        </p:blipFill>
        <p:spPr>
          <a:xfrm>
            <a:off x="6096000" y="2649300"/>
            <a:ext cx="4530269" cy="3638375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4D2EF988-8FC6-70E8-8314-ABE24ED11A13}"/>
              </a:ext>
            </a:extLst>
          </p:cNvPr>
          <p:cNvCxnSpPr/>
          <p:nvPr/>
        </p:nvCxnSpPr>
        <p:spPr>
          <a:xfrm>
            <a:off x="6147430" y="6142820"/>
            <a:ext cx="4674638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3D27E228-FD29-846E-1B86-442CCB713A1B}"/>
              </a:ext>
            </a:extLst>
          </p:cNvPr>
          <p:cNvSpPr txBox="1"/>
          <p:nvPr/>
        </p:nvSpPr>
        <p:spPr>
          <a:xfrm>
            <a:off x="10982134" y="5918344"/>
            <a:ext cx="801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0~255</a:t>
            </a:r>
            <a:endParaRPr lang="zh-TW" altLang="en-US"/>
          </a:p>
        </p:txBody>
      </p: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1B842B45-33AE-55CA-60F0-A5C6A07629C0}"/>
              </a:ext>
            </a:extLst>
          </p:cNvPr>
          <p:cNvCxnSpPr>
            <a:cxnSpLocks/>
          </p:cNvCxnSpPr>
          <p:nvPr/>
        </p:nvCxnSpPr>
        <p:spPr>
          <a:xfrm flipV="1">
            <a:off x="6174589" y="2335794"/>
            <a:ext cx="0" cy="384323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A969BF0E-93A9-1740-BF36-FB6384BA3A47}"/>
              </a:ext>
            </a:extLst>
          </p:cNvPr>
          <p:cNvSpPr txBox="1"/>
          <p:nvPr/>
        </p:nvSpPr>
        <p:spPr>
          <a:xfrm>
            <a:off x="4840006" y="282577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統計次數</a:t>
            </a:r>
          </a:p>
        </p:txBody>
      </p:sp>
      <p:sp>
        <p:nvSpPr>
          <p:cNvPr id="5" name="手繪多邊形: 圖案 4">
            <a:extLst>
              <a:ext uri="{FF2B5EF4-FFF2-40B4-BE49-F238E27FC236}">
                <a16:creationId xmlns:a16="http://schemas.microsoft.com/office/drawing/2014/main" id="{EC1F5E49-B1C0-8D27-EBF3-A4B0F6F1CD93}"/>
              </a:ext>
            </a:extLst>
          </p:cNvPr>
          <p:cNvSpPr/>
          <p:nvPr/>
        </p:nvSpPr>
        <p:spPr>
          <a:xfrm>
            <a:off x="6509442" y="2851842"/>
            <a:ext cx="3675707" cy="2879037"/>
          </a:xfrm>
          <a:custGeom>
            <a:avLst/>
            <a:gdLst>
              <a:gd name="connsiteX0" fmla="*/ 0 w 3675707"/>
              <a:gd name="connsiteY0" fmla="*/ 2734146 h 2879037"/>
              <a:gd name="connsiteX1" fmla="*/ 36213 w 3675707"/>
              <a:gd name="connsiteY1" fmla="*/ 2688879 h 2879037"/>
              <a:gd name="connsiteX2" fmla="*/ 54320 w 3675707"/>
              <a:gd name="connsiteY2" fmla="*/ 2652665 h 2879037"/>
              <a:gd name="connsiteX3" fmla="*/ 108641 w 3675707"/>
              <a:gd name="connsiteY3" fmla="*/ 2598344 h 2879037"/>
              <a:gd name="connsiteX4" fmla="*/ 117695 w 3675707"/>
              <a:gd name="connsiteY4" fmla="*/ 2562130 h 2879037"/>
              <a:gd name="connsiteX5" fmla="*/ 135802 w 3675707"/>
              <a:gd name="connsiteY5" fmla="*/ 2534970 h 2879037"/>
              <a:gd name="connsiteX6" fmla="*/ 153908 w 3675707"/>
              <a:gd name="connsiteY6" fmla="*/ 2462542 h 2879037"/>
              <a:gd name="connsiteX7" fmla="*/ 172015 w 3675707"/>
              <a:gd name="connsiteY7" fmla="*/ 2408221 h 2879037"/>
              <a:gd name="connsiteX8" fmla="*/ 181069 w 3675707"/>
              <a:gd name="connsiteY8" fmla="*/ 2381061 h 2879037"/>
              <a:gd name="connsiteX9" fmla="*/ 199176 w 3675707"/>
              <a:gd name="connsiteY9" fmla="*/ 2335794 h 2879037"/>
              <a:gd name="connsiteX10" fmla="*/ 208229 w 3675707"/>
              <a:gd name="connsiteY10" fmla="*/ 2299580 h 2879037"/>
              <a:gd name="connsiteX11" fmla="*/ 226336 w 3675707"/>
              <a:gd name="connsiteY11" fmla="*/ 2245259 h 2879037"/>
              <a:gd name="connsiteX12" fmla="*/ 235390 w 3675707"/>
              <a:gd name="connsiteY12" fmla="*/ 2209045 h 2879037"/>
              <a:gd name="connsiteX13" fmla="*/ 271604 w 3675707"/>
              <a:gd name="connsiteY13" fmla="*/ 2154724 h 2879037"/>
              <a:gd name="connsiteX14" fmla="*/ 298764 w 3675707"/>
              <a:gd name="connsiteY14" fmla="*/ 2109457 h 2879037"/>
              <a:gd name="connsiteX15" fmla="*/ 353085 w 3675707"/>
              <a:gd name="connsiteY15" fmla="*/ 2027976 h 2879037"/>
              <a:gd name="connsiteX16" fmla="*/ 398352 w 3675707"/>
              <a:gd name="connsiteY16" fmla="*/ 1883120 h 2879037"/>
              <a:gd name="connsiteX17" fmla="*/ 407406 w 3675707"/>
              <a:gd name="connsiteY17" fmla="*/ 1846907 h 2879037"/>
              <a:gd name="connsiteX18" fmla="*/ 425512 w 3675707"/>
              <a:gd name="connsiteY18" fmla="*/ 1792586 h 2879037"/>
              <a:gd name="connsiteX19" fmla="*/ 452673 w 3675707"/>
              <a:gd name="connsiteY19" fmla="*/ 1656784 h 2879037"/>
              <a:gd name="connsiteX20" fmla="*/ 470780 w 3675707"/>
              <a:gd name="connsiteY20" fmla="*/ 1593409 h 2879037"/>
              <a:gd name="connsiteX21" fmla="*/ 479833 w 3675707"/>
              <a:gd name="connsiteY21" fmla="*/ 1520982 h 2879037"/>
              <a:gd name="connsiteX22" fmla="*/ 488887 w 3675707"/>
              <a:gd name="connsiteY22" fmla="*/ 1421394 h 2879037"/>
              <a:gd name="connsiteX23" fmla="*/ 506994 w 3675707"/>
              <a:gd name="connsiteY23" fmla="*/ 1339912 h 2879037"/>
              <a:gd name="connsiteX24" fmla="*/ 516047 w 3675707"/>
              <a:gd name="connsiteY24" fmla="*/ 869132 h 2879037"/>
              <a:gd name="connsiteX25" fmla="*/ 525101 w 3675707"/>
              <a:gd name="connsiteY25" fmla="*/ 841972 h 2879037"/>
              <a:gd name="connsiteX26" fmla="*/ 552261 w 3675707"/>
              <a:gd name="connsiteY26" fmla="*/ 760491 h 2879037"/>
              <a:gd name="connsiteX27" fmla="*/ 570368 w 3675707"/>
              <a:gd name="connsiteY27" fmla="*/ 733330 h 2879037"/>
              <a:gd name="connsiteX28" fmla="*/ 615635 w 3675707"/>
              <a:gd name="connsiteY28" fmla="*/ 642796 h 2879037"/>
              <a:gd name="connsiteX29" fmla="*/ 624689 w 3675707"/>
              <a:gd name="connsiteY29" fmla="*/ 606582 h 2879037"/>
              <a:gd name="connsiteX30" fmla="*/ 651849 w 3675707"/>
              <a:gd name="connsiteY30" fmla="*/ 543208 h 2879037"/>
              <a:gd name="connsiteX31" fmla="*/ 660903 w 3675707"/>
              <a:gd name="connsiteY31" fmla="*/ 506994 h 2879037"/>
              <a:gd name="connsiteX32" fmla="*/ 669956 w 3675707"/>
              <a:gd name="connsiteY32" fmla="*/ 479833 h 2879037"/>
              <a:gd name="connsiteX33" fmla="*/ 706170 w 3675707"/>
              <a:gd name="connsiteY33" fmla="*/ 316871 h 2879037"/>
              <a:gd name="connsiteX34" fmla="*/ 715223 w 3675707"/>
              <a:gd name="connsiteY34" fmla="*/ 72427 h 2879037"/>
              <a:gd name="connsiteX35" fmla="*/ 733330 w 3675707"/>
              <a:gd name="connsiteY35" fmla="*/ 0 h 2879037"/>
              <a:gd name="connsiteX36" fmla="*/ 1050202 w 3675707"/>
              <a:gd name="connsiteY36" fmla="*/ 27160 h 2879037"/>
              <a:gd name="connsiteX37" fmla="*/ 1475714 w 3675707"/>
              <a:gd name="connsiteY37" fmla="*/ 27160 h 2879037"/>
              <a:gd name="connsiteX38" fmla="*/ 1484768 w 3675707"/>
              <a:gd name="connsiteY38" fmla="*/ 63374 h 2879037"/>
              <a:gd name="connsiteX39" fmla="*/ 1493821 w 3675707"/>
              <a:gd name="connsiteY39" fmla="*/ 108641 h 2879037"/>
              <a:gd name="connsiteX40" fmla="*/ 1511928 w 3675707"/>
              <a:gd name="connsiteY40" fmla="*/ 307817 h 2879037"/>
              <a:gd name="connsiteX41" fmla="*/ 1520982 w 3675707"/>
              <a:gd name="connsiteY41" fmla="*/ 389299 h 2879037"/>
              <a:gd name="connsiteX42" fmla="*/ 1530035 w 3675707"/>
              <a:gd name="connsiteY42" fmla="*/ 506994 h 2879037"/>
              <a:gd name="connsiteX43" fmla="*/ 1539089 w 3675707"/>
              <a:gd name="connsiteY43" fmla="*/ 552261 h 2879037"/>
              <a:gd name="connsiteX44" fmla="*/ 1548142 w 3675707"/>
              <a:gd name="connsiteY44" fmla="*/ 615635 h 2879037"/>
              <a:gd name="connsiteX45" fmla="*/ 1566249 w 3675707"/>
              <a:gd name="connsiteY45" fmla="*/ 688063 h 2879037"/>
              <a:gd name="connsiteX46" fmla="*/ 1575303 w 3675707"/>
              <a:gd name="connsiteY46" fmla="*/ 733330 h 2879037"/>
              <a:gd name="connsiteX47" fmla="*/ 1593409 w 3675707"/>
              <a:gd name="connsiteY47" fmla="*/ 778598 h 2879037"/>
              <a:gd name="connsiteX48" fmla="*/ 1620570 w 3675707"/>
              <a:gd name="connsiteY48" fmla="*/ 896293 h 2879037"/>
              <a:gd name="connsiteX49" fmla="*/ 1647730 w 3675707"/>
              <a:gd name="connsiteY49" fmla="*/ 959667 h 2879037"/>
              <a:gd name="connsiteX50" fmla="*/ 1656784 w 3675707"/>
              <a:gd name="connsiteY50" fmla="*/ 995881 h 2879037"/>
              <a:gd name="connsiteX51" fmla="*/ 1674891 w 3675707"/>
              <a:gd name="connsiteY51" fmla="*/ 1050202 h 2879037"/>
              <a:gd name="connsiteX52" fmla="*/ 1692998 w 3675707"/>
              <a:gd name="connsiteY52" fmla="*/ 1086415 h 2879037"/>
              <a:gd name="connsiteX53" fmla="*/ 1729211 w 3675707"/>
              <a:gd name="connsiteY53" fmla="*/ 1176950 h 2879037"/>
              <a:gd name="connsiteX54" fmla="*/ 1747318 w 3675707"/>
              <a:gd name="connsiteY54" fmla="*/ 1231271 h 2879037"/>
              <a:gd name="connsiteX55" fmla="*/ 1801639 w 3675707"/>
              <a:gd name="connsiteY55" fmla="*/ 1303699 h 2879037"/>
              <a:gd name="connsiteX56" fmla="*/ 1828800 w 3675707"/>
              <a:gd name="connsiteY56" fmla="*/ 1330859 h 2879037"/>
              <a:gd name="connsiteX57" fmla="*/ 1892174 w 3675707"/>
              <a:gd name="connsiteY57" fmla="*/ 1358019 h 2879037"/>
              <a:gd name="connsiteX58" fmla="*/ 1937441 w 3675707"/>
              <a:gd name="connsiteY58" fmla="*/ 1367073 h 2879037"/>
              <a:gd name="connsiteX59" fmla="*/ 1964602 w 3675707"/>
              <a:gd name="connsiteY59" fmla="*/ 1376126 h 2879037"/>
              <a:gd name="connsiteX60" fmla="*/ 2027976 w 3675707"/>
              <a:gd name="connsiteY60" fmla="*/ 1394233 h 2879037"/>
              <a:gd name="connsiteX61" fmla="*/ 2064190 w 3675707"/>
              <a:gd name="connsiteY61" fmla="*/ 1403287 h 2879037"/>
              <a:gd name="connsiteX62" fmla="*/ 2326740 w 3675707"/>
              <a:gd name="connsiteY62" fmla="*/ 1412340 h 2879037"/>
              <a:gd name="connsiteX63" fmla="*/ 2435382 w 3675707"/>
              <a:gd name="connsiteY63" fmla="*/ 1421394 h 2879037"/>
              <a:gd name="connsiteX64" fmla="*/ 2462542 w 3675707"/>
              <a:gd name="connsiteY64" fmla="*/ 1430447 h 2879037"/>
              <a:gd name="connsiteX65" fmla="*/ 2489703 w 3675707"/>
              <a:gd name="connsiteY65" fmla="*/ 1466661 h 2879037"/>
              <a:gd name="connsiteX66" fmla="*/ 2516863 w 3675707"/>
              <a:gd name="connsiteY66" fmla="*/ 1493821 h 2879037"/>
              <a:gd name="connsiteX67" fmla="*/ 2534970 w 3675707"/>
              <a:gd name="connsiteY67" fmla="*/ 1520982 h 2879037"/>
              <a:gd name="connsiteX68" fmla="*/ 2607398 w 3675707"/>
              <a:gd name="connsiteY68" fmla="*/ 1593409 h 2879037"/>
              <a:gd name="connsiteX69" fmla="*/ 2643611 w 3675707"/>
              <a:gd name="connsiteY69" fmla="*/ 1647730 h 2879037"/>
              <a:gd name="connsiteX70" fmla="*/ 2679825 w 3675707"/>
              <a:gd name="connsiteY70" fmla="*/ 1720158 h 2879037"/>
              <a:gd name="connsiteX71" fmla="*/ 2734146 w 3675707"/>
              <a:gd name="connsiteY71" fmla="*/ 1792586 h 2879037"/>
              <a:gd name="connsiteX72" fmla="*/ 2770360 w 3675707"/>
              <a:gd name="connsiteY72" fmla="*/ 1846907 h 2879037"/>
              <a:gd name="connsiteX73" fmla="*/ 2779413 w 3675707"/>
              <a:gd name="connsiteY73" fmla="*/ 1874067 h 2879037"/>
              <a:gd name="connsiteX74" fmla="*/ 2806574 w 3675707"/>
              <a:gd name="connsiteY74" fmla="*/ 1910281 h 2879037"/>
              <a:gd name="connsiteX75" fmla="*/ 2851841 w 3675707"/>
              <a:gd name="connsiteY75" fmla="*/ 1973655 h 2879037"/>
              <a:gd name="connsiteX76" fmla="*/ 2888055 w 3675707"/>
              <a:gd name="connsiteY76" fmla="*/ 2000815 h 2879037"/>
              <a:gd name="connsiteX77" fmla="*/ 2942376 w 3675707"/>
              <a:gd name="connsiteY77" fmla="*/ 2064190 h 2879037"/>
              <a:gd name="connsiteX78" fmla="*/ 2996697 w 3675707"/>
              <a:gd name="connsiteY78" fmla="*/ 2136617 h 2879037"/>
              <a:gd name="connsiteX79" fmla="*/ 3032910 w 3675707"/>
              <a:gd name="connsiteY79" fmla="*/ 2172831 h 2879037"/>
              <a:gd name="connsiteX80" fmla="*/ 3078178 w 3675707"/>
              <a:gd name="connsiteY80" fmla="*/ 2227152 h 2879037"/>
              <a:gd name="connsiteX81" fmla="*/ 3150606 w 3675707"/>
              <a:gd name="connsiteY81" fmla="*/ 2335794 h 2879037"/>
              <a:gd name="connsiteX82" fmla="*/ 3159659 w 3675707"/>
              <a:gd name="connsiteY82" fmla="*/ 2372008 h 2879037"/>
              <a:gd name="connsiteX83" fmla="*/ 3186819 w 3675707"/>
              <a:gd name="connsiteY83" fmla="*/ 2408221 h 2879037"/>
              <a:gd name="connsiteX84" fmla="*/ 3241140 w 3675707"/>
              <a:gd name="connsiteY84" fmla="*/ 2480649 h 2879037"/>
              <a:gd name="connsiteX85" fmla="*/ 3268301 w 3675707"/>
              <a:gd name="connsiteY85" fmla="*/ 2507809 h 2879037"/>
              <a:gd name="connsiteX86" fmla="*/ 3349782 w 3675707"/>
              <a:gd name="connsiteY86" fmla="*/ 2625505 h 2879037"/>
              <a:gd name="connsiteX87" fmla="*/ 3422209 w 3675707"/>
              <a:gd name="connsiteY87" fmla="*/ 2706986 h 2879037"/>
              <a:gd name="connsiteX88" fmla="*/ 3467477 w 3675707"/>
              <a:gd name="connsiteY88" fmla="*/ 2752253 h 2879037"/>
              <a:gd name="connsiteX89" fmla="*/ 3494637 w 3675707"/>
              <a:gd name="connsiteY89" fmla="*/ 2770360 h 2879037"/>
              <a:gd name="connsiteX90" fmla="*/ 3539905 w 3675707"/>
              <a:gd name="connsiteY90" fmla="*/ 2797520 h 2879037"/>
              <a:gd name="connsiteX91" fmla="*/ 3576118 w 3675707"/>
              <a:gd name="connsiteY91" fmla="*/ 2833734 h 2879037"/>
              <a:gd name="connsiteX92" fmla="*/ 3603279 w 3675707"/>
              <a:gd name="connsiteY92" fmla="*/ 2842788 h 2879037"/>
              <a:gd name="connsiteX93" fmla="*/ 3639493 w 3675707"/>
              <a:gd name="connsiteY93" fmla="*/ 2860895 h 2879037"/>
              <a:gd name="connsiteX94" fmla="*/ 3675707 w 3675707"/>
              <a:gd name="connsiteY94" fmla="*/ 2879002 h 2879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3675707" h="2879037">
                <a:moveTo>
                  <a:pt x="0" y="2734146"/>
                </a:moveTo>
                <a:cubicBezTo>
                  <a:pt x="12071" y="2719057"/>
                  <a:pt x="25494" y="2704957"/>
                  <a:pt x="36213" y="2688879"/>
                </a:cubicBezTo>
                <a:cubicBezTo>
                  <a:pt x="43699" y="2677649"/>
                  <a:pt x="45889" y="2663204"/>
                  <a:pt x="54320" y="2652665"/>
                </a:cubicBezTo>
                <a:cubicBezTo>
                  <a:pt x="70317" y="2632669"/>
                  <a:pt x="108641" y="2598344"/>
                  <a:pt x="108641" y="2598344"/>
                </a:cubicBezTo>
                <a:cubicBezTo>
                  <a:pt x="111659" y="2586273"/>
                  <a:pt x="112793" y="2573567"/>
                  <a:pt x="117695" y="2562130"/>
                </a:cubicBezTo>
                <a:cubicBezTo>
                  <a:pt x="121981" y="2552129"/>
                  <a:pt x="132084" y="2545196"/>
                  <a:pt x="135802" y="2534970"/>
                </a:cubicBezTo>
                <a:cubicBezTo>
                  <a:pt x="144306" y="2511583"/>
                  <a:pt x="146038" y="2486151"/>
                  <a:pt x="153908" y="2462542"/>
                </a:cubicBezTo>
                <a:lnTo>
                  <a:pt x="172015" y="2408221"/>
                </a:lnTo>
                <a:cubicBezTo>
                  <a:pt x="175033" y="2399168"/>
                  <a:pt x="177525" y="2389922"/>
                  <a:pt x="181069" y="2381061"/>
                </a:cubicBezTo>
                <a:cubicBezTo>
                  <a:pt x="187105" y="2365972"/>
                  <a:pt x="194037" y="2351211"/>
                  <a:pt x="199176" y="2335794"/>
                </a:cubicBezTo>
                <a:cubicBezTo>
                  <a:pt x="203111" y="2323990"/>
                  <a:pt x="204654" y="2311498"/>
                  <a:pt x="208229" y="2299580"/>
                </a:cubicBezTo>
                <a:cubicBezTo>
                  <a:pt x="213713" y="2281298"/>
                  <a:pt x="221707" y="2263776"/>
                  <a:pt x="226336" y="2245259"/>
                </a:cubicBezTo>
                <a:cubicBezTo>
                  <a:pt x="229354" y="2233188"/>
                  <a:pt x="229825" y="2220174"/>
                  <a:pt x="235390" y="2209045"/>
                </a:cubicBezTo>
                <a:cubicBezTo>
                  <a:pt x="245122" y="2189581"/>
                  <a:pt x="260408" y="2173385"/>
                  <a:pt x="271604" y="2154724"/>
                </a:cubicBezTo>
                <a:cubicBezTo>
                  <a:pt x="280657" y="2139635"/>
                  <a:pt x="289003" y="2124098"/>
                  <a:pt x="298764" y="2109457"/>
                </a:cubicBezTo>
                <a:cubicBezTo>
                  <a:pt x="320066" y="2077504"/>
                  <a:pt x="337305" y="2064795"/>
                  <a:pt x="353085" y="2027976"/>
                </a:cubicBezTo>
                <a:cubicBezTo>
                  <a:pt x="365909" y="1998054"/>
                  <a:pt x="388713" y="1918461"/>
                  <a:pt x="398352" y="1883120"/>
                </a:cubicBezTo>
                <a:cubicBezTo>
                  <a:pt x="401626" y="1871116"/>
                  <a:pt x="403831" y="1858825"/>
                  <a:pt x="407406" y="1846907"/>
                </a:cubicBezTo>
                <a:cubicBezTo>
                  <a:pt x="412890" y="1828626"/>
                  <a:pt x="420594" y="1811028"/>
                  <a:pt x="425512" y="1792586"/>
                </a:cubicBezTo>
                <a:cubicBezTo>
                  <a:pt x="478221" y="1594923"/>
                  <a:pt x="418843" y="1803380"/>
                  <a:pt x="452673" y="1656784"/>
                </a:cubicBezTo>
                <a:cubicBezTo>
                  <a:pt x="457613" y="1635376"/>
                  <a:pt x="464744" y="1614534"/>
                  <a:pt x="470780" y="1593409"/>
                </a:cubicBezTo>
                <a:cubicBezTo>
                  <a:pt x="473798" y="1569267"/>
                  <a:pt x="477286" y="1545179"/>
                  <a:pt x="479833" y="1520982"/>
                </a:cubicBezTo>
                <a:cubicBezTo>
                  <a:pt x="483322" y="1487832"/>
                  <a:pt x="483942" y="1454358"/>
                  <a:pt x="488887" y="1421394"/>
                </a:cubicBezTo>
                <a:cubicBezTo>
                  <a:pt x="493014" y="1393879"/>
                  <a:pt x="500958" y="1367073"/>
                  <a:pt x="506994" y="1339912"/>
                </a:cubicBezTo>
                <a:cubicBezTo>
                  <a:pt x="510012" y="1182985"/>
                  <a:pt x="510343" y="1025984"/>
                  <a:pt x="516047" y="869132"/>
                </a:cubicBezTo>
                <a:cubicBezTo>
                  <a:pt x="516394" y="859595"/>
                  <a:pt x="522479" y="851148"/>
                  <a:pt x="525101" y="841972"/>
                </a:cubicBezTo>
                <a:cubicBezTo>
                  <a:pt x="536629" y="801626"/>
                  <a:pt x="531448" y="802116"/>
                  <a:pt x="552261" y="760491"/>
                </a:cubicBezTo>
                <a:cubicBezTo>
                  <a:pt x="557127" y="750759"/>
                  <a:pt x="564332" y="742384"/>
                  <a:pt x="570368" y="733330"/>
                </a:cubicBezTo>
                <a:cubicBezTo>
                  <a:pt x="596147" y="655990"/>
                  <a:pt x="551658" y="783543"/>
                  <a:pt x="615635" y="642796"/>
                </a:cubicBezTo>
                <a:cubicBezTo>
                  <a:pt x="620784" y="631468"/>
                  <a:pt x="620437" y="618276"/>
                  <a:pt x="624689" y="606582"/>
                </a:cubicBezTo>
                <a:cubicBezTo>
                  <a:pt x="632543" y="584983"/>
                  <a:pt x="643995" y="564807"/>
                  <a:pt x="651849" y="543208"/>
                </a:cubicBezTo>
                <a:cubicBezTo>
                  <a:pt x="656101" y="531514"/>
                  <a:pt x="657485" y="518958"/>
                  <a:pt x="660903" y="506994"/>
                </a:cubicBezTo>
                <a:cubicBezTo>
                  <a:pt x="663525" y="497818"/>
                  <a:pt x="667497" y="489054"/>
                  <a:pt x="669956" y="479833"/>
                </a:cubicBezTo>
                <a:cubicBezTo>
                  <a:pt x="698056" y="374456"/>
                  <a:pt x="692706" y="397649"/>
                  <a:pt x="706170" y="316871"/>
                </a:cubicBezTo>
                <a:cubicBezTo>
                  <a:pt x="709188" y="235390"/>
                  <a:pt x="708260" y="153666"/>
                  <a:pt x="715223" y="72427"/>
                </a:cubicBezTo>
                <a:cubicBezTo>
                  <a:pt x="717348" y="47633"/>
                  <a:pt x="733330" y="0"/>
                  <a:pt x="733330" y="0"/>
                </a:cubicBezTo>
                <a:cubicBezTo>
                  <a:pt x="897905" y="32915"/>
                  <a:pt x="793114" y="16877"/>
                  <a:pt x="1050202" y="27160"/>
                </a:cubicBezTo>
                <a:cubicBezTo>
                  <a:pt x="1052055" y="27100"/>
                  <a:pt x="1406538" y="6814"/>
                  <a:pt x="1475714" y="27160"/>
                </a:cubicBezTo>
                <a:cubicBezTo>
                  <a:pt x="1487651" y="30671"/>
                  <a:pt x="1482069" y="51227"/>
                  <a:pt x="1484768" y="63374"/>
                </a:cubicBezTo>
                <a:cubicBezTo>
                  <a:pt x="1488106" y="78395"/>
                  <a:pt x="1490803" y="93552"/>
                  <a:pt x="1493821" y="108641"/>
                </a:cubicBezTo>
                <a:cubicBezTo>
                  <a:pt x="1502354" y="211034"/>
                  <a:pt x="1501796" y="211563"/>
                  <a:pt x="1511928" y="307817"/>
                </a:cubicBezTo>
                <a:cubicBezTo>
                  <a:pt x="1514789" y="334995"/>
                  <a:pt x="1518508" y="362083"/>
                  <a:pt x="1520982" y="389299"/>
                </a:cubicBezTo>
                <a:cubicBezTo>
                  <a:pt x="1524544" y="428485"/>
                  <a:pt x="1525690" y="467887"/>
                  <a:pt x="1530035" y="506994"/>
                </a:cubicBezTo>
                <a:cubicBezTo>
                  <a:pt x="1531734" y="522288"/>
                  <a:pt x="1536559" y="537083"/>
                  <a:pt x="1539089" y="552261"/>
                </a:cubicBezTo>
                <a:cubicBezTo>
                  <a:pt x="1542597" y="573310"/>
                  <a:pt x="1543957" y="594710"/>
                  <a:pt x="1548142" y="615635"/>
                </a:cubicBezTo>
                <a:cubicBezTo>
                  <a:pt x="1553022" y="640037"/>
                  <a:pt x="1561368" y="663661"/>
                  <a:pt x="1566249" y="688063"/>
                </a:cubicBezTo>
                <a:cubicBezTo>
                  <a:pt x="1569267" y="703152"/>
                  <a:pt x="1570881" y="718591"/>
                  <a:pt x="1575303" y="733330"/>
                </a:cubicBezTo>
                <a:cubicBezTo>
                  <a:pt x="1579973" y="748896"/>
                  <a:pt x="1588630" y="763065"/>
                  <a:pt x="1593409" y="778598"/>
                </a:cubicBezTo>
                <a:cubicBezTo>
                  <a:pt x="1623453" y="876244"/>
                  <a:pt x="1601562" y="820260"/>
                  <a:pt x="1620570" y="896293"/>
                </a:cubicBezTo>
                <a:cubicBezTo>
                  <a:pt x="1631811" y="941258"/>
                  <a:pt x="1628296" y="907844"/>
                  <a:pt x="1647730" y="959667"/>
                </a:cubicBezTo>
                <a:cubicBezTo>
                  <a:pt x="1652099" y="971318"/>
                  <a:pt x="1653209" y="983963"/>
                  <a:pt x="1656784" y="995881"/>
                </a:cubicBezTo>
                <a:cubicBezTo>
                  <a:pt x="1662269" y="1014162"/>
                  <a:pt x="1667802" y="1032481"/>
                  <a:pt x="1674891" y="1050202"/>
                </a:cubicBezTo>
                <a:cubicBezTo>
                  <a:pt x="1679903" y="1062733"/>
                  <a:pt x="1687682" y="1074010"/>
                  <a:pt x="1692998" y="1086415"/>
                </a:cubicBezTo>
                <a:cubicBezTo>
                  <a:pt x="1705801" y="1116290"/>
                  <a:pt x="1718933" y="1146115"/>
                  <a:pt x="1729211" y="1176950"/>
                </a:cubicBezTo>
                <a:cubicBezTo>
                  <a:pt x="1735247" y="1195057"/>
                  <a:pt x="1735866" y="1216002"/>
                  <a:pt x="1747318" y="1231271"/>
                </a:cubicBezTo>
                <a:cubicBezTo>
                  <a:pt x="1765425" y="1255414"/>
                  <a:pt x="1780299" y="1282360"/>
                  <a:pt x="1801639" y="1303699"/>
                </a:cubicBezTo>
                <a:cubicBezTo>
                  <a:pt x="1810693" y="1312752"/>
                  <a:pt x="1818381" y="1323417"/>
                  <a:pt x="1828800" y="1330859"/>
                </a:cubicBezTo>
                <a:cubicBezTo>
                  <a:pt x="1842756" y="1340827"/>
                  <a:pt x="1873984" y="1353472"/>
                  <a:pt x="1892174" y="1358019"/>
                </a:cubicBezTo>
                <a:cubicBezTo>
                  <a:pt x="1907102" y="1361751"/>
                  <a:pt x="1922513" y="1363341"/>
                  <a:pt x="1937441" y="1367073"/>
                </a:cubicBezTo>
                <a:cubicBezTo>
                  <a:pt x="1946699" y="1369388"/>
                  <a:pt x="1955461" y="1373384"/>
                  <a:pt x="1964602" y="1376126"/>
                </a:cubicBezTo>
                <a:cubicBezTo>
                  <a:pt x="1985645" y="1382439"/>
                  <a:pt x="2006780" y="1388452"/>
                  <a:pt x="2027976" y="1394233"/>
                </a:cubicBezTo>
                <a:cubicBezTo>
                  <a:pt x="2039980" y="1397507"/>
                  <a:pt x="2051770" y="1402534"/>
                  <a:pt x="2064190" y="1403287"/>
                </a:cubicBezTo>
                <a:cubicBezTo>
                  <a:pt x="2151598" y="1408584"/>
                  <a:pt x="2239223" y="1409322"/>
                  <a:pt x="2326740" y="1412340"/>
                </a:cubicBezTo>
                <a:cubicBezTo>
                  <a:pt x="2362954" y="1415358"/>
                  <a:pt x="2399361" y="1416591"/>
                  <a:pt x="2435382" y="1421394"/>
                </a:cubicBezTo>
                <a:cubicBezTo>
                  <a:pt x="2444841" y="1422655"/>
                  <a:pt x="2455211" y="1424338"/>
                  <a:pt x="2462542" y="1430447"/>
                </a:cubicBezTo>
                <a:cubicBezTo>
                  <a:pt x="2474134" y="1440107"/>
                  <a:pt x="2479883" y="1455204"/>
                  <a:pt x="2489703" y="1466661"/>
                </a:cubicBezTo>
                <a:cubicBezTo>
                  <a:pt x="2498035" y="1476382"/>
                  <a:pt x="2508667" y="1483985"/>
                  <a:pt x="2516863" y="1493821"/>
                </a:cubicBezTo>
                <a:cubicBezTo>
                  <a:pt x="2523829" y="1502180"/>
                  <a:pt x="2527651" y="1512931"/>
                  <a:pt x="2534970" y="1520982"/>
                </a:cubicBezTo>
                <a:cubicBezTo>
                  <a:pt x="2557937" y="1546245"/>
                  <a:pt x="2588459" y="1565000"/>
                  <a:pt x="2607398" y="1593409"/>
                </a:cubicBezTo>
                <a:cubicBezTo>
                  <a:pt x="2619469" y="1611516"/>
                  <a:pt x="2632814" y="1628835"/>
                  <a:pt x="2643611" y="1647730"/>
                </a:cubicBezTo>
                <a:cubicBezTo>
                  <a:pt x="2657003" y="1671166"/>
                  <a:pt x="2662963" y="1699081"/>
                  <a:pt x="2679825" y="1720158"/>
                </a:cubicBezTo>
                <a:cubicBezTo>
                  <a:pt x="2722836" y="1773922"/>
                  <a:pt x="2705320" y="1749347"/>
                  <a:pt x="2734146" y="1792586"/>
                </a:cubicBezTo>
                <a:cubicBezTo>
                  <a:pt x="2754940" y="1875756"/>
                  <a:pt x="2724889" y="1790067"/>
                  <a:pt x="2770360" y="1846907"/>
                </a:cubicBezTo>
                <a:cubicBezTo>
                  <a:pt x="2776321" y="1854359"/>
                  <a:pt x="2774678" y="1865781"/>
                  <a:pt x="2779413" y="1874067"/>
                </a:cubicBezTo>
                <a:cubicBezTo>
                  <a:pt x="2786899" y="1887168"/>
                  <a:pt x="2797803" y="1898002"/>
                  <a:pt x="2806574" y="1910281"/>
                </a:cubicBezTo>
                <a:cubicBezTo>
                  <a:pt x="2819424" y="1928270"/>
                  <a:pt x="2837050" y="1958864"/>
                  <a:pt x="2851841" y="1973655"/>
                </a:cubicBezTo>
                <a:cubicBezTo>
                  <a:pt x="2862511" y="1984325"/>
                  <a:pt x="2875984" y="1991762"/>
                  <a:pt x="2888055" y="2000815"/>
                </a:cubicBezTo>
                <a:cubicBezTo>
                  <a:pt x="2923421" y="2071548"/>
                  <a:pt x="2883613" y="2005427"/>
                  <a:pt x="2942376" y="2064190"/>
                </a:cubicBezTo>
                <a:cubicBezTo>
                  <a:pt x="3023244" y="2145058"/>
                  <a:pt x="2946555" y="2078117"/>
                  <a:pt x="2996697" y="2136617"/>
                </a:cubicBezTo>
                <a:cubicBezTo>
                  <a:pt x="3007807" y="2149578"/>
                  <a:pt x="3021800" y="2159869"/>
                  <a:pt x="3032910" y="2172831"/>
                </a:cubicBezTo>
                <a:cubicBezTo>
                  <a:pt x="3108516" y="2261041"/>
                  <a:pt x="2984021" y="2132999"/>
                  <a:pt x="3078178" y="2227152"/>
                </a:cubicBezTo>
                <a:cubicBezTo>
                  <a:pt x="3122027" y="2314849"/>
                  <a:pt x="3095306" y="2280494"/>
                  <a:pt x="3150606" y="2335794"/>
                </a:cubicBezTo>
                <a:cubicBezTo>
                  <a:pt x="3153624" y="2347865"/>
                  <a:pt x="3154094" y="2360879"/>
                  <a:pt x="3159659" y="2372008"/>
                </a:cubicBezTo>
                <a:cubicBezTo>
                  <a:pt x="3166407" y="2385504"/>
                  <a:pt x="3178049" y="2395943"/>
                  <a:pt x="3186819" y="2408221"/>
                </a:cubicBezTo>
                <a:cubicBezTo>
                  <a:pt x="3216764" y="2450145"/>
                  <a:pt x="3196140" y="2429222"/>
                  <a:pt x="3241140" y="2480649"/>
                </a:cubicBezTo>
                <a:cubicBezTo>
                  <a:pt x="3249571" y="2490285"/>
                  <a:pt x="3259247" y="2498756"/>
                  <a:pt x="3268301" y="2507809"/>
                </a:cubicBezTo>
                <a:cubicBezTo>
                  <a:pt x="3292800" y="2581311"/>
                  <a:pt x="3258331" y="2488331"/>
                  <a:pt x="3349782" y="2625505"/>
                </a:cubicBezTo>
                <a:cubicBezTo>
                  <a:pt x="3382092" y="2673970"/>
                  <a:pt x="3360197" y="2644974"/>
                  <a:pt x="3422209" y="2706986"/>
                </a:cubicBezTo>
                <a:cubicBezTo>
                  <a:pt x="3437298" y="2722075"/>
                  <a:pt x="3449722" y="2740416"/>
                  <a:pt x="3467477" y="2752253"/>
                </a:cubicBezTo>
                <a:cubicBezTo>
                  <a:pt x="3476530" y="2758289"/>
                  <a:pt x="3485410" y="2764593"/>
                  <a:pt x="3494637" y="2770360"/>
                </a:cubicBezTo>
                <a:cubicBezTo>
                  <a:pt x="3509559" y="2779686"/>
                  <a:pt x="3526015" y="2786717"/>
                  <a:pt x="3539905" y="2797520"/>
                </a:cubicBezTo>
                <a:cubicBezTo>
                  <a:pt x="3553380" y="2808001"/>
                  <a:pt x="3562227" y="2823811"/>
                  <a:pt x="3576118" y="2833734"/>
                </a:cubicBezTo>
                <a:cubicBezTo>
                  <a:pt x="3583884" y="2839281"/>
                  <a:pt x="3594507" y="2839029"/>
                  <a:pt x="3603279" y="2842788"/>
                </a:cubicBezTo>
                <a:cubicBezTo>
                  <a:pt x="3615684" y="2848104"/>
                  <a:pt x="3627775" y="2854199"/>
                  <a:pt x="3639493" y="2860895"/>
                </a:cubicBezTo>
                <a:cubicBezTo>
                  <a:pt x="3674110" y="2880676"/>
                  <a:pt x="3654400" y="2879002"/>
                  <a:pt x="3675707" y="2879002"/>
                </a:cubicBezTo>
              </a:path>
            </a:pathLst>
          </a:cu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F227F4C-ADCC-F301-DA2A-EF4BD0032EF3}"/>
              </a:ext>
            </a:extLst>
          </p:cNvPr>
          <p:cNvSpPr txBox="1"/>
          <p:nvPr/>
        </p:nvSpPr>
        <p:spPr>
          <a:xfrm>
            <a:off x="6568838" y="2073998"/>
            <a:ext cx="4124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大部分的直落在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75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附近，表示影像偏灰</a:t>
            </a:r>
          </a:p>
        </p:txBody>
      </p:sp>
    </p:spTree>
    <p:extLst>
      <p:ext uri="{BB962C8B-B14F-4D97-AF65-F5344CB8AC3E}">
        <p14:creationId xmlns:p14="http://schemas.microsoft.com/office/powerpoint/2010/main" val="3424500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7B792F0E-53A0-003D-495F-F285787D8D06}"/>
              </a:ext>
            </a:extLst>
          </p:cNvPr>
          <p:cNvCxnSpPr>
            <a:cxnSpLocks/>
          </p:cNvCxnSpPr>
          <p:nvPr/>
        </p:nvCxnSpPr>
        <p:spPr>
          <a:xfrm>
            <a:off x="5269242" y="4302670"/>
            <a:ext cx="5040904" cy="21837"/>
          </a:xfrm>
          <a:prstGeom prst="line">
            <a:avLst/>
          </a:prstGeom>
          <a:ln w="38100">
            <a:solidFill>
              <a:srgbClr val="00206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直方圖代表「機率分布」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2A1A2E91-6213-DE05-08DE-FAE65CAD3E58}"/>
              </a:ext>
            </a:extLst>
          </p:cNvPr>
          <p:cNvSpPr txBox="1"/>
          <p:nvPr/>
        </p:nvSpPr>
        <p:spPr>
          <a:xfrm>
            <a:off x="757382" y="1256144"/>
            <a:ext cx="108712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機率質量函數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(Probability mass function, PMF)</a:t>
            </a: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機率質量函數，代表</a:t>
            </a:r>
            <a:r>
              <a:rPr lang="zh-TW" altLang="en-US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離散隨機變數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，在各特定取直上的機率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n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舉例「丟骰子」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026" name="Picture 2" descr="10cm 海綿骰子 鈴鐺骰子 4吋骰子/一袋10個入(促50) 布骰子 安全骰子 泡綿骰子 毛絨布數字甩子 海綿色子-CF61317">
            <a:extLst>
              <a:ext uri="{FF2B5EF4-FFF2-40B4-BE49-F238E27FC236}">
                <a16:creationId xmlns:a16="http://schemas.microsoft.com/office/drawing/2014/main" id="{61725ECF-47BE-92C6-C757-8F8B7647E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748" y="3702590"/>
            <a:ext cx="2215698" cy="2215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F6DEA20-45AC-E8A0-6824-4D1EB1872A25}"/>
              </a:ext>
            </a:extLst>
          </p:cNvPr>
          <p:cNvSpPr txBox="1"/>
          <p:nvPr/>
        </p:nvSpPr>
        <p:spPr>
          <a:xfrm>
            <a:off x="2174622" y="2929937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出現各個點數的機率</a:t>
            </a:r>
          </a:p>
        </p:txBody>
      </p: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6A18A91E-2EEE-AD1C-283D-F1B333F0F943}"/>
              </a:ext>
            </a:extLst>
          </p:cNvPr>
          <p:cNvCxnSpPr>
            <a:cxnSpLocks/>
          </p:cNvCxnSpPr>
          <p:nvPr/>
        </p:nvCxnSpPr>
        <p:spPr>
          <a:xfrm>
            <a:off x="4493871" y="5571687"/>
            <a:ext cx="6044363" cy="0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A997E578-A6AB-0BD9-8275-BF43F4C13B59}"/>
              </a:ext>
            </a:extLst>
          </p:cNvPr>
          <p:cNvCxnSpPr>
            <a:cxnSpLocks/>
          </p:cNvCxnSpPr>
          <p:nvPr/>
        </p:nvCxnSpPr>
        <p:spPr>
          <a:xfrm flipV="1">
            <a:off x="5269242" y="2842023"/>
            <a:ext cx="0" cy="341392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橢圓 17">
            <a:extLst>
              <a:ext uri="{FF2B5EF4-FFF2-40B4-BE49-F238E27FC236}">
                <a16:creationId xmlns:a16="http://schemas.microsoft.com/office/drawing/2014/main" id="{7CE7ECFE-1785-57D8-E6B8-859D324F5DAC}"/>
              </a:ext>
            </a:extLst>
          </p:cNvPr>
          <p:cNvSpPr/>
          <p:nvPr/>
        </p:nvSpPr>
        <p:spPr>
          <a:xfrm>
            <a:off x="5947508" y="4205356"/>
            <a:ext cx="194628" cy="194628"/>
          </a:xfrm>
          <a:prstGeom prst="ellipse">
            <a:avLst/>
          </a:prstGeom>
          <a:solidFill>
            <a:srgbClr val="FFC000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10C15877-6352-EC13-740D-5E0FEC56D84A}"/>
              </a:ext>
            </a:extLst>
          </p:cNvPr>
          <p:cNvSpPr/>
          <p:nvPr/>
        </p:nvSpPr>
        <p:spPr>
          <a:xfrm>
            <a:off x="6691075" y="4205356"/>
            <a:ext cx="194628" cy="194628"/>
          </a:xfrm>
          <a:prstGeom prst="ellipse">
            <a:avLst/>
          </a:prstGeom>
          <a:solidFill>
            <a:srgbClr val="FFC000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44F5A0DA-BF13-4EC7-B356-846065E7C913}"/>
              </a:ext>
            </a:extLst>
          </p:cNvPr>
          <p:cNvSpPr/>
          <p:nvPr/>
        </p:nvSpPr>
        <p:spPr>
          <a:xfrm>
            <a:off x="7434642" y="4205356"/>
            <a:ext cx="194628" cy="194628"/>
          </a:xfrm>
          <a:prstGeom prst="ellipse">
            <a:avLst/>
          </a:prstGeom>
          <a:solidFill>
            <a:srgbClr val="FFC000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BB7709A-266C-A065-BAC9-E27E5758BDDC}"/>
              </a:ext>
            </a:extLst>
          </p:cNvPr>
          <p:cNvSpPr/>
          <p:nvPr/>
        </p:nvSpPr>
        <p:spPr>
          <a:xfrm>
            <a:off x="8178209" y="4205356"/>
            <a:ext cx="194628" cy="194628"/>
          </a:xfrm>
          <a:prstGeom prst="ellipse">
            <a:avLst/>
          </a:prstGeom>
          <a:solidFill>
            <a:srgbClr val="FFC000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9ACDA07E-F89E-B168-AD9C-36D062466503}"/>
              </a:ext>
            </a:extLst>
          </p:cNvPr>
          <p:cNvSpPr/>
          <p:nvPr/>
        </p:nvSpPr>
        <p:spPr>
          <a:xfrm>
            <a:off x="8921776" y="4205356"/>
            <a:ext cx="194628" cy="194628"/>
          </a:xfrm>
          <a:prstGeom prst="ellipse">
            <a:avLst/>
          </a:prstGeom>
          <a:solidFill>
            <a:srgbClr val="FFC000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A66AD710-147A-1B92-A670-5B3DBE5B5F59}"/>
              </a:ext>
            </a:extLst>
          </p:cNvPr>
          <p:cNvSpPr/>
          <p:nvPr/>
        </p:nvSpPr>
        <p:spPr>
          <a:xfrm>
            <a:off x="9665341" y="4205356"/>
            <a:ext cx="194628" cy="194628"/>
          </a:xfrm>
          <a:prstGeom prst="ellipse">
            <a:avLst/>
          </a:prstGeom>
          <a:solidFill>
            <a:srgbClr val="FFC000"/>
          </a:solidFill>
          <a:ln w="571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C4C2A3F9-7533-7743-7253-1AEFCB7D1B8F}"/>
              </a:ext>
            </a:extLst>
          </p:cNvPr>
          <p:cNvCxnSpPr>
            <a:cxnSpLocks/>
            <a:stCxn id="18" idx="4"/>
          </p:cNvCxnSpPr>
          <p:nvPr/>
        </p:nvCxnSpPr>
        <p:spPr>
          <a:xfrm>
            <a:off x="6044822" y="4399984"/>
            <a:ext cx="0" cy="1171703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直線接點 27">
            <a:extLst>
              <a:ext uri="{FF2B5EF4-FFF2-40B4-BE49-F238E27FC236}">
                <a16:creationId xmlns:a16="http://schemas.microsoft.com/office/drawing/2014/main" id="{ADDA0917-CA16-4362-12A5-6FC1289B0978}"/>
              </a:ext>
            </a:extLst>
          </p:cNvPr>
          <p:cNvCxnSpPr>
            <a:cxnSpLocks/>
            <a:stCxn id="23" idx="4"/>
          </p:cNvCxnSpPr>
          <p:nvPr/>
        </p:nvCxnSpPr>
        <p:spPr>
          <a:xfrm>
            <a:off x="9762655" y="4399984"/>
            <a:ext cx="3024" cy="1171703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>
            <a:extLst>
              <a:ext uri="{FF2B5EF4-FFF2-40B4-BE49-F238E27FC236}">
                <a16:creationId xmlns:a16="http://schemas.microsoft.com/office/drawing/2014/main" id="{14D6B35B-898B-4459-9555-E4D0CEE88279}"/>
              </a:ext>
            </a:extLst>
          </p:cNvPr>
          <p:cNvCxnSpPr>
            <a:cxnSpLocks/>
            <a:stCxn id="19" idx="4"/>
          </p:cNvCxnSpPr>
          <p:nvPr/>
        </p:nvCxnSpPr>
        <p:spPr>
          <a:xfrm>
            <a:off x="6788389" y="4399984"/>
            <a:ext cx="0" cy="1171703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B0560726-068F-5541-52B2-2FEEE6C5D003}"/>
              </a:ext>
            </a:extLst>
          </p:cNvPr>
          <p:cNvCxnSpPr>
            <a:cxnSpLocks/>
            <a:stCxn id="20" idx="4"/>
          </p:cNvCxnSpPr>
          <p:nvPr/>
        </p:nvCxnSpPr>
        <p:spPr>
          <a:xfrm>
            <a:off x="7531956" y="4399984"/>
            <a:ext cx="0" cy="1171703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C36721C4-4162-097E-7FBA-5682FA72D599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8275523" y="4399984"/>
            <a:ext cx="0" cy="1171703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BACAF9B3-587C-0CB1-8C99-374063C020A5}"/>
              </a:ext>
            </a:extLst>
          </p:cNvPr>
          <p:cNvCxnSpPr>
            <a:cxnSpLocks/>
            <a:stCxn id="22" idx="4"/>
          </p:cNvCxnSpPr>
          <p:nvPr/>
        </p:nvCxnSpPr>
        <p:spPr>
          <a:xfrm>
            <a:off x="9019090" y="4399984"/>
            <a:ext cx="0" cy="1171701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EA4F970A-2AE3-6D48-BD76-E5257A0BE501}"/>
                  </a:ext>
                </a:extLst>
              </p:cNvPr>
              <p:cNvSpPr txBox="1"/>
              <p:nvPr/>
            </p:nvSpPr>
            <p:spPr>
              <a:xfrm>
                <a:off x="4633628" y="3769502"/>
                <a:ext cx="495649" cy="1017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TW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320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320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altLang="zh-TW" sz="3200"/>
              </a:p>
            </p:txBody>
          </p:sp>
        </mc:Choice>
        <mc:Fallback xmlns=""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EA4F970A-2AE3-6D48-BD76-E5257A0BE5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628" y="3769502"/>
                <a:ext cx="495649" cy="101752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4" name="文字方塊 43">
            <a:extLst>
              <a:ext uri="{FF2B5EF4-FFF2-40B4-BE49-F238E27FC236}">
                <a16:creationId xmlns:a16="http://schemas.microsoft.com/office/drawing/2014/main" id="{7DA83412-5DED-5FDD-B176-19B7756493C5}"/>
              </a:ext>
            </a:extLst>
          </p:cNvPr>
          <p:cNvSpPr txBox="1"/>
          <p:nvPr/>
        </p:nvSpPr>
        <p:spPr>
          <a:xfrm>
            <a:off x="5853928" y="572746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/>
              <a:t>1</a:t>
            </a:r>
            <a:endParaRPr lang="zh-TW" altLang="en-US" sz="2400"/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5E1ACE5D-AB04-8854-4482-A7292F2286C6}"/>
              </a:ext>
            </a:extLst>
          </p:cNvPr>
          <p:cNvSpPr txBox="1"/>
          <p:nvPr/>
        </p:nvSpPr>
        <p:spPr>
          <a:xfrm>
            <a:off x="6612700" y="572746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/>
              <a:t>2</a:t>
            </a:r>
            <a:endParaRPr lang="zh-TW" altLang="en-US" sz="2400"/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385D4069-8DDA-CE82-B25C-92938E63F924}"/>
              </a:ext>
            </a:extLst>
          </p:cNvPr>
          <p:cNvSpPr txBox="1"/>
          <p:nvPr/>
        </p:nvSpPr>
        <p:spPr>
          <a:xfrm>
            <a:off x="7371472" y="572746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/>
              <a:t>3</a:t>
            </a:r>
            <a:endParaRPr lang="zh-TW" altLang="en-US" sz="240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7AA66C96-1712-AF52-1B34-F2FE8778896A}"/>
              </a:ext>
            </a:extLst>
          </p:cNvPr>
          <p:cNvSpPr txBox="1"/>
          <p:nvPr/>
        </p:nvSpPr>
        <p:spPr>
          <a:xfrm>
            <a:off x="8130244" y="572746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/>
              <a:t>4</a:t>
            </a:r>
            <a:endParaRPr lang="zh-TW" altLang="en-US" sz="240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AB9E0968-9C97-799B-E8A9-AB516AFAED55}"/>
              </a:ext>
            </a:extLst>
          </p:cNvPr>
          <p:cNvSpPr txBox="1"/>
          <p:nvPr/>
        </p:nvSpPr>
        <p:spPr>
          <a:xfrm>
            <a:off x="8889016" y="572746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/>
              <a:t>5</a:t>
            </a:r>
            <a:endParaRPr lang="zh-TW" altLang="en-US" sz="2400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CEA86AF0-E65D-38E9-5886-021CF27A1C0E}"/>
              </a:ext>
            </a:extLst>
          </p:cNvPr>
          <p:cNvSpPr txBox="1"/>
          <p:nvPr/>
        </p:nvSpPr>
        <p:spPr>
          <a:xfrm>
            <a:off x="9647787" y="5727462"/>
            <a:ext cx="349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/>
              <a:t>6</a:t>
            </a:r>
            <a:endParaRPr lang="zh-TW" altLang="en-US" sz="2400"/>
          </a:p>
        </p:txBody>
      </p: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BC474187-65C3-5897-994A-C3FC7E878F31}"/>
              </a:ext>
            </a:extLst>
          </p:cNvPr>
          <p:cNvSpPr txBox="1"/>
          <p:nvPr/>
        </p:nvSpPr>
        <p:spPr>
          <a:xfrm>
            <a:off x="10616254" y="541719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骰子點數</a:t>
            </a:r>
          </a:p>
        </p:txBody>
      </p:sp>
    </p:spTree>
    <p:extLst>
      <p:ext uri="{BB962C8B-B14F-4D97-AF65-F5344CB8AC3E}">
        <p14:creationId xmlns:p14="http://schemas.microsoft.com/office/powerpoint/2010/main" val="39696812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直方圖 </a:t>
            </a:r>
            <a:r>
              <a:rPr lang="en-US" altLang="zh-TW"/>
              <a:t>vs. </a:t>
            </a:r>
            <a:r>
              <a:rPr lang="zh-TW" altLang="en-US"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機率質量函數</a:t>
            </a:r>
            <a:endParaRPr lang="zh-TW" altLang="en-US"/>
          </a:p>
        </p:txBody>
      </p:sp>
      <p:pic>
        <p:nvPicPr>
          <p:cNvPr id="1026" name="Picture 2" descr="10cm 海綿骰子 鈴鐺骰子 4吋骰子/一袋10個入(促50) 布骰子 安全骰子 泡綿骰子 毛絨布數字甩子 海綿色子-CF61317">
            <a:extLst>
              <a:ext uri="{FF2B5EF4-FFF2-40B4-BE49-F238E27FC236}">
                <a16:creationId xmlns:a16="http://schemas.microsoft.com/office/drawing/2014/main" id="{61725ECF-47BE-92C6-C757-8F8B7647E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411" y="5300913"/>
            <a:ext cx="811125" cy="81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5F6DEA20-45AC-E8A0-6824-4D1EB1872A25}"/>
              </a:ext>
            </a:extLst>
          </p:cNvPr>
          <p:cNvSpPr txBox="1"/>
          <p:nvPr/>
        </p:nvSpPr>
        <p:spPr>
          <a:xfrm>
            <a:off x="3895971" y="4080104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出現各個點數的</a:t>
            </a:r>
            <a:r>
              <a:rPr lang="zh-TW" altLang="en-US" sz="24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機率</a:t>
            </a:r>
          </a:p>
        </p:txBody>
      </p: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794F272E-6835-BD59-6C3A-43BA12A1895A}"/>
              </a:ext>
            </a:extLst>
          </p:cNvPr>
          <p:cNvGrpSpPr/>
          <p:nvPr/>
        </p:nvGrpSpPr>
        <p:grpSpPr>
          <a:xfrm>
            <a:off x="4657753" y="4651599"/>
            <a:ext cx="5980940" cy="1919758"/>
            <a:chOff x="4493871" y="3902064"/>
            <a:chExt cx="7230379" cy="2320803"/>
          </a:xfrm>
        </p:grpSpPr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7B792F0E-53A0-003D-495F-F285787D8D06}"/>
                </a:ext>
              </a:extLst>
            </p:cNvPr>
            <p:cNvCxnSpPr>
              <a:cxnSpLocks/>
            </p:cNvCxnSpPr>
            <p:nvPr/>
          </p:nvCxnSpPr>
          <p:spPr>
            <a:xfrm>
              <a:off x="5269242" y="4302670"/>
              <a:ext cx="5040904" cy="21837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6A18A91E-2EEE-AD1C-283D-F1B333F0F943}"/>
                </a:ext>
              </a:extLst>
            </p:cNvPr>
            <p:cNvCxnSpPr>
              <a:cxnSpLocks/>
            </p:cNvCxnSpPr>
            <p:nvPr/>
          </p:nvCxnSpPr>
          <p:spPr>
            <a:xfrm>
              <a:off x="4493871" y="5571687"/>
              <a:ext cx="6044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997E578-A6AB-0BD9-8275-BF43F4C13B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9242" y="3923281"/>
              <a:ext cx="0" cy="229958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7CE7ECFE-1785-57D8-E6B8-859D324F5DAC}"/>
                </a:ext>
              </a:extLst>
            </p:cNvPr>
            <p:cNvSpPr/>
            <p:nvPr/>
          </p:nvSpPr>
          <p:spPr>
            <a:xfrm>
              <a:off x="5947508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10C15877-6352-EC13-740D-5E0FEC56D84A}"/>
                </a:ext>
              </a:extLst>
            </p:cNvPr>
            <p:cNvSpPr/>
            <p:nvPr/>
          </p:nvSpPr>
          <p:spPr>
            <a:xfrm>
              <a:off x="6691075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44F5A0DA-BF13-4EC7-B356-846065E7C913}"/>
                </a:ext>
              </a:extLst>
            </p:cNvPr>
            <p:cNvSpPr/>
            <p:nvPr/>
          </p:nvSpPr>
          <p:spPr>
            <a:xfrm>
              <a:off x="7434642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9BB7709A-266C-A065-BAC9-E27E5758BDDC}"/>
                </a:ext>
              </a:extLst>
            </p:cNvPr>
            <p:cNvSpPr/>
            <p:nvPr/>
          </p:nvSpPr>
          <p:spPr>
            <a:xfrm>
              <a:off x="8178209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9ACDA07E-F89E-B168-AD9C-36D062466503}"/>
                </a:ext>
              </a:extLst>
            </p:cNvPr>
            <p:cNvSpPr/>
            <p:nvPr/>
          </p:nvSpPr>
          <p:spPr>
            <a:xfrm>
              <a:off x="8921776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A66AD710-147A-1B92-A670-5B3DBE5B5F59}"/>
                </a:ext>
              </a:extLst>
            </p:cNvPr>
            <p:cNvSpPr/>
            <p:nvPr/>
          </p:nvSpPr>
          <p:spPr>
            <a:xfrm>
              <a:off x="9665341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C4C2A3F9-7533-7743-7253-1AEFCB7D1B8F}"/>
                </a:ext>
              </a:extLst>
            </p:cNvPr>
            <p:cNvCxnSpPr>
              <a:cxnSpLocks/>
              <a:stCxn id="18" idx="4"/>
            </p:cNvCxnSpPr>
            <p:nvPr/>
          </p:nvCxnSpPr>
          <p:spPr>
            <a:xfrm>
              <a:off x="6044822" y="4399984"/>
              <a:ext cx="0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DDA0917-CA16-4362-12A5-6FC1289B0978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9762655" y="4399984"/>
              <a:ext cx="3024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14D6B35B-898B-4459-9555-E4D0CEE88279}"/>
                </a:ext>
              </a:extLst>
            </p:cNvPr>
            <p:cNvCxnSpPr>
              <a:cxnSpLocks/>
              <a:stCxn id="19" idx="4"/>
            </p:cNvCxnSpPr>
            <p:nvPr/>
          </p:nvCxnSpPr>
          <p:spPr>
            <a:xfrm>
              <a:off x="6788389" y="4399984"/>
              <a:ext cx="0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B0560726-068F-5541-52B2-2FEEE6C5D003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>
              <a:off x="7531956" y="4399984"/>
              <a:ext cx="0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C36721C4-4162-097E-7FBA-5682FA72D599}"/>
                </a:ext>
              </a:extLst>
            </p:cNvPr>
            <p:cNvCxnSpPr>
              <a:cxnSpLocks/>
              <a:stCxn id="21" idx="4"/>
            </p:cNvCxnSpPr>
            <p:nvPr/>
          </p:nvCxnSpPr>
          <p:spPr>
            <a:xfrm>
              <a:off x="8275523" y="4399984"/>
              <a:ext cx="0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BACAF9B3-587C-0CB1-8C99-374063C020A5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>
              <a:off x="9019090" y="4399984"/>
              <a:ext cx="0" cy="1171701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EA4F970A-2AE3-6D48-BD76-E5257A0BE501}"/>
                    </a:ext>
                  </a:extLst>
                </p:cNvPr>
                <p:cNvSpPr txBox="1"/>
                <p:nvPr/>
              </p:nvSpPr>
              <p:spPr>
                <a:xfrm>
                  <a:off x="4691666" y="3902064"/>
                  <a:ext cx="459664" cy="8106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oMath>
                    </m:oMathPara>
                  </a14:m>
                  <a:endParaRPr lang="en-US" altLang="zh-TW" sz="200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EA4F970A-2AE3-6D48-BD76-E5257A0BE5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666" y="3902064"/>
                  <a:ext cx="459664" cy="81065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7DA83412-5DED-5FDD-B176-19B7756493C5}"/>
                </a:ext>
              </a:extLst>
            </p:cNvPr>
            <p:cNvSpPr txBox="1"/>
            <p:nvPr/>
          </p:nvSpPr>
          <p:spPr>
            <a:xfrm>
              <a:off x="5853928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1</a:t>
              </a:r>
              <a:endParaRPr lang="zh-TW" altLang="en-US" sz="2400"/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5E1ACE5D-AB04-8854-4482-A7292F2286C6}"/>
                </a:ext>
              </a:extLst>
            </p:cNvPr>
            <p:cNvSpPr txBox="1"/>
            <p:nvPr/>
          </p:nvSpPr>
          <p:spPr>
            <a:xfrm>
              <a:off x="6612700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2</a:t>
              </a:r>
              <a:endParaRPr lang="zh-TW" altLang="en-US" sz="2400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85D4069-8DDA-CE82-B25C-92938E63F924}"/>
                </a:ext>
              </a:extLst>
            </p:cNvPr>
            <p:cNvSpPr txBox="1"/>
            <p:nvPr/>
          </p:nvSpPr>
          <p:spPr>
            <a:xfrm>
              <a:off x="7371472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3</a:t>
              </a:r>
              <a:endParaRPr lang="zh-TW" altLang="en-US" sz="2400"/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7AA66C96-1712-AF52-1B34-F2FE8778896A}"/>
                </a:ext>
              </a:extLst>
            </p:cNvPr>
            <p:cNvSpPr txBox="1"/>
            <p:nvPr/>
          </p:nvSpPr>
          <p:spPr>
            <a:xfrm>
              <a:off x="8130244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4</a:t>
              </a:r>
              <a:endParaRPr lang="zh-TW" altLang="en-US" sz="2400"/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AB9E0968-9C97-799B-E8A9-AB516AFAED55}"/>
                </a:ext>
              </a:extLst>
            </p:cNvPr>
            <p:cNvSpPr txBox="1"/>
            <p:nvPr/>
          </p:nvSpPr>
          <p:spPr>
            <a:xfrm>
              <a:off x="8889016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5</a:t>
              </a:r>
              <a:endParaRPr lang="zh-TW" altLang="en-US" sz="240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CEA86AF0-E65D-38E9-5886-021CF27A1C0E}"/>
                </a:ext>
              </a:extLst>
            </p:cNvPr>
            <p:cNvSpPr txBox="1"/>
            <p:nvPr/>
          </p:nvSpPr>
          <p:spPr>
            <a:xfrm>
              <a:off x="9647787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6</a:t>
              </a:r>
              <a:endParaRPr lang="zh-TW" altLang="en-US" sz="2400"/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BC474187-65C3-5897-994A-C3FC7E878F31}"/>
                </a:ext>
              </a:extLst>
            </p:cNvPr>
            <p:cNvSpPr txBox="1"/>
            <p:nvPr/>
          </p:nvSpPr>
          <p:spPr>
            <a:xfrm>
              <a:off x="10616254" y="5417190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>
                  <a:latin typeface="標楷體" panose="03000509000000000000" pitchFamily="65" charset="-120"/>
                  <a:ea typeface="標楷體" panose="03000509000000000000" pitchFamily="65" charset="-120"/>
                </a:rPr>
                <a:t>骰子點數</a:t>
              </a:r>
            </a:p>
          </p:txBody>
        </p: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2C129997-77B6-D070-3A6D-B13744586C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5007" t="7315" r="18188" b="58672"/>
          <a:stretch/>
        </p:blipFill>
        <p:spPr>
          <a:xfrm>
            <a:off x="3238109" y="1583393"/>
            <a:ext cx="2358997" cy="239735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9E67171-F059-19C7-40E9-B4ECC6C04C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193" t="52059"/>
          <a:stretch/>
        </p:blipFill>
        <p:spPr>
          <a:xfrm>
            <a:off x="6430645" y="1583393"/>
            <a:ext cx="3048868" cy="2448624"/>
          </a:xfrm>
          <a:prstGeom prst="rect">
            <a:avLst/>
          </a:prstGeom>
        </p:spPr>
      </p:pic>
      <p:sp>
        <p:nvSpPr>
          <p:cNvPr id="26" name="文字方塊 25">
            <a:extLst>
              <a:ext uri="{FF2B5EF4-FFF2-40B4-BE49-F238E27FC236}">
                <a16:creationId xmlns:a16="http://schemas.microsoft.com/office/drawing/2014/main" id="{A096CAF3-6416-A9CF-5F52-DAEA824210EA}"/>
              </a:ext>
            </a:extLst>
          </p:cNvPr>
          <p:cNvSpPr txBox="1"/>
          <p:nvPr/>
        </p:nvSpPr>
        <p:spPr>
          <a:xfrm>
            <a:off x="345671" y="2272984"/>
            <a:ext cx="25484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直方圖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sz="320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BD837F1-276F-0D06-D005-A0DE55807353}"/>
              </a:ext>
            </a:extLst>
          </p:cNvPr>
          <p:cNvSpPr txBox="1"/>
          <p:nvPr/>
        </p:nvSpPr>
        <p:spPr>
          <a:xfrm>
            <a:off x="345671" y="4581368"/>
            <a:ext cx="321770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機率質量函數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sz="320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237B87D-C193-6257-2E66-2A28D571A1F2}"/>
              </a:ext>
            </a:extLst>
          </p:cNvPr>
          <p:cNvSpPr txBox="1"/>
          <p:nvPr/>
        </p:nvSpPr>
        <p:spPr>
          <a:xfrm>
            <a:off x="831199" y="5293442"/>
            <a:ext cx="191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「丟骰子」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為例</a:t>
            </a:r>
            <a:endParaRPr lang="zh-TW" altLang="en-US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2ABB5444-CF21-A676-A6A1-2183BEB1EA2C}"/>
              </a:ext>
            </a:extLst>
          </p:cNvPr>
          <p:cNvSpPr txBox="1"/>
          <p:nvPr/>
        </p:nvSpPr>
        <p:spPr>
          <a:xfrm>
            <a:off x="5011484" y="1037381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每個灰階值的像素個數</a:t>
            </a:r>
          </a:p>
        </p:txBody>
      </p:sp>
      <p:cxnSp>
        <p:nvCxnSpPr>
          <p:cNvPr id="37" name="直線單箭頭接點 36">
            <a:extLst>
              <a:ext uri="{FF2B5EF4-FFF2-40B4-BE49-F238E27FC236}">
                <a16:creationId xmlns:a16="http://schemas.microsoft.com/office/drawing/2014/main" id="{A54E4EF5-433A-A86F-5A1E-5327C5B44E4B}"/>
              </a:ext>
            </a:extLst>
          </p:cNvPr>
          <p:cNvCxnSpPr>
            <a:cxnSpLocks/>
          </p:cNvCxnSpPr>
          <p:nvPr/>
        </p:nvCxnSpPr>
        <p:spPr>
          <a:xfrm flipV="1">
            <a:off x="6449401" y="1499047"/>
            <a:ext cx="0" cy="249980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單箭頭接點 39">
            <a:extLst>
              <a:ext uri="{FF2B5EF4-FFF2-40B4-BE49-F238E27FC236}">
                <a16:creationId xmlns:a16="http://schemas.microsoft.com/office/drawing/2014/main" id="{A2A8E54D-3F8B-43D8-1500-DDBFCAF3A54E}"/>
              </a:ext>
            </a:extLst>
          </p:cNvPr>
          <p:cNvCxnSpPr>
            <a:cxnSpLocks/>
          </p:cNvCxnSpPr>
          <p:nvPr/>
        </p:nvCxnSpPr>
        <p:spPr>
          <a:xfrm flipV="1">
            <a:off x="6430645" y="3957191"/>
            <a:ext cx="3187393" cy="66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接點: 肘形 55">
            <a:extLst>
              <a:ext uri="{FF2B5EF4-FFF2-40B4-BE49-F238E27FC236}">
                <a16:creationId xmlns:a16="http://schemas.microsoft.com/office/drawing/2014/main" id="{793A811A-D519-4A32-7C4A-159CDCD02F97}"/>
              </a:ext>
            </a:extLst>
          </p:cNvPr>
          <p:cNvCxnSpPr>
            <a:stCxn id="36" idx="3"/>
            <a:endCxn id="9" idx="3"/>
          </p:cNvCxnSpPr>
          <p:nvPr/>
        </p:nvCxnSpPr>
        <p:spPr>
          <a:xfrm flipH="1">
            <a:off x="6850626" y="1268214"/>
            <a:ext cx="1423290" cy="3042723"/>
          </a:xfrm>
          <a:prstGeom prst="bentConnector3">
            <a:avLst>
              <a:gd name="adj1" fmla="val -13755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BC893F55-166B-784F-A5D0-1522DAC45C72}"/>
              </a:ext>
            </a:extLst>
          </p:cNvPr>
          <p:cNvSpPr txBox="1"/>
          <p:nvPr/>
        </p:nvSpPr>
        <p:spPr>
          <a:xfrm>
            <a:off x="10507501" y="1949818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每個灰階的</a:t>
            </a:r>
            <a:endParaRPr lang="en-US" altLang="zh-TW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像素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個數</a:t>
            </a:r>
          </a:p>
        </p:txBody>
      </p: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46FC4AD1-C667-788E-7941-FA11E8E4CE62}"/>
              </a:ext>
            </a:extLst>
          </p:cNvPr>
          <p:cNvCxnSpPr/>
          <p:nvPr/>
        </p:nvCxnSpPr>
        <p:spPr>
          <a:xfrm>
            <a:off x="10423691" y="2596149"/>
            <a:ext cx="150644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334EC0E5-143A-CB94-65FA-B0668C248AC6}"/>
              </a:ext>
            </a:extLst>
          </p:cNvPr>
          <p:cNvSpPr txBox="1"/>
          <p:nvPr/>
        </p:nvSpPr>
        <p:spPr>
          <a:xfrm>
            <a:off x="10507501" y="2596628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影像</a:t>
            </a:r>
            <a:r>
              <a:rPr lang="zh-TW" altLang="en-US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總像素</a:t>
            </a:r>
            <a:endParaRPr lang="en-US" altLang="zh-TW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個數</a:t>
            </a:r>
          </a:p>
        </p:txBody>
      </p:sp>
    </p:spTree>
    <p:extLst>
      <p:ext uri="{BB962C8B-B14F-4D97-AF65-F5344CB8AC3E}">
        <p14:creationId xmlns:p14="http://schemas.microsoft.com/office/powerpoint/2010/main" val="1265154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/>
              <a:t>(</a:t>
            </a:r>
            <a:r>
              <a:rPr lang="zh-TW" altLang="en-US"/>
              <a:t>等化前</a:t>
            </a:r>
            <a:r>
              <a:rPr lang="en-US" altLang="zh-TW"/>
              <a:t>)</a:t>
            </a:r>
            <a:r>
              <a:rPr lang="zh-TW" altLang="en-US"/>
              <a:t>直方圖 </a:t>
            </a:r>
            <a:r>
              <a:rPr lang="en-US" altLang="zh-TW"/>
              <a:t>vs. (</a:t>
            </a:r>
            <a:r>
              <a:rPr lang="zh-TW" altLang="en-US"/>
              <a:t>等化後</a:t>
            </a:r>
            <a:r>
              <a:rPr lang="en-US" altLang="zh-TW"/>
              <a:t>)</a:t>
            </a:r>
            <a:r>
              <a:rPr lang="zh-TW" altLang="en-US"/>
              <a:t>直方圖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205D407-A34A-73CC-D42B-DEB30570E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07" t="7315" r="18188" b="58672"/>
          <a:stretch/>
        </p:blipFill>
        <p:spPr>
          <a:xfrm>
            <a:off x="2136507" y="1061298"/>
            <a:ext cx="2730211" cy="277460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1232D80C-4030-7A54-25FF-E6363B6F2ED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052" t="52953" r="2306" b="2172"/>
          <a:stretch/>
        </p:blipFill>
        <p:spPr>
          <a:xfrm>
            <a:off x="5238904" y="1061298"/>
            <a:ext cx="4098771" cy="277460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F515BC2-D53E-C87F-99E3-87A6ACCB9E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2" t="7541" r="69123" b="58666"/>
          <a:stretch/>
        </p:blipFill>
        <p:spPr>
          <a:xfrm>
            <a:off x="2118741" y="3946872"/>
            <a:ext cx="2747977" cy="2774603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B8C9872B-0E5D-3A46-8366-728BDE30FE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5" t="53238" r="51488" b="3322"/>
          <a:stretch/>
        </p:blipFill>
        <p:spPr>
          <a:xfrm>
            <a:off x="5238903" y="3946872"/>
            <a:ext cx="4098771" cy="2774603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753021BD-7810-2E68-9836-5CC1AC70614E}"/>
              </a:ext>
            </a:extLst>
          </p:cNvPr>
          <p:cNvSpPr txBox="1"/>
          <p:nvPr/>
        </p:nvSpPr>
        <p:spPr>
          <a:xfrm>
            <a:off x="352425" y="2186989"/>
            <a:ext cx="142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等化前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2B9DEF2C-60EF-6BFB-527E-88F8F3045000}"/>
              </a:ext>
            </a:extLst>
          </p:cNvPr>
          <p:cNvSpPr txBox="1"/>
          <p:nvPr/>
        </p:nvSpPr>
        <p:spPr>
          <a:xfrm>
            <a:off x="352425" y="5072563"/>
            <a:ext cx="142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等化後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7B07E93E-758E-8189-5B55-3AFB14F77FE5}"/>
              </a:ext>
            </a:extLst>
          </p:cNvPr>
          <p:cNvSpPr txBox="1"/>
          <p:nvPr/>
        </p:nvSpPr>
        <p:spPr>
          <a:xfrm>
            <a:off x="9767009" y="4366781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均勻等化</a:t>
            </a:r>
            <a:endParaRPr lang="en-US" altLang="zh-TW" sz="32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2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高對比度</a:t>
            </a: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2DDA8C41-9386-37FE-BADB-7329567D8055}"/>
              </a:ext>
            </a:extLst>
          </p:cNvPr>
          <p:cNvSpPr txBox="1"/>
          <p:nvPr/>
        </p:nvSpPr>
        <p:spPr>
          <a:xfrm>
            <a:off x="7667625" y="161416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00B0F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很少白色</a:t>
            </a: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A8B4C47-232F-4418-FC66-B7F8468515DE}"/>
              </a:ext>
            </a:extLst>
          </p:cNvPr>
          <p:cNvSpPr txBox="1"/>
          <p:nvPr/>
        </p:nvSpPr>
        <p:spPr>
          <a:xfrm>
            <a:off x="6271498" y="4180779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分布均勻</a:t>
            </a:r>
            <a:endParaRPr lang="en-US" altLang="zh-TW" sz="240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機率均勻等化</a:t>
            </a: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818916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/>
              <a:t>(</a:t>
            </a:r>
            <a:r>
              <a:rPr lang="zh-TW" altLang="en-US"/>
              <a:t>直方圖等化</a:t>
            </a:r>
            <a:r>
              <a:rPr lang="en-US" altLang="zh-TW"/>
              <a:t>)</a:t>
            </a:r>
            <a:r>
              <a:rPr lang="zh-TW" altLang="en-US"/>
              <a:t> 強度轉換函數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205D407-A34A-73CC-D42B-DEB30570E3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007" t="7315" r="18188" b="58672"/>
          <a:stretch/>
        </p:blipFill>
        <p:spPr>
          <a:xfrm>
            <a:off x="688707" y="2725929"/>
            <a:ext cx="2730211" cy="2774604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F515BC2-D53E-C87F-99E3-87A6ACCB9E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72" t="7541" r="69123" b="58666"/>
          <a:stretch/>
        </p:blipFill>
        <p:spPr>
          <a:xfrm>
            <a:off x="8919591" y="2725930"/>
            <a:ext cx="2747977" cy="2774603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14B847E2-E4DF-72B7-CF04-E2E943A1C15A}"/>
              </a:ext>
            </a:extLst>
          </p:cNvPr>
          <p:cNvSpPr txBox="1"/>
          <p:nvPr/>
        </p:nvSpPr>
        <p:spPr>
          <a:xfrm>
            <a:off x="374659" y="1163810"/>
            <a:ext cx="59245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強度轉換函數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s=T(r)</a:t>
            </a:r>
            <a:endParaRPr lang="zh-TW" altLang="en-US" sz="3200"/>
          </a:p>
        </p:txBody>
      </p: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B93B83E6-0F0E-C76C-F04E-C12B60011BD1}"/>
              </a:ext>
            </a:extLst>
          </p:cNvPr>
          <p:cNvCxnSpPr>
            <a:cxnSpLocks/>
          </p:cNvCxnSpPr>
          <p:nvPr/>
        </p:nvCxnSpPr>
        <p:spPr>
          <a:xfrm flipV="1">
            <a:off x="4687276" y="2880172"/>
            <a:ext cx="0" cy="2499806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242B8B14-24E0-B14E-EFBF-C3C958D87CDB}"/>
              </a:ext>
            </a:extLst>
          </p:cNvPr>
          <p:cNvCxnSpPr>
            <a:cxnSpLocks/>
          </p:cNvCxnSpPr>
          <p:nvPr/>
        </p:nvCxnSpPr>
        <p:spPr>
          <a:xfrm flipV="1">
            <a:off x="4668520" y="5338316"/>
            <a:ext cx="3187393" cy="66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手繪多邊形: 圖案 9">
            <a:extLst>
              <a:ext uri="{FF2B5EF4-FFF2-40B4-BE49-F238E27FC236}">
                <a16:creationId xmlns:a16="http://schemas.microsoft.com/office/drawing/2014/main" id="{040EA546-953F-F5EA-368A-2BBFCF9162ED}"/>
              </a:ext>
            </a:extLst>
          </p:cNvPr>
          <p:cNvSpPr/>
          <p:nvPr/>
        </p:nvSpPr>
        <p:spPr>
          <a:xfrm>
            <a:off x="4714875" y="3352247"/>
            <a:ext cx="2905125" cy="1981753"/>
          </a:xfrm>
          <a:custGeom>
            <a:avLst/>
            <a:gdLst>
              <a:gd name="connsiteX0" fmla="*/ 0 w 2905125"/>
              <a:gd name="connsiteY0" fmla="*/ 1981753 h 1981753"/>
              <a:gd name="connsiteX1" fmla="*/ 47625 w 2905125"/>
              <a:gd name="connsiteY1" fmla="*/ 1953178 h 1981753"/>
              <a:gd name="connsiteX2" fmla="*/ 85725 w 2905125"/>
              <a:gd name="connsiteY2" fmla="*/ 1924603 h 1981753"/>
              <a:gd name="connsiteX3" fmla="*/ 123825 w 2905125"/>
              <a:gd name="connsiteY3" fmla="*/ 1905553 h 1981753"/>
              <a:gd name="connsiteX4" fmla="*/ 161925 w 2905125"/>
              <a:gd name="connsiteY4" fmla="*/ 1867453 h 1981753"/>
              <a:gd name="connsiteX5" fmla="*/ 219075 w 2905125"/>
              <a:gd name="connsiteY5" fmla="*/ 1829353 h 1981753"/>
              <a:gd name="connsiteX6" fmla="*/ 333375 w 2905125"/>
              <a:gd name="connsiteY6" fmla="*/ 1734103 h 1981753"/>
              <a:gd name="connsiteX7" fmla="*/ 428625 w 2905125"/>
              <a:gd name="connsiteY7" fmla="*/ 1667428 h 1981753"/>
              <a:gd name="connsiteX8" fmla="*/ 457200 w 2905125"/>
              <a:gd name="connsiteY8" fmla="*/ 1638853 h 1981753"/>
              <a:gd name="connsiteX9" fmla="*/ 495300 w 2905125"/>
              <a:gd name="connsiteY9" fmla="*/ 1619803 h 1981753"/>
              <a:gd name="connsiteX10" fmla="*/ 523875 w 2905125"/>
              <a:gd name="connsiteY10" fmla="*/ 1591228 h 1981753"/>
              <a:gd name="connsiteX11" fmla="*/ 561975 w 2905125"/>
              <a:gd name="connsiteY11" fmla="*/ 1562653 h 1981753"/>
              <a:gd name="connsiteX12" fmla="*/ 609600 w 2905125"/>
              <a:gd name="connsiteY12" fmla="*/ 1534078 h 1981753"/>
              <a:gd name="connsiteX13" fmla="*/ 704850 w 2905125"/>
              <a:gd name="connsiteY13" fmla="*/ 1448353 h 1981753"/>
              <a:gd name="connsiteX14" fmla="*/ 733425 w 2905125"/>
              <a:gd name="connsiteY14" fmla="*/ 1438828 h 1981753"/>
              <a:gd name="connsiteX15" fmla="*/ 866775 w 2905125"/>
              <a:gd name="connsiteY15" fmla="*/ 1448353 h 1981753"/>
              <a:gd name="connsiteX16" fmla="*/ 904875 w 2905125"/>
              <a:gd name="connsiteY16" fmla="*/ 1457878 h 1981753"/>
              <a:gd name="connsiteX17" fmla="*/ 1400175 w 2905125"/>
              <a:gd name="connsiteY17" fmla="*/ 1448353 h 1981753"/>
              <a:gd name="connsiteX18" fmla="*/ 1504950 w 2905125"/>
              <a:gd name="connsiteY18" fmla="*/ 1372153 h 1981753"/>
              <a:gd name="connsiteX19" fmla="*/ 1581150 w 2905125"/>
              <a:gd name="connsiteY19" fmla="*/ 1286428 h 1981753"/>
              <a:gd name="connsiteX20" fmla="*/ 1628775 w 2905125"/>
              <a:gd name="connsiteY20" fmla="*/ 1248328 h 1981753"/>
              <a:gd name="connsiteX21" fmla="*/ 1695450 w 2905125"/>
              <a:gd name="connsiteY21" fmla="*/ 1153078 h 1981753"/>
              <a:gd name="connsiteX22" fmla="*/ 1714500 w 2905125"/>
              <a:gd name="connsiteY22" fmla="*/ 1124503 h 1981753"/>
              <a:gd name="connsiteX23" fmla="*/ 1743075 w 2905125"/>
              <a:gd name="connsiteY23" fmla="*/ 1095928 h 1981753"/>
              <a:gd name="connsiteX24" fmla="*/ 1781175 w 2905125"/>
              <a:gd name="connsiteY24" fmla="*/ 1010203 h 1981753"/>
              <a:gd name="connsiteX25" fmla="*/ 1809750 w 2905125"/>
              <a:gd name="connsiteY25" fmla="*/ 981628 h 1981753"/>
              <a:gd name="connsiteX26" fmla="*/ 1838325 w 2905125"/>
              <a:gd name="connsiteY26" fmla="*/ 914953 h 1981753"/>
              <a:gd name="connsiteX27" fmla="*/ 1866900 w 2905125"/>
              <a:gd name="connsiteY27" fmla="*/ 800653 h 1981753"/>
              <a:gd name="connsiteX28" fmla="*/ 1924050 w 2905125"/>
              <a:gd name="connsiteY28" fmla="*/ 714928 h 1981753"/>
              <a:gd name="connsiteX29" fmla="*/ 1952625 w 2905125"/>
              <a:gd name="connsiteY29" fmla="*/ 667303 h 1981753"/>
              <a:gd name="connsiteX30" fmla="*/ 2009775 w 2905125"/>
              <a:gd name="connsiteY30" fmla="*/ 600628 h 1981753"/>
              <a:gd name="connsiteX31" fmla="*/ 2066925 w 2905125"/>
              <a:gd name="connsiteY31" fmla="*/ 524428 h 1981753"/>
              <a:gd name="connsiteX32" fmla="*/ 2171700 w 2905125"/>
              <a:gd name="connsiteY32" fmla="*/ 429178 h 1981753"/>
              <a:gd name="connsiteX33" fmla="*/ 2257425 w 2905125"/>
              <a:gd name="connsiteY33" fmla="*/ 343453 h 1981753"/>
              <a:gd name="connsiteX34" fmla="*/ 2352675 w 2905125"/>
              <a:gd name="connsiteY34" fmla="*/ 276778 h 1981753"/>
              <a:gd name="connsiteX35" fmla="*/ 2428875 w 2905125"/>
              <a:gd name="connsiteY35" fmla="*/ 219628 h 1981753"/>
              <a:gd name="connsiteX36" fmla="*/ 2476500 w 2905125"/>
              <a:gd name="connsiteY36" fmla="*/ 181528 h 1981753"/>
              <a:gd name="connsiteX37" fmla="*/ 2533650 w 2905125"/>
              <a:gd name="connsiteY37" fmla="*/ 152953 h 1981753"/>
              <a:gd name="connsiteX38" fmla="*/ 2667000 w 2905125"/>
              <a:gd name="connsiteY38" fmla="*/ 76753 h 1981753"/>
              <a:gd name="connsiteX39" fmla="*/ 2695575 w 2905125"/>
              <a:gd name="connsiteY39" fmla="*/ 48178 h 1981753"/>
              <a:gd name="connsiteX40" fmla="*/ 2743200 w 2905125"/>
              <a:gd name="connsiteY40" fmla="*/ 38653 h 1981753"/>
              <a:gd name="connsiteX41" fmla="*/ 2819400 w 2905125"/>
              <a:gd name="connsiteY41" fmla="*/ 19603 h 1981753"/>
              <a:gd name="connsiteX42" fmla="*/ 2857500 w 2905125"/>
              <a:gd name="connsiteY42" fmla="*/ 10078 h 1981753"/>
              <a:gd name="connsiteX43" fmla="*/ 2886075 w 2905125"/>
              <a:gd name="connsiteY43" fmla="*/ 553 h 1981753"/>
              <a:gd name="connsiteX44" fmla="*/ 2905125 w 2905125"/>
              <a:gd name="connsiteY44" fmla="*/ 553 h 1981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2905125" h="1981753">
                <a:moveTo>
                  <a:pt x="0" y="1981753"/>
                </a:moveTo>
                <a:cubicBezTo>
                  <a:pt x="15875" y="1972228"/>
                  <a:pt x="32221" y="1963447"/>
                  <a:pt x="47625" y="1953178"/>
                </a:cubicBezTo>
                <a:cubicBezTo>
                  <a:pt x="60834" y="1944372"/>
                  <a:pt x="72263" y="1933017"/>
                  <a:pt x="85725" y="1924603"/>
                </a:cubicBezTo>
                <a:cubicBezTo>
                  <a:pt x="97766" y="1917078"/>
                  <a:pt x="112466" y="1914072"/>
                  <a:pt x="123825" y="1905553"/>
                </a:cubicBezTo>
                <a:cubicBezTo>
                  <a:pt x="138193" y="1894777"/>
                  <a:pt x="147900" y="1878673"/>
                  <a:pt x="161925" y="1867453"/>
                </a:cubicBezTo>
                <a:cubicBezTo>
                  <a:pt x="179803" y="1853150"/>
                  <a:pt x="201003" y="1843409"/>
                  <a:pt x="219075" y="1829353"/>
                </a:cubicBezTo>
                <a:cubicBezTo>
                  <a:pt x="258223" y="1798905"/>
                  <a:pt x="292109" y="1761613"/>
                  <a:pt x="333375" y="1734103"/>
                </a:cubicBezTo>
                <a:cubicBezTo>
                  <a:pt x="357966" y="1717709"/>
                  <a:pt x="403943" y="1688584"/>
                  <a:pt x="428625" y="1667428"/>
                </a:cubicBezTo>
                <a:cubicBezTo>
                  <a:pt x="438852" y="1658662"/>
                  <a:pt x="446239" y="1646683"/>
                  <a:pt x="457200" y="1638853"/>
                </a:cubicBezTo>
                <a:cubicBezTo>
                  <a:pt x="468754" y="1630600"/>
                  <a:pt x="483746" y="1628056"/>
                  <a:pt x="495300" y="1619803"/>
                </a:cubicBezTo>
                <a:cubicBezTo>
                  <a:pt x="506261" y="1611973"/>
                  <a:pt x="513648" y="1599994"/>
                  <a:pt x="523875" y="1591228"/>
                </a:cubicBezTo>
                <a:cubicBezTo>
                  <a:pt x="535928" y="1580897"/>
                  <a:pt x="548766" y="1571459"/>
                  <a:pt x="561975" y="1562653"/>
                </a:cubicBezTo>
                <a:cubicBezTo>
                  <a:pt x="577379" y="1552384"/>
                  <a:pt x="595378" y="1545930"/>
                  <a:pt x="609600" y="1534078"/>
                </a:cubicBezTo>
                <a:cubicBezTo>
                  <a:pt x="646624" y="1503224"/>
                  <a:pt x="663870" y="1468843"/>
                  <a:pt x="704850" y="1448353"/>
                </a:cubicBezTo>
                <a:cubicBezTo>
                  <a:pt x="713830" y="1443863"/>
                  <a:pt x="723900" y="1442003"/>
                  <a:pt x="733425" y="1438828"/>
                </a:cubicBezTo>
                <a:cubicBezTo>
                  <a:pt x="777875" y="1442003"/>
                  <a:pt x="822484" y="1443432"/>
                  <a:pt x="866775" y="1448353"/>
                </a:cubicBezTo>
                <a:cubicBezTo>
                  <a:pt x="879786" y="1449799"/>
                  <a:pt x="891784" y="1457878"/>
                  <a:pt x="904875" y="1457878"/>
                </a:cubicBezTo>
                <a:cubicBezTo>
                  <a:pt x="1070006" y="1457878"/>
                  <a:pt x="1235075" y="1451528"/>
                  <a:pt x="1400175" y="1448353"/>
                </a:cubicBezTo>
                <a:cubicBezTo>
                  <a:pt x="1428788" y="1429278"/>
                  <a:pt x="1492756" y="1387396"/>
                  <a:pt x="1504950" y="1372153"/>
                </a:cubicBezTo>
                <a:cubicBezTo>
                  <a:pt x="1535993" y="1333349"/>
                  <a:pt x="1544821" y="1318721"/>
                  <a:pt x="1581150" y="1286428"/>
                </a:cubicBezTo>
                <a:cubicBezTo>
                  <a:pt x="1596345" y="1272922"/>
                  <a:pt x="1614400" y="1262703"/>
                  <a:pt x="1628775" y="1248328"/>
                </a:cubicBezTo>
                <a:cubicBezTo>
                  <a:pt x="1642879" y="1234224"/>
                  <a:pt x="1689226" y="1162413"/>
                  <a:pt x="1695450" y="1153078"/>
                </a:cubicBezTo>
                <a:cubicBezTo>
                  <a:pt x="1701800" y="1143553"/>
                  <a:pt x="1706405" y="1132598"/>
                  <a:pt x="1714500" y="1124503"/>
                </a:cubicBezTo>
                <a:cubicBezTo>
                  <a:pt x="1724025" y="1114978"/>
                  <a:pt x="1735245" y="1106889"/>
                  <a:pt x="1743075" y="1095928"/>
                </a:cubicBezTo>
                <a:cubicBezTo>
                  <a:pt x="1780580" y="1043421"/>
                  <a:pt x="1743837" y="1069944"/>
                  <a:pt x="1781175" y="1010203"/>
                </a:cubicBezTo>
                <a:cubicBezTo>
                  <a:pt x="1788314" y="998780"/>
                  <a:pt x="1801920" y="992589"/>
                  <a:pt x="1809750" y="981628"/>
                </a:cubicBezTo>
                <a:cubicBezTo>
                  <a:pt x="1820954" y="965942"/>
                  <a:pt x="1833033" y="934799"/>
                  <a:pt x="1838325" y="914953"/>
                </a:cubicBezTo>
                <a:cubicBezTo>
                  <a:pt x="1848444" y="877006"/>
                  <a:pt x="1845115" y="833330"/>
                  <a:pt x="1866900" y="800653"/>
                </a:cubicBezTo>
                <a:cubicBezTo>
                  <a:pt x="1885950" y="772078"/>
                  <a:pt x="1906381" y="744377"/>
                  <a:pt x="1924050" y="714928"/>
                </a:cubicBezTo>
                <a:cubicBezTo>
                  <a:pt x="1933575" y="699053"/>
                  <a:pt x="1942356" y="682707"/>
                  <a:pt x="1952625" y="667303"/>
                </a:cubicBezTo>
                <a:cubicBezTo>
                  <a:pt x="2004812" y="589023"/>
                  <a:pt x="1956797" y="665379"/>
                  <a:pt x="2009775" y="600628"/>
                </a:cubicBezTo>
                <a:cubicBezTo>
                  <a:pt x="2029880" y="576055"/>
                  <a:pt x="2044474" y="546879"/>
                  <a:pt x="2066925" y="524428"/>
                </a:cubicBezTo>
                <a:cubicBezTo>
                  <a:pt x="2189080" y="402273"/>
                  <a:pt x="1988131" y="601274"/>
                  <a:pt x="2171700" y="429178"/>
                </a:cubicBezTo>
                <a:cubicBezTo>
                  <a:pt x="2201181" y="401539"/>
                  <a:pt x="2224319" y="366627"/>
                  <a:pt x="2257425" y="343453"/>
                </a:cubicBezTo>
                <a:cubicBezTo>
                  <a:pt x="2289175" y="321228"/>
                  <a:pt x="2325271" y="304182"/>
                  <a:pt x="2352675" y="276778"/>
                </a:cubicBezTo>
                <a:cubicBezTo>
                  <a:pt x="2435072" y="194381"/>
                  <a:pt x="2347628" y="273792"/>
                  <a:pt x="2428875" y="219628"/>
                </a:cubicBezTo>
                <a:cubicBezTo>
                  <a:pt x="2445791" y="208351"/>
                  <a:pt x="2459348" y="192443"/>
                  <a:pt x="2476500" y="181528"/>
                </a:cubicBezTo>
                <a:cubicBezTo>
                  <a:pt x="2494469" y="170093"/>
                  <a:pt x="2515589" y="164241"/>
                  <a:pt x="2533650" y="152953"/>
                </a:cubicBezTo>
                <a:cubicBezTo>
                  <a:pt x="2660819" y="73472"/>
                  <a:pt x="2584142" y="97467"/>
                  <a:pt x="2667000" y="76753"/>
                </a:cubicBezTo>
                <a:cubicBezTo>
                  <a:pt x="2676525" y="67228"/>
                  <a:pt x="2683527" y="54202"/>
                  <a:pt x="2695575" y="48178"/>
                </a:cubicBezTo>
                <a:cubicBezTo>
                  <a:pt x="2710055" y="40938"/>
                  <a:pt x="2727425" y="42293"/>
                  <a:pt x="2743200" y="38653"/>
                </a:cubicBezTo>
                <a:cubicBezTo>
                  <a:pt x="2768711" y="32766"/>
                  <a:pt x="2794000" y="25953"/>
                  <a:pt x="2819400" y="19603"/>
                </a:cubicBezTo>
                <a:cubicBezTo>
                  <a:pt x="2832100" y="16428"/>
                  <a:pt x="2845081" y="14218"/>
                  <a:pt x="2857500" y="10078"/>
                </a:cubicBezTo>
                <a:cubicBezTo>
                  <a:pt x="2867025" y="6903"/>
                  <a:pt x="2876230" y="2522"/>
                  <a:pt x="2886075" y="553"/>
                </a:cubicBezTo>
                <a:cubicBezTo>
                  <a:pt x="2892302" y="-692"/>
                  <a:pt x="2898775" y="553"/>
                  <a:pt x="2905125" y="553"/>
                </a:cubicBezTo>
              </a:path>
            </a:pathLst>
          </a:cu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6F44B66-1E40-C257-E537-2ADEACA8CBCF}"/>
              </a:ext>
            </a:extLst>
          </p:cNvPr>
          <p:cNvSpPr txBox="1"/>
          <p:nvPr/>
        </p:nvSpPr>
        <p:spPr>
          <a:xfrm>
            <a:off x="3866044" y="2429520"/>
            <a:ext cx="1697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輸出灰階值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(s)</a:t>
            </a:r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11BB7C6E-36E4-3C39-523C-5392E64CE19E}"/>
              </a:ext>
            </a:extLst>
          </p:cNvPr>
          <p:cNvSpPr txBox="1"/>
          <p:nvPr/>
        </p:nvSpPr>
        <p:spPr>
          <a:xfrm>
            <a:off x="7007082" y="4808463"/>
            <a:ext cx="1697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輸入灰階值</a:t>
            </a:r>
            <a:r>
              <a:rPr lang="en-US" altLang="zh-TW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(r)</a:t>
            </a:r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D10EED9-08FB-243B-030D-B9AF200397D2}"/>
              </a:ext>
            </a:extLst>
          </p:cNvPr>
          <p:cNvSpPr txBox="1"/>
          <p:nvPr/>
        </p:nvSpPr>
        <p:spPr>
          <a:xfrm>
            <a:off x="5413385" y="5505465"/>
            <a:ext cx="16976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直方圖等化法</a:t>
            </a:r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7A79339C-56EA-7BD4-6761-920F5F36350F}"/>
              </a:ext>
            </a:extLst>
          </p:cNvPr>
          <p:cNvSpPr txBox="1"/>
          <p:nvPr/>
        </p:nvSpPr>
        <p:spPr>
          <a:xfrm>
            <a:off x="6863734" y="2793993"/>
            <a:ext cx="16976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s=T(r)</a:t>
            </a:r>
            <a:endParaRPr lang="zh-TW" altLang="en-US" sz="280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F445277C-27A4-31BE-9EFB-0DCEAD6CF0C4}"/>
              </a:ext>
            </a:extLst>
          </p:cNvPr>
          <p:cNvSpPr txBox="1"/>
          <p:nvPr/>
        </p:nvSpPr>
        <p:spPr>
          <a:xfrm>
            <a:off x="6792235" y="2106053"/>
            <a:ext cx="191250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每個直方圖轉換函數都</a:t>
            </a:r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不一樣</a:t>
            </a:r>
          </a:p>
        </p:txBody>
      </p:sp>
    </p:spTree>
    <p:extLst>
      <p:ext uri="{BB962C8B-B14F-4D97-AF65-F5344CB8AC3E}">
        <p14:creationId xmlns:p14="http://schemas.microsoft.com/office/powerpoint/2010/main" val="39840431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569"/>
          <a:stretch/>
        </p:blipFill>
        <p:spPr bwMode="auto">
          <a:xfrm>
            <a:off x="1076703" y="1130078"/>
            <a:ext cx="10308036" cy="5194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B2A9B697-9442-88A6-FBB6-20B51DB23E03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不同對比的照片</a:t>
            </a:r>
          </a:p>
        </p:txBody>
      </p:sp>
    </p:spTree>
    <p:extLst>
      <p:ext uri="{BB962C8B-B14F-4D97-AF65-F5344CB8AC3E}">
        <p14:creationId xmlns:p14="http://schemas.microsoft.com/office/powerpoint/2010/main" val="16150682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影像對比度強化的特性</a:t>
            </a:r>
            <a:r>
              <a:rPr lang="en-US" altLang="zh-TW"/>
              <a:t>(1)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14B847E2-E4DF-72B7-CF04-E2E943A1C15A}"/>
              </a:ext>
            </a:extLst>
          </p:cNvPr>
          <p:cNvSpPr txBox="1"/>
          <p:nvPr/>
        </p:nvSpPr>
        <p:spPr>
          <a:xfrm>
            <a:off x="374659" y="1163810"/>
            <a:ext cx="115030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問題描述</a:t>
            </a:r>
            <a:endParaRPr lang="en-US" altLang="zh-TW" sz="32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給予一張輸入影像，找出一個「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恰當的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」強度轉換函數，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使得輸出影像的對比度提高</a:t>
            </a:r>
            <a:endParaRPr lang="zh-TW" altLang="en-US" sz="32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7D16096-E740-28FF-1D78-336DCD20E195}"/>
              </a:ext>
            </a:extLst>
          </p:cNvPr>
          <p:cNvSpPr txBox="1"/>
          <p:nvPr/>
        </p:nvSpPr>
        <p:spPr>
          <a:xfrm>
            <a:off x="374659" y="3021754"/>
            <a:ext cx="115030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轉換函數特性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輸入影像中，具有較大像素值的像素，經過轉換函數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Clr>
                <a:schemeClr val="bg1"/>
              </a:buClr>
              <a:buFont typeface="Wingdings" panose="05000000000000000000" pitchFamily="2" charset="2"/>
              <a:buChar char="n"/>
            </a:pP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s=T(r)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，還是會輸出較大的像素值。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0C3389C-0418-B4D3-E30F-225B33DF6B7E}"/>
                  </a:ext>
                </a:extLst>
              </p:cNvPr>
              <p:cNvSpPr txBox="1"/>
              <p:nvPr/>
            </p:nvSpPr>
            <p:spPr>
              <a:xfrm>
                <a:off x="374659" y="5204188"/>
                <a:ext cx="5752600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r>
                      <a:rPr lang="zh-TW" altLang="en-US" sz="320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zh-TW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sty m:val="p"/>
                          </m:rPr>
                          <a:rPr lang="en-US" altLang="zh-TW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320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0C3389C-0418-B4D3-E30F-225B33DF6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659" y="5204188"/>
                <a:ext cx="5752600" cy="584775"/>
              </a:xfrm>
              <a:prstGeom prst="rect">
                <a:avLst/>
              </a:prstGeom>
              <a:blipFill>
                <a:blip r:embed="rId2"/>
                <a:stretch>
                  <a:fillRect l="-2648" t="-14583" b="-322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橢圓 12">
            <a:extLst>
              <a:ext uri="{FF2B5EF4-FFF2-40B4-BE49-F238E27FC236}">
                <a16:creationId xmlns:a16="http://schemas.microsoft.com/office/drawing/2014/main" id="{AF26240F-4C95-2E40-5481-531CCDBADE99}"/>
              </a:ext>
            </a:extLst>
          </p:cNvPr>
          <p:cNvSpPr/>
          <p:nvPr/>
        </p:nvSpPr>
        <p:spPr>
          <a:xfrm>
            <a:off x="6436927" y="4681547"/>
            <a:ext cx="1339486" cy="1339486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BDE110C3-4B3E-3292-8E1C-69DDFE1C17E1}"/>
              </a:ext>
            </a:extLst>
          </p:cNvPr>
          <p:cNvSpPr/>
          <p:nvPr/>
        </p:nvSpPr>
        <p:spPr>
          <a:xfrm>
            <a:off x="6763770" y="5008390"/>
            <a:ext cx="685800" cy="685800"/>
          </a:xfrm>
          <a:prstGeom prst="ellipse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2C440F71-913E-FCE6-E0D1-147D53C8060F}"/>
              </a:ext>
            </a:extLst>
          </p:cNvPr>
          <p:cNvSpPr/>
          <p:nvPr/>
        </p:nvSpPr>
        <p:spPr>
          <a:xfrm>
            <a:off x="8646250" y="4681547"/>
            <a:ext cx="1339486" cy="1339486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A64228B-CF06-D6D0-C84E-BBCA3F9A9FB0}"/>
              </a:ext>
            </a:extLst>
          </p:cNvPr>
          <p:cNvSpPr/>
          <p:nvPr/>
        </p:nvSpPr>
        <p:spPr>
          <a:xfrm>
            <a:off x="8973093" y="5008390"/>
            <a:ext cx="685800" cy="6858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C9C94931-28DA-FA8D-12A1-8F1B29D204FD}"/>
              </a:ext>
            </a:extLst>
          </p:cNvPr>
          <p:cNvSpPr/>
          <p:nvPr/>
        </p:nvSpPr>
        <p:spPr>
          <a:xfrm>
            <a:off x="10224948" y="4681547"/>
            <a:ext cx="1339486" cy="133948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6CE51A8F-BDF8-6605-35F3-A90517B9E3C1}"/>
              </a:ext>
            </a:extLst>
          </p:cNvPr>
          <p:cNvSpPr/>
          <p:nvPr/>
        </p:nvSpPr>
        <p:spPr>
          <a:xfrm>
            <a:off x="10551791" y="5008390"/>
            <a:ext cx="685800" cy="6858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E61AF21F-6F13-D46F-766F-7F3AF36BD4A7}"/>
              </a:ext>
            </a:extLst>
          </p:cNvPr>
          <p:cNvSpPr/>
          <p:nvPr/>
        </p:nvSpPr>
        <p:spPr>
          <a:xfrm>
            <a:off x="7939834" y="5113165"/>
            <a:ext cx="529998" cy="4762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乘號 23">
            <a:extLst>
              <a:ext uri="{FF2B5EF4-FFF2-40B4-BE49-F238E27FC236}">
                <a16:creationId xmlns:a16="http://schemas.microsoft.com/office/drawing/2014/main" id="{BEC1424C-D197-790A-D6CC-2B38A55027C7}"/>
              </a:ext>
            </a:extLst>
          </p:cNvPr>
          <p:cNvSpPr/>
          <p:nvPr/>
        </p:nvSpPr>
        <p:spPr>
          <a:xfrm>
            <a:off x="10540884" y="4125458"/>
            <a:ext cx="629378" cy="629378"/>
          </a:xfrm>
          <a:prstGeom prst="mathMultiply">
            <a:avLst>
              <a:gd name="adj1" fmla="val 1746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圓形: 空心 24">
            <a:extLst>
              <a:ext uri="{FF2B5EF4-FFF2-40B4-BE49-F238E27FC236}">
                <a16:creationId xmlns:a16="http://schemas.microsoft.com/office/drawing/2014/main" id="{3AC45D60-B88F-D15D-1C4A-635BA327D8DB}"/>
              </a:ext>
            </a:extLst>
          </p:cNvPr>
          <p:cNvSpPr/>
          <p:nvPr/>
        </p:nvSpPr>
        <p:spPr>
          <a:xfrm>
            <a:off x="9087393" y="4211547"/>
            <a:ext cx="457200" cy="457200"/>
          </a:xfrm>
          <a:prstGeom prst="donut">
            <a:avLst>
              <a:gd name="adj" fmla="val 21961"/>
            </a:avLst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B4193BE9-B213-9580-B0EC-A206F98E2F36}"/>
              </a:ext>
            </a:extLst>
          </p:cNvPr>
          <p:cNvSpPr txBox="1"/>
          <p:nvPr/>
        </p:nvSpPr>
        <p:spPr>
          <a:xfrm>
            <a:off x="8300330" y="611116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保持裡面亮外面暗</a:t>
            </a: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22FE576-34FF-D780-7C77-9F06FB91B037}"/>
              </a:ext>
            </a:extLst>
          </p:cNvPr>
          <p:cNvSpPr txBox="1"/>
          <p:nvPr/>
        </p:nvSpPr>
        <p:spPr>
          <a:xfrm>
            <a:off x="6436927" y="6111166"/>
            <a:ext cx="17430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裡面亮外面暗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037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影像對比度強化的特性</a:t>
            </a:r>
            <a:r>
              <a:rPr lang="en-US" altLang="zh-TW"/>
              <a:t>(2)</a:t>
            </a:r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7D16096-E740-28FF-1D78-336DCD20E195}"/>
              </a:ext>
            </a:extLst>
          </p:cNvPr>
          <p:cNvSpPr txBox="1"/>
          <p:nvPr/>
        </p:nvSpPr>
        <p:spPr>
          <a:xfrm>
            <a:off x="374659" y="1076793"/>
            <a:ext cx="1150301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轉換函數特性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輸入影像中，具有較大像素值的像素，經過轉換函數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s=T(r)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，還是會輸出較大的像素值。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不同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的輸入灰階值</a:t>
            </a:r>
            <a:r>
              <a:rPr lang="zh-TW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映射到同一個輸出值。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同一個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輸入灰階值，</a:t>
            </a:r>
            <a:r>
              <a:rPr lang="zh-TW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不能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對應到兩個不同的輸出值。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0C3389C-0418-B4D3-E30F-225B33DF6B7E}"/>
                  </a:ext>
                </a:extLst>
              </p:cNvPr>
              <p:cNvSpPr txBox="1"/>
              <p:nvPr/>
            </p:nvSpPr>
            <p:spPr>
              <a:xfrm>
                <a:off x="1392679" y="4489205"/>
                <a:ext cx="4959819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zh-TW" altLang="en-US" sz="32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32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TW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zh-TW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00C3389C-0418-B4D3-E30F-225B33DF6B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79" y="4489205"/>
                <a:ext cx="4959819" cy="584775"/>
              </a:xfrm>
              <a:prstGeom prst="rect">
                <a:avLst/>
              </a:prstGeom>
              <a:blipFill>
                <a:blip r:embed="rId2"/>
                <a:stretch>
                  <a:fillRect l="-3071"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A1891F7-E039-B72E-FA95-BE15496FB94A}"/>
                  </a:ext>
                </a:extLst>
              </p:cNvPr>
              <p:cNvSpPr txBox="1"/>
              <p:nvPr/>
            </p:nvSpPr>
            <p:spPr>
              <a:xfrm>
                <a:off x="1392679" y="5327405"/>
                <a:ext cx="4857227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32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If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zh-TW" altLang="en-US" sz="320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TW" sz="32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200" b="0" i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 ,</m:t>
                    </m:r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3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zh-TW" altLang="en-US" sz="32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3200">
                            <a:latin typeface="Cambria Math" panose="02040503050406030204" pitchFamily="18" charset="0"/>
                          </a:rPr>
                          <m:t>≠</m:t>
                        </m:r>
                        <m:r>
                          <m:rPr>
                            <m:sty m:val="p"/>
                          </m:rPr>
                          <a:rPr lang="en-US" altLang="zh-TW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altLang="zh-TW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zh-TW" altLang="en-US" sz="3200" i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a:rPr lang="en-US" altLang="zh-TW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320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TW" altLang="en-US" sz="3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9A1891F7-E039-B72E-FA95-BE15496FB9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2679" y="5327405"/>
                <a:ext cx="4857227" cy="584775"/>
              </a:xfrm>
              <a:prstGeom prst="rect">
                <a:avLst/>
              </a:prstGeom>
              <a:blipFill>
                <a:blip r:embed="rId3"/>
                <a:stretch>
                  <a:fillRect l="-3137" t="-14583" b="-3229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DE2A75BE-6CFC-CD48-A6A1-43F111485C72}"/>
              </a:ext>
            </a:extLst>
          </p:cNvPr>
          <p:cNvSpPr txBox="1"/>
          <p:nvPr/>
        </p:nvSpPr>
        <p:spPr>
          <a:xfrm>
            <a:off x="6715086" y="4345331"/>
            <a:ext cx="16022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>
                <a:latin typeface="標楷體" panose="03000509000000000000" pitchFamily="65" charset="-120"/>
                <a:ea typeface="標楷體" panose="03000509000000000000" pitchFamily="65" charset="-120"/>
              </a:rPr>
              <a:t>可以</a:t>
            </a:r>
            <a:endParaRPr lang="en-US" altLang="zh-TW" sz="4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73E6680-6426-8319-3778-569ECC0CB999}"/>
              </a:ext>
            </a:extLst>
          </p:cNvPr>
          <p:cNvSpPr txBox="1"/>
          <p:nvPr/>
        </p:nvSpPr>
        <p:spPr>
          <a:xfrm>
            <a:off x="6559545" y="5176327"/>
            <a:ext cx="20308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不可以</a:t>
            </a:r>
            <a:r>
              <a:rPr lang="en-US" altLang="zh-TW" sz="4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!</a:t>
            </a:r>
          </a:p>
        </p:txBody>
      </p:sp>
      <p:sp>
        <p:nvSpPr>
          <p:cNvPr id="9" name="乘號 8">
            <a:extLst>
              <a:ext uri="{FF2B5EF4-FFF2-40B4-BE49-F238E27FC236}">
                <a16:creationId xmlns:a16="http://schemas.microsoft.com/office/drawing/2014/main" id="{6621F37A-A099-99FF-73BD-B2DC47090352}"/>
              </a:ext>
            </a:extLst>
          </p:cNvPr>
          <p:cNvSpPr/>
          <p:nvPr/>
        </p:nvSpPr>
        <p:spPr>
          <a:xfrm>
            <a:off x="608482" y="5282802"/>
            <a:ext cx="629378" cy="629378"/>
          </a:xfrm>
          <a:prstGeom prst="mathMultiply">
            <a:avLst>
              <a:gd name="adj1" fmla="val 17466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45F63BA-9EA2-02F7-2480-A4EECEE6F740}"/>
              </a:ext>
            </a:extLst>
          </p:cNvPr>
          <p:cNvSpPr txBox="1"/>
          <p:nvPr/>
        </p:nvSpPr>
        <p:spPr>
          <a:xfrm>
            <a:off x="8599054" y="4438134"/>
            <a:ext cx="1579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多對一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CB54CDD7-9A2D-3A47-2506-5CACE9B7DAE1}"/>
              </a:ext>
            </a:extLst>
          </p:cNvPr>
          <p:cNvSpPr txBox="1"/>
          <p:nvPr/>
        </p:nvSpPr>
        <p:spPr>
          <a:xfrm>
            <a:off x="9019309" y="5255552"/>
            <a:ext cx="157941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一對多</a:t>
            </a:r>
            <a:r>
              <a:rPr lang="en-US" altLang="zh-TW" sz="2800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8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35526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影像對比度強化的特性</a:t>
            </a:r>
            <a:r>
              <a:rPr lang="en-US" altLang="zh-TW"/>
              <a:t>(3)</a:t>
            </a:r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7D16096-E740-28FF-1D78-336DCD20E195}"/>
              </a:ext>
            </a:extLst>
          </p:cNvPr>
          <p:cNvSpPr txBox="1"/>
          <p:nvPr/>
        </p:nvSpPr>
        <p:spPr>
          <a:xfrm>
            <a:off x="374659" y="1076793"/>
            <a:ext cx="1150301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轉換函數特性</a:t>
            </a:r>
            <a:endParaRPr lang="en-US" altLang="zh-TW" sz="3200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輸入影像中，具有較大像素值的像素，經過轉換函數</a:t>
            </a:r>
          </a:p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s=T(r)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，還是會輸出較大的像素值。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此轉換函數是「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多對一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」函數。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影像經過此轉換函數，灰階資訊的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流失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「是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必然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的結果」。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40A47DAA-0C6C-CBD4-29A5-C58CBC618F91}"/>
              </a:ext>
            </a:extLst>
          </p:cNvPr>
          <p:cNvCxnSpPr>
            <a:cxnSpLocks/>
          </p:cNvCxnSpPr>
          <p:nvPr/>
        </p:nvCxnSpPr>
        <p:spPr>
          <a:xfrm flipV="1">
            <a:off x="1763101" y="4507955"/>
            <a:ext cx="0" cy="16779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D389CA31-D1F5-AD71-FD34-0F5FAD0AF354}"/>
              </a:ext>
            </a:extLst>
          </p:cNvPr>
          <p:cNvCxnSpPr>
            <a:cxnSpLocks/>
          </p:cNvCxnSpPr>
          <p:nvPr/>
        </p:nvCxnSpPr>
        <p:spPr>
          <a:xfrm flipV="1">
            <a:off x="1744345" y="6144221"/>
            <a:ext cx="3187393" cy="66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9290E99-7C9E-B2DE-235F-AD25F3F234D6}"/>
              </a:ext>
            </a:extLst>
          </p:cNvPr>
          <p:cNvSpPr txBox="1"/>
          <p:nvPr/>
        </p:nvSpPr>
        <p:spPr>
          <a:xfrm>
            <a:off x="208444" y="3838814"/>
            <a:ext cx="1906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可能的情況：</a:t>
            </a:r>
          </a:p>
        </p:txBody>
      </p: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38250E33-F0CB-0A71-4E67-93A0D8181B16}"/>
              </a:ext>
            </a:extLst>
          </p:cNvPr>
          <p:cNvCxnSpPr>
            <a:cxnSpLocks/>
          </p:cNvCxnSpPr>
          <p:nvPr/>
        </p:nvCxnSpPr>
        <p:spPr>
          <a:xfrm>
            <a:off x="2120522" y="5255726"/>
            <a:ext cx="0" cy="89180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1392480F-B6C0-DC9B-7833-7EC4F96E9262}"/>
              </a:ext>
            </a:extLst>
          </p:cNvPr>
          <p:cNvCxnSpPr>
            <a:cxnSpLocks/>
          </p:cNvCxnSpPr>
          <p:nvPr/>
        </p:nvCxnSpPr>
        <p:spPr>
          <a:xfrm>
            <a:off x="3208809" y="5255726"/>
            <a:ext cx="0" cy="89180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AD034FA5-301B-627E-0372-02D205B6487B}"/>
              </a:ext>
            </a:extLst>
          </p:cNvPr>
          <p:cNvCxnSpPr>
            <a:cxnSpLocks/>
          </p:cNvCxnSpPr>
          <p:nvPr/>
        </p:nvCxnSpPr>
        <p:spPr>
          <a:xfrm>
            <a:off x="2844031" y="4975831"/>
            <a:ext cx="0" cy="1171703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05BC90F8-06CC-BFBB-E5E9-5DF6E843A42E}"/>
              </a:ext>
            </a:extLst>
          </p:cNvPr>
          <p:cNvCxnSpPr>
            <a:cxnSpLocks/>
          </p:cNvCxnSpPr>
          <p:nvPr/>
        </p:nvCxnSpPr>
        <p:spPr>
          <a:xfrm>
            <a:off x="3570563" y="5477792"/>
            <a:ext cx="0" cy="669742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FCED2052-F79D-F6AE-BE1A-87155DF5C689}"/>
              </a:ext>
            </a:extLst>
          </p:cNvPr>
          <p:cNvCxnSpPr>
            <a:cxnSpLocks/>
          </p:cNvCxnSpPr>
          <p:nvPr/>
        </p:nvCxnSpPr>
        <p:spPr>
          <a:xfrm>
            <a:off x="3932317" y="5812663"/>
            <a:ext cx="0" cy="334871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DE48E185-1EB7-7854-38BF-2E1568F20CC6}"/>
              </a:ext>
            </a:extLst>
          </p:cNvPr>
          <p:cNvCxnSpPr>
            <a:cxnSpLocks/>
          </p:cNvCxnSpPr>
          <p:nvPr/>
        </p:nvCxnSpPr>
        <p:spPr>
          <a:xfrm>
            <a:off x="2482277" y="4808051"/>
            <a:ext cx="0" cy="1339482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7204557B-1E32-663E-F5AC-C323A6965906}"/>
              </a:ext>
            </a:extLst>
          </p:cNvPr>
          <p:cNvCxnSpPr>
            <a:cxnSpLocks/>
          </p:cNvCxnSpPr>
          <p:nvPr/>
        </p:nvCxnSpPr>
        <p:spPr>
          <a:xfrm>
            <a:off x="4294073" y="5812663"/>
            <a:ext cx="0" cy="334871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947BD86A-F7CD-0252-BE90-44F54D8E5B53}"/>
              </a:ext>
            </a:extLst>
          </p:cNvPr>
          <p:cNvCxnSpPr>
            <a:cxnSpLocks/>
          </p:cNvCxnSpPr>
          <p:nvPr/>
        </p:nvCxnSpPr>
        <p:spPr>
          <a:xfrm flipV="1">
            <a:off x="7068526" y="4507955"/>
            <a:ext cx="0" cy="16779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70CE4564-F7BC-10A6-0FB2-2C86503914CF}"/>
              </a:ext>
            </a:extLst>
          </p:cNvPr>
          <p:cNvCxnSpPr>
            <a:cxnSpLocks/>
          </p:cNvCxnSpPr>
          <p:nvPr/>
        </p:nvCxnSpPr>
        <p:spPr>
          <a:xfrm flipV="1">
            <a:off x="7049770" y="6144221"/>
            <a:ext cx="3187393" cy="662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E809357B-DB94-1DF2-1884-E8D832A96CC1}"/>
              </a:ext>
            </a:extLst>
          </p:cNvPr>
          <p:cNvCxnSpPr>
            <a:cxnSpLocks/>
          </p:cNvCxnSpPr>
          <p:nvPr/>
        </p:nvCxnSpPr>
        <p:spPr>
          <a:xfrm>
            <a:off x="7425947" y="5255726"/>
            <a:ext cx="0" cy="891808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D674500F-2600-A1EF-DE88-900B4AFD5646}"/>
              </a:ext>
            </a:extLst>
          </p:cNvPr>
          <p:cNvCxnSpPr>
            <a:cxnSpLocks/>
          </p:cNvCxnSpPr>
          <p:nvPr/>
        </p:nvCxnSpPr>
        <p:spPr>
          <a:xfrm>
            <a:off x="8514234" y="5477792"/>
            <a:ext cx="0" cy="669742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9C428525-BCF9-89E3-9DCD-F14C724866E5}"/>
              </a:ext>
            </a:extLst>
          </p:cNvPr>
          <p:cNvCxnSpPr>
            <a:cxnSpLocks/>
          </p:cNvCxnSpPr>
          <p:nvPr/>
        </p:nvCxnSpPr>
        <p:spPr>
          <a:xfrm>
            <a:off x="8149456" y="5324475"/>
            <a:ext cx="0" cy="823059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0AAE80D2-3372-774F-D5D7-92803BE417E5}"/>
              </a:ext>
            </a:extLst>
          </p:cNvPr>
          <p:cNvCxnSpPr>
            <a:cxnSpLocks/>
          </p:cNvCxnSpPr>
          <p:nvPr/>
        </p:nvCxnSpPr>
        <p:spPr>
          <a:xfrm>
            <a:off x="8875988" y="5572125"/>
            <a:ext cx="0" cy="575409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8609F4BB-348A-D66F-8327-1E018CAC5F5E}"/>
              </a:ext>
            </a:extLst>
          </p:cNvPr>
          <p:cNvCxnSpPr>
            <a:cxnSpLocks/>
          </p:cNvCxnSpPr>
          <p:nvPr/>
        </p:nvCxnSpPr>
        <p:spPr>
          <a:xfrm>
            <a:off x="7787702" y="4975831"/>
            <a:ext cx="0" cy="1171702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>
            <a:extLst>
              <a:ext uri="{FF2B5EF4-FFF2-40B4-BE49-F238E27FC236}">
                <a16:creationId xmlns:a16="http://schemas.microsoft.com/office/drawing/2014/main" id="{0F5E6F25-241D-B794-4E76-511990FA3EA9}"/>
              </a:ext>
            </a:extLst>
          </p:cNvPr>
          <p:cNvCxnSpPr>
            <a:cxnSpLocks/>
          </p:cNvCxnSpPr>
          <p:nvPr/>
        </p:nvCxnSpPr>
        <p:spPr>
          <a:xfrm>
            <a:off x="9599498" y="5667375"/>
            <a:ext cx="0" cy="480159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箭號: 向右 52">
            <a:extLst>
              <a:ext uri="{FF2B5EF4-FFF2-40B4-BE49-F238E27FC236}">
                <a16:creationId xmlns:a16="http://schemas.microsoft.com/office/drawing/2014/main" id="{10D7713E-D74E-7840-F12A-9CB2DB187B66}"/>
              </a:ext>
            </a:extLst>
          </p:cNvPr>
          <p:cNvSpPr/>
          <p:nvPr/>
        </p:nvSpPr>
        <p:spPr>
          <a:xfrm>
            <a:off x="5256730" y="5166896"/>
            <a:ext cx="1225095" cy="452853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5CD385D1-A31B-8872-6680-3E9C52CEE265}"/>
              </a:ext>
            </a:extLst>
          </p:cNvPr>
          <p:cNvSpPr txBox="1"/>
          <p:nvPr/>
        </p:nvSpPr>
        <p:spPr>
          <a:xfrm>
            <a:off x="4869070" y="4656947"/>
            <a:ext cx="1906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直方圖等化</a:t>
            </a:r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C4EAF63-9B59-44AE-C54E-E622F97505DD}"/>
              </a:ext>
            </a:extLst>
          </p:cNvPr>
          <p:cNvSpPr/>
          <p:nvPr/>
        </p:nvSpPr>
        <p:spPr>
          <a:xfrm>
            <a:off x="8961835" y="5255726"/>
            <a:ext cx="556152" cy="1008818"/>
          </a:xfrm>
          <a:prstGeom prst="ellipse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7" name="接點: 肘形 56">
            <a:extLst>
              <a:ext uri="{FF2B5EF4-FFF2-40B4-BE49-F238E27FC236}">
                <a16:creationId xmlns:a16="http://schemas.microsoft.com/office/drawing/2014/main" id="{F65BB884-B3EC-ED59-460C-23DE9E16DC43}"/>
              </a:ext>
            </a:extLst>
          </p:cNvPr>
          <p:cNvCxnSpPr>
            <a:endCxn id="55" idx="0"/>
          </p:cNvCxnSpPr>
          <p:nvPr/>
        </p:nvCxnSpPr>
        <p:spPr>
          <a:xfrm flipV="1">
            <a:off x="3932317" y="5255726"/>
            <a:ext cx="5307594" cy="556937"/>
          </a:xfrm>
          <a:prstGeom prst="bentConnector4">
            <a:avLst>
              <a:gd name="adj1" fmla="val 3"/>
              <a:gd name="adj2" fmla="val 32917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75AFB8E7-AED6-8083-DF8E-A9717043EAA0}"/>
              </a:ext>
            </a:extLst>
          </p:cNvPr>
          <p:cNvSpPr txBox="1"/>
          <p:nvPr/>
        </p:nvSpPr>
        <p:spPr>
          <a:xfrm>
            <a:off x="9431735" y="4933087"/>
            <a:ext cx="19061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沒有像素！</a:t>
            </a:r>
          </a:p>
        </p:txBody>
      </p:sp>
    </p:spTree>
    <p:extLst>
      <p:ext uri="{BB962C8B-B14F-4D97-AF65-F5344CB8AC3E}">
        <p14:creationId xmlns:p14="http://schemas.microsoft.com/office/powerpoint/2010/main" val="38497239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整理</a:t>
            </a:r>
            <a:r>
              <a:rPr lang="en-US" altLang="zh-TW"/>
              <a:t>PMF</a:t>
            </a:r>
            <a:r>
              <a:rPr lang="zh-TW" altLang="en-US"/>
              <a:t>、</a:t>
            </a:r>
            <a:r>
              <a:rPr lang="en-US" altLang="zh-TW"/>
              <a:t>CDF</a:t>
            </a:r>
            <a:endParaRPr lang="zh-TW" altLang="en-US"/>
          </a:p>
        </p:txBody>
      </p:sp>
      <p:pic>
        <p:nvPicPr>
          <p:cNvPr id="1026" name="Picture 2" descr="10cm 海綿骰子 鈴鐺骰子 4吋骰子/一袋10個入(促50) 布骰子 安全骰子 泡綿骰子 毛絨布數字甩子 海綿色子-CF61317">
            <a:extLst>
              <a:ext uri="{FF2B5EF4-FFF2-40B4-BE49-F238E27FC236}">
                <a16:creationId xmlns:a16="http://schemas.microsoft.com/office/drawing/2014/main" id="{61725ECF-47BE-92C6-C757-8F8B7647EB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193" y="2179023"/>
            <a:ext cx="811125" cy="811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794F272E-6835-BD59-6C3A-43BA12A1895A}"/>
              </a:ext>
            </a:extLst>
          </p:cNvPr>
          <p:cNvGrpSpPr/>
          <p:nvPr/>
        </p:nvGrpSpPr>
        <p:grpSpPr>
          <a:xfrm>
            <a:off x="4657753" y="1197200"/>
            <a:ext cx="6472067" cy="1919758"/>
            <a:chOff x="4493871" y="3902064"/>
            <a:chExt cx="7824107" cy="2320803"/>
          </a:xfrm>
        </p:grpSpPr>
        <p:cxnSp>
          <p:nvCxnSpPr>
            <p:cNvPr id="33" name="直線接點 32">
              <a:extLst>
                <a:ext uri="{FF2B5EF4-FFF2-40B4-BE49-F238E27FC236}">
                  <a16:creationId xmlns:a16="http://schemas.microsoft.com/office/drawing/2014/main" id="{7B792F0E-53A0-003D-495F-F285787D8D06}"/>
                </a:ext>
              </a:extLst>
            </p:cNvPr>
            <p:cNvCxnSpPr>
              <a:cxnSpLocks/>
            </p:cNvCxnSpPr>
            <p:nvPr/>
          </p:nvCxnSpPr>
          <p:spPr>
            <a:xfrm>
              <a:off x="5269242" y="4302670"/>
              <a:ext cx="5040904" cy="21837"/>
            </a:xfrm>
            <a:prstGeom prst="line">
              <a:avLst/>
            </a:prstGeom>
            <a:ln w="38100">
              <a:solidFill>
                <a:srgbClr val="00206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6A18A91E-2EEE-AD1C-283D-F1B333F0F943}"/>
                </a:ext>
              </a:extLst>
            </p:cNvPr>
            <p:cNvCxnSpPr>
              <a:cxnSpLocks/>
            </p:cNvCxnSpPr>
            <p:nvPr/>
          </p:nvCxnSpPr>
          <p:spPr>
            <a:xfrm>
              <a:off x="4493871" y="5571687"/>
              <a:ext cx="6044363" cy="0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A997E578-A6AB-0BD9-8275-BF43F4C13B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9242" y="3923281"/>
              <a:ext cx="0" cy="229958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7CE7ECFE-1785-57D8-E6B8-859D324F5DAC}"/>
                </a:ext>
              </a:extLst>
            </p:cNvPr>
            <p:cNvSpPr/>
            <p:nvPr/>
          </p:nvSpPr>
          <p:spPr>
            <a:xfrm>
              <a:off x="5947508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10C15877-6352-EC13-740D-5E0FEC56D84A}"/>
                </a:ext>
              </a:extLst>
            </p:cNvPr>
            <p:cNvSpPr/>
            <p:nvPr/>
          </p:nvSpPr>
          <p:spPr>
            <a:xfrm>
              <a:off x="6691075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44F5A0DA-BF13-4EC7-B356-846065E7C913}"/>
                </a:ext>
              </a:extLst>
            </p:cNvPr>
            <p:cNvSpPr/>
            <p:nvPr/>
          </p:nvSpPr>
          <p:spPr>
            <a:xfrm>
              <a:off x="7434642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9BB7709A-266C-A065-BAC9-E27E5758BDDC}"/>
                </a:ext>
              </a:extLst>
            </p:cNvPr>
            <p:cNvSpPr/>
            <p:nvPr/>
          </p:nvSpPr>
          <p:spPr>
            <a:xfrm>
              <a:off x="8178209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9ACDA07E-F89E-B168-AD9C-36D062466503}"/>
                </a:ext>
              </a:extLst>
            </p:cNvPr>
            <p:cNvSpPr/>
            <p:nvPr/>
          </p:nvSpPr>
          <p:spPr>
            <a:xfrm>
              <a:off x="8921776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A66AD710-147A-1B92-A670-5B3DBE5B5F59}"/>
                </a:ext>
              </a:extLst>
            </p:cNvPr>
            <p:cNvSpPr/>
            <p:nvPr/>
          </p:nvSpPr>
          <p:spPr>
            <a:xfrm>
              <a:off x="9665341" y="4205356"/>
              <a:ext cx="194628" cy="194628"/>
            </a:xfrm>
            <a:prstGeom prst="ellipse">
              <a:avLst/>
            </a:prstGeom>
            <a:solidFill>
              <a:srgbClr val="FFC000"/>
            </a:solidFill>
            <a:ln w="571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C4C2A3F9-7533-7743-7253-1AEFCB7D1B8F}"/>
                </a:ext>
              </a:extLst>
            </p:cNvPr>
            <p:cNvCxnSpPr>
              <a:cxnSpLocks/>
              <a:stCxn id="18" idx="4"/>
            </p:cNvCxnSpPr>
            <p:nvPr/>
          </p:nvCxnSpPr>
          <p:spPr>
            <a:xfrm>
              <a:off x="6044822" y="4399984"/>
              <a:ext cx="0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接點 27">
              <a:extLst>
                <a:ext uri="{FF2B5EF4-FFF2-40B4-BE49-F238E27FC236}">
                  <a16:creationId xmlns:a16="http://schemas.microsoft.com/office/drawing/2014/main" id="{ADDA0917-CA16-4362-12A5-6FC1289B0978}"/>
                </a:ext>
              </a:extLst>
            </p:cNvPr>
            <p:cNvCxnSpPr>
              <a:cxnSpLocks/>
              <a:stCxn id="23" idx="4"/>
            </p:cNvCxnSpPr>
            <p:nvPr/>
          </p:nvCxnSpPr>
          <p:spPr>
            <a:xfrm>
              <a:off x="9762655" y="4399984"/>
              <a:ext cx="3024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接點 28">
              <a:extLst>
                <a:ext uri="{FF2B5EF4-FFF2-40B4-BE49-F238E27FC236}">
                  <a16:creationId xmlns:a16="http://schemas.microsoft.com/office/drawing/2014/main" id="{14D6B35B-898B-4459-9555-E4D0CEE88279}"/>
                </a:ext>
              </a:extLst>
            </p:cNvPr>
            <p:cNvCxnSpPr>
              <a:cxnSpLocks/>
              <a:stCxn id="19" idx="4"/>
            </p:cNvCxnSpPr>
            <p:nvPr/>
          </p:nvCxnSpPr>
          <p:spPr>
            <a:xfrm>
              <a:off x="6788389" y="4399984"/>
              <a:ext cx="0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接點 29">
              <a:extLst>
                <a:ext uri="{FF2B5EF4-FFF2-40B4-BE49-F238E27FC236}">
                  <a16:creationId xmlns:a16="http://schemas.microsoft.com/office/drawing/2014/main" id="{B0560726-068F-5541-52B2-2FEEE6C5D003}"/>
                </a:ext>
              </a:extLst>
            </p:cNvPr>
            <p:cNvCxnSpPr>
              <a:cxnSpLocks/>
              <a:stCxn id="20" idx="4"/>
            </p:cNvCxnSpPr>
            <p:nvPr/>
          </p:nvCxnSpPr>
          <p:spPr>
            <a:xfrm>
              <a:off x="7531956" y="4399984"/>
              <a:ext cx="0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C36721C4-4162-097E-7FBA-5682FA72D599}"/>
                </a:ext>
              </a:extLst>
            </p:cNvPr>
            <p:cNvCxnSpPr>
              <a:cxnSpLocks/>
              <a:stCxn id="21" idx="4"/>
            </p:cNvCxnSpPr>
            <p:nvPr/>
          </p:nvCxnSpPr>
          <p:spPr>
            <a:xfrm>
              <a:off x="8275523" y="4399984"/>
              <a:ext cx="0" cy="1171703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線接點 31">
              <a:extLst>
                <a:ext uri="{FF2B5EF4-FFF2-40B4-BE49-F238E27FC236}">
                  <a16:creationId xmlns:a16="http://schemas.microsoft.com/office/drawing/2014/main" id="{BACAF9B3-587C-0CB1-8C99-374063C020A5}"/>
                </a:ext>
              </a:extLst>
            </p:cNvPr>
            <p:cNvCxnSpPr>
              <a:cxnSpLocks/>
              <a:stCxn id="22" idx="4"/>
            </p:cNvCxnSpPr>
            <p:nvPr/>
          </p:nvCxnSpPr>
          <p:spPr>
            <a:xfrm>
              <a:off x="9019090" y="4399984"/>
              <a:ext cx="0" cy="1171701"/>
            </a:xfrm>
            <a:prstGeom prst="line">
              <a:avLst/>
            </a:prstGeom>
            <a:ln w="57150">
              <a:solidFill>
                <a:srgbClr val="00206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EA4F970A-2AE3-6D48-BD76-E5257A0BE501}"/>
                    </a:ext>
                  </a:extLst>
                </p:cNvPr>
                <p:cNvSpPr txBox="1"/>
                <p:nvPr/>
              </p:nvSpPr>
              <p:spPr>
                <a:xfrm>
                  <a:off x="4691666" y="3902064"/>
                  <a:ext cx="459664" cy="81065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altLang="zh-TW" sz="2000" i="1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sz="200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TW" sz="2000" i="0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oMath>
                    </m:oMathPara>
                  </a14:m>
                  <a:endParaRPr lang="en-US" altLang="zh-TW" sz="2000"/>
                </a:p>
              </p:txBody>
            </p:sp>
          </mc:Choice>
          <mc:Fallback xmlns="">
            <p:sp>
              <p:nvSpPr>
                <p:cNvPr id="43" name="文字方塊 42">
                  <a:extLst>
                    <a:ext uri="{FF2B5EF4-FFF2-40B4-BE49-F238E27FC236}">
                      <a16:creationId xmlns:a16="http://schemas.microsoft.com/office/drawing/2014/main" id="{EA4F970A-2AE3-6D48-BD76-E5257A0BE50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91666" y="3902064"/>
                  <a:ext cx="459664" cy="81065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文字方塊 43">
              <a:extLst>
                <a:ext uri="{FF2B5EF4-FFF2-40B4-BE49-F238E27FC236}">
                  <a16:creationId xmlns:a16="http://schemas.microsoft.com/office/drawing/2014/main" id="{7DA83412-5DED-5FDD-B176-19B7756493C5}"/>
                </a:ext>
              </a:extLst>
            </p:cNvPr>
            <p:cNvSpPr txBox="1"/>
            <p:nvPr/>
          </p:nvSpPr>
          <p:spPr>
            <a:xfrm>
              <a:off x="5853928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1</a:t>
              </a:r>
              <a:endParaRPr lang="zh-TW" altLang="en-US" sz="2400"/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5E1ACE5D-AB04-8854-4482-A7292F2286C6}"/>
                </a:ext>
              </a:extLst>
            </p:cNvPr>
            <p:cNvSpPr txBox="1"/>
            <p:nvPr/>
          </p:nvSpPr>
          <p:spPr>
            <a:xfrm>
              <a:off x="6612700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2</a:t>
              </a:r>
              <a:endParaRPr lang="zh-TW" altLang="en-US" sz="2400"/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85D4069-8DDA-CE82-B25C-92938E63F924}"/>
                </a:ext>
              </a:extLst>
            </p:cNvPr>
            <p:cNvSpPr txBox="1"/>
            <p:nvPr/>
          </p:nvSpPr>
          <p:spPr>
            <a:xfrm>
              <a:off x="7371472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3</a:t>
              </a:r>
              <a:endParaRPr lang="zh-TW" altLang="en-US" sz="2400"/>
            </a:p>
          </p:txBody>
        </p:sp>
        <p:sp>
          <p:nvSpPr>
            <p:cNvPr id="47" name="文字方塊 46">
              <a:extLst>
                <a:ext uri="{FF2B5EF4-FFF2-40B4-BE49-F238E27FC236}">
                  <a16:creationId xmlns:a16="http://schemas.microsoft.com/office/drawing/2014/main" id="{7AA66C96-1712-AF52-1B34-F2FE8778896A}"/>
                </a:ext>
              </a:extLst>
            </p:cNvPr>
            <p:cNvSpPr txBox="1"/>
            <p:nvPr/>
          </p:nvSpPr>
          <p:spPr>
            <a:xfrm>
              <a:off x="8130244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4</a:t>
              </a:r>
              <a:endParaRPr lang="zh-TW" altLang="en-US" sz="2400"/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AB9E0968-9C97-799B-E8A9-AB516AFAED55}"/>
                </a:ext>
              </a:extLst>
            </p:cNvPr>
            <p:cNvSpPr txBox="1"/>
            <p:nvPr/>
          </p:nvSpPr>
          <p:spPr>
            <a:xfrm>
              <a:off x="8889016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5</a:t>
              </a:r>
              <a:endParaRPr lang="zh-TW" altLang="en-US" sz="2400"/>
            </a:p>
          </p:txBody>
        </p:sp>
        <p:sp>
          <p:nvSpPr>
            <p:cNvPr id="49" name="文字方塊 48">
              <a:extLst>
                <a:ext uri="{FF2B5EF4-FFF2-40B4-BE49-F238E27FC236}">
                  <a16:creationId xmlns:a16="http://schemas.microsoft.com/office/drawing/2014/main" id="{CEA86AF0-E65D-38E9-5886-021CF27A1C0E}"/>
                </a:ext>
              </a:extLst>
            </p:cNvPr>
            <p:cNvSpPr txBox="1"/>
            <p:nvPr/>
          </p:nvSpPr>
          <p:spPr>
            <a:xfrm>
              <a:off x="9647787" y="5727462"/>
              <a:ext cx="3497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400"/>
                <a:t>6</a:t>
              </a:r>
              <a:endParaRPr lang="zh-TW" alt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BC474187-65C3-5897-994A-C3FC7E878F31}"/>
                    </a:ext>
                  </a:extLst>
                </p:cNvPr>
                <p:cNvSpPr txBox="1"/>
                <p:nvPr/>
              </p:nvSpPr>
              <p:spPr>
                <a:xfrm>
                  <a:off x="10571593" y="5339029"/>
                  <a:ext cx="1746385" cy="4464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骰子點數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TW" altLang="en-US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endParaRPr lang="zh-TW" altLang="en-US"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</mc:Choice>
          <mc:Fallback xmlns="">
            <p:sp>
              <p:nvSpPr>
                <p:cNvPr id="50" name="文字方塊 49">
                  <a:extLst>
                    <a:ext uri="{FF2B5EF4-FFF2-40B4-BE49-F238E27FC236}">
                      <a16:creationId xmlns:a16="http://schemas.microsoft.com/office/drawing/2014/main" id="{BC474187-65C3-5897-994A-C3FC7E878F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71593" y="5339029"/>
                  <a:ext cx="1746385" cy="446487"/>
                </a:xfrm>
                <a:prstGeom prst="rect">
                  <a:avLst/>
                </a:prstGeom>
                <a:blipFill>
                  <a:blip r:embed="rId4"/>
                  <a:stretch>
                    <a:fillRect l="-3797" t="-819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0BD837F1-276F-0D06-D005-A0DE55807353}"/>
              </a:ext>
            </a:extLst>
          </p:cNvPr>
          <p:cNvSpPr txBox="1"/>
          <p:nvPr/>
        </p:nvSpPr>
        <p:spPr>
          <a:xfrm>
            <a:off x="345670" y="1394823"/>
            <a:ext cx="431869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機率質量函數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32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PMF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):</a:t>
            </a:r>
            <a:endParaRPr lang="zh-TW" altLang="en-US" sz="320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237B87D-C193-6257-2E66-2A28D571A1F2}"/>
              </a:ext>
            </a:extLst>
          </p:cNvPr>
          <p:cNvSpPr txBox="1"/>
          <p:nvPr/>
        </p:nvSpPr>
        <p:spPr>
          <a:xfrm>
            <a:off x="978981" y="2171552"/>
            <a:ext cx="1913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「丟骰子」</a:t>
            </a:r>
            <a:r>
              <a:rPr lang="zh-TW" altLang="en-US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為例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56BAD38-545A-276E-111A-2FA47729DC8F}"/>
              </a:ext>
            </a:extLst>
          </p:cNvPr>
          <p:cNvSpPr txBox="1"/>
          <p:nvPr/>
        </p:nvSpPr>
        <p:spPr>
          <a:xfrm>
            <a:off x="341053" y="3533042"/>
            <a:ext cx="112967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Clr>
                <a:schemeClr val="tx1"/>
              </a:buClr>
              <a:buFont typeface="Wingdings" panose="05000000000000000000" pitchFamily="2" charset="2"/>
              <a:buChar char="n"/>
            </a:pPr>
            <a:r>
              <a:rPr lang="zh-TW" altLang="en-US" sz="32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累積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分佈函數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32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CDF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cumulative distribution function):</a:t>
            </a:r>
            <a:endParaRPr lang="zh-TW" altLang="en-US" sz="32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85F1F6A-A6B9-1DDE-5F10-4D672A577213}"/>
                  </a:ext>
                </a:extLst>
              </p:cNvPr>
              <p:cNvSpPr txBox="1"/>
              <p:nvPr/>
            </p:nvSpPr>
            <p:spPr>
              <a:xfrm>
                <a:off x="1254508" y="4396509"/>
                <a:ext cx="153452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𝑃𝑀𝐹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00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285F1F6A-A6B9-1DDE-5F10-4D672A5772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508" y="4396509"/>
                <a:ext cx="1534523" cy="5782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E93805C-2FC3-6B2F-79DC-A6C88202FE85}"/>
                  </a:ext>
                </a:extLst>
              </p:cNvPr>
              <p:cNvSpPr txBox="1"/>
              <p:nvPr/>
            </p:nvSpPr>
            <p:spPr>
              <a:xfrm>
                <a:off x="1251527" y="5075382"/>
                <a:ext cx="154048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𝑃𝑀𝐹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CE93805C-2FC3-6B2F-79DC-A6C88202F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527" y="5075382"/>
                <a:ext cx="1540485" cy="5782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1E78407-16E4-12F0-33C7-32CEB85D795D}"/>
                  </a:ext>
                </a:extLst>
              </p:cNvPr>
              <p:cNvSpPr txBox="1"/>
              <p:nvPr/>
            </p:nvSpPr>
            <p:spPr>
              <a:xfrm>
                <a:off x="1251527" y="5846618"/>
                <a:ext cx="154048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𝑃𝑀𝐹</m:t>
                      </m:r>
                      <m:d>
                        <m:d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e>
                      </m:d>
                      <m:r>
                        <a:rPr lang="zh-TW" altLang="en-US" sz="20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zh-TW" altLang="en-US" sz="20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51E78407-16E4-12F0-33C7-32CEB85D79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527" y="5846618"/>
                <a:ext cx="1540485" cy="57823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字方塊 10">
            <a:extLst>
              <a:ext uri="{FF2B5EF4-FFF2-40B4-BE49-F238E27FC236}">
                <a16:creationId xmlns:a16="http://schemas.microsoft.com/office/drawing/2014/main" id="{37111EA5-3604-E8A3-1D14-71BC28EE8BDF}"/>
              </a:ext>
            </a:extLst>
          </p:cNvPr>
          <p:cNvSpPr txBox="1"/>
          <p:nvPr/>
        </p:nvSpPr>
        <p:spPr>
          <a:xfrm rot="5400000">
            <a:off x="1930399" y="562494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…</a:t>
            </a:r>
            <a:endParaRPr lang="zh-TW" altLang="en-US"/>
          </a:p>
        </p:txBody>
      </p: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AE2578E9-C8C1-FDA8-CA9E-19063751EF65}"/>
              </a:ext>
            </a:extLst>
          </p:cNvPr>
          <p:cNvGrpSpPr/>
          <p:nvPr/>
        </p:nvGrpSpPr>
        <p:grpSpPr>
          <a:xfrm>
            <a:off x="3558598" y="4417579"/>
            <a:ext cx="2946400" cy="1016000"/>
            <a:chOff x="3833091" y="4359564"/>
            <a:chExt cx="2946400" cy="1016000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83A09ABE-2C3D-2C74-6ED0-98DE870ABE9B}"/>
                </a:ext>
              </a:extLst>
            </p:cNvPr>
            <p:cNvSpPr/>
            <p:nvPr/>
          </p:nvSpPr>
          <p:spPr>
            <a:xfrm>
              <a:off x="3833091" y="4359564"/>
              <a:ext cx="2946400" cy="101600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AB6613C-C02E-F049-4F0E-A85AE5E4E22B}"/>
                    </a:ext>
                  </a:extLst>
                </p:cNvPr>
                <p:cNvSpPr txBox="1"/>
                <p:nvPr/>
              </p:nvSpPr>
              <p:spPr>
                <a:xfrm>
                  <a:off x="4070953" y="4476047"/>
                  <a:ext cx="2470676" cy="78303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i="1" smtClean="0">
                            <a:latin typeface="Cambria Math" panose="02040503050406030204" pitchFamily="18" charset="0"/>
                          </a:rPr>
                          <m:t>𝐶𝐷𝐹</m:t>
                        </m:r>
                        <m:d>
                          <m:d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  <m:r>
                          <a:rPr lang="zh-TW" altLang="en-US" i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zh-TW" alt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sty m:val="p"/>
                                <m:brk/>
                                <m:aln/>
                              </m:rPr>
                              <a:rPr lang="en-US" altLang="zh-TW" b="0" i="0" smtClean="0">
                                <a:latin typeface="Cambria Math" panose="02040503050406030204" pitchFamily="18" charset="0"/>
                              </a:rPr>
                              <m:t>i</m:t>
                            </m:r>
                            <m:r>
                              <a:rPr lang="zh-TW" altLang="en-US" i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𝑃𝑀𝐹</m:t>
                            </m:r>
                            <m:d>
                              <m:dPr>
                                <m:ctrlP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TW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TW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oMath>
                    </m:oMathPara>
                  </a14:m>
                  <a:endParaRPr lang="zh-TW" altLang="en-US"/>
                </a:p>
              </p:txBody>
            </p:sp>
          </mc:Choice>
          <mc:Fallback xmlns="">
            <p:sp>
              <p:nvSpPr>
                <p:cNvPr id="15" name="文字方塊 14">
                  <a:extLst>
                    <a:ext uri="{FF2B5EF4-FFF2-40B4-BE49-F238E27FC236}">
                      <a16:creationId xmlns:a16="http://schemas.microsoft.com/office/drawing/2014/main" id="{AAB6613C-C02E-F049-4F0E-A85AE5E4E2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70953" y="4476047"/>
                  <a:ext cx="2470676" cy="783035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F85D4D55-CFF0-B8C6-3813-F8A6AD39EF49}"/>
                  </a:ext>
                </a:extLst>
              </p:cNvPr>
              <p:cNvSpPr txBox="1"/>
              <p:nvPr/>
            </p:nvSpPr>
            <p:spPr>
              <a:xfrm>
                <a:off x="3461355" y="5796846"/>
                <a:ext cx="3451458" cy="437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zh-TW" altLang="en-US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例題</a:t>
                </a:r>
                <a:r>
                  <a:rPr lang="en-US" altLang="zh-TW" sz="20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zh-TW" altLang="en-US" sz="2000" i="1" smtClean="0">
                        <a:latin typeface="Cambria Math" panose="02040503050406030204" pitchFamily="18" charset="0"/>
                      </a:rPr>
                      <m:t>𝐶𝐷𝐹</m:t>
                    </m:r>
                    <m:d>
                      <m:dPr>
                        <m:ctrlPr>
                          <a:rPr lang="zh-TW" altLang="en-US" sz="2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000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TW" sz="20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zh-TW" altLang="en-US" sz="2000" i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TW" sz="20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000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zh-TW" altLang="en-US" sz="200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zh-TW" altLang="en-US" sz="20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1" name="文字方塊 50">
                <a:extLst>
                  <a:ext uri="{FF2B5EF4-FFF2-40B4-BE49-F238E27FC236}">
                    <a16:creationId xmlns:a16="http://schemas.microsoft.com/office/drawing/2014/main" id="{F85D4D55-CFF0-B8C6-3813-F8A6AD39EF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355" y="5796846"/>
                <a:ext cx="3451458" cy="437171"/>
              </a:xfrm>
              <a:prstGeom prst="rect">
                <a:avLst/>
              </a:prstGeom>
              <a:blipFill>
                <a:blip r:embed="rId9"/>
                <a:stretch>
                  <a:fillRect l="-4594" t="-4167" b="-180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49" name="群組 1148">
            <a:extLst>
              <a:ext uri="{FF2B5EF4-FFF2-40B4-BE49-F238E27FC236}">
                <a16:creationId xmlns:a16="http://schemas.microsoft.com/office/drawing/2014/main" id="{910786BE-6D24-5FBC-8124-02E8BA28A407}"/>
              </a:ext>
            </a:extLst>
          </p:cNvPr>
          <p:cNvGrpSpPr/>
          <p:nvPr/>
        </p:nvGrpSpPr>
        <p:grpSpPr>
          <a:xfrm>
            <a:off x="7209703" y="4287116"/>
            <a:ext cx="3336781" cy="2427931"/>
            <a:chOff x="7181128" y="4220441"/>
            <a:chExt cx="3336781" cy="2427931"/>
          </a:xfrm>
        </p:grpSpPr>
        <p:grpSp>
          <p:nvGrpSpPr>
            <p:cNvPr id="1038" name="群組 1037">
              <a:extLst>
                <a:ext uri="{FF2B5EF4-FFF2-40B4-BE49-F238E27FC236}">
                  <a16:creationId xmlns:a16="http://schemas.microsoft.com/office/drawing/2014/main" id="{2CC7D5F3-0A90-079F-8D69-E65DEBE14A09}"/>
                </a:ext>
              </a:extLst>
            </p:cNvPr>
            <p:cNvGrpSpPr/>
            <p:nvPr/>
          </p:nvGrpSpPr>
          <p:grpSpPr>
            <a:xfrm>
              <a:off x="7556353" y="4377459"/>
              <a:ext cx="116036" cy="1631760"/>
              <a:chOff x="7774707" y="4331854"/>
              <a:chExt cx="452582" cy="1631760"/>
            </a:xfrm>
          </p:grpSpPr>
          <p:cxnSp>
            <p:nvCxnSpPr>
              <p:cNvPr id="63" name="直線接點 62">
                <a:extLst>
                  <a:ext uri="{FF2B5EF4-FFF2-40B4-BE49-F238E27FC236}">
                    <a16:creationId xmlns:a16="http://schemas.microsoft.com/office/drawing/2014/main" id="{CEA1BED2-2D6B-88A7-6268-01ED05B44E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4331854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" name="直線接點 1023">
                <a:extLst>
                  <a:ext uri="{FF2B5EF4-FFF2-40B4-BE49-F238E27FC236}">
                    <a16:creationId xmlns:a16="http://schemas.microsoft.com/office/drawing/2014/main" id="{E6BE70F9-5B47-D82B-769A-94CF84D6A2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4658206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" name="直線接點 1024">
                <a:extLst>
                  <a:ext uri="{FF2B5EF4-FFF2-40B4-BE49-F238E27FC236}">
                    <a16:creationId xmlns:a16="http://schemas.microsoft.com/office/drawing/2014/main" id="{AE0B3496-1CAE-5041-FF11-384F693FEB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4984558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" name="直線接點 1026">
                <a:extLst>
                  <a:ext uri="{FF2B5EF4-FFF2-40B4-BE49-F238E27FC236}">
                    <a16:creationId xmlns:a16="http://schemas.microsoft.com/office/drawing/2014/main" id="{D2D3B316-F90F-3511-DFFC-DF1BF34C412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5310910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8" name="直線接點 1027">
                <a:extLst>
                  <a:ext uri="{FF2B5EF4-FFF2-40B4-BE49-F238E27FC236}">
                    <a16:creationId xmlns:a16="http://schemas.microsoft.com/office/drawing/2014/main" id="{52DB9DB1-4603-3E4F-5A19-1E1E91D9A5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5637262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" name="直線接點 1028">
                <a:extLst>
                  <a:ext uri="{FF2B5EF4-FFF2-40B4-BE49-F238E27FC236}">
                    <a16:creationId xmlns:a16="http://schemas.microsoft.com/office/drawing/2014/main" id="{60A8B860-B7E6-B078-BE41-6D922F6E26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5963614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030" name="直線接點 1029">
              <a:extLst>
                <a:ext uri="{FF2B5EF4-FFF2-40B4-BE49-F238E27FC236}">
                  <a16:creationId xmlns:a16="http://schemas.microsoft.com/office/drawing/2014/main" id="{696001A0-2108-5AD4-3E36-BC7D0B17DBA9}"/>
                </a:ext>
              </a:extLst>
            </p:cNvPr>
            <p:cNvCxnSpPr>
              <a:cxnSpLocks/>
            </p:cNvCxnSpPr>
            <p:nvPr/>
          </p:nvCxnSpPr>
          <p:spPr>
            <a:xfrm>
              <a:off x="7550725" y="6335569"/>
              <a:ext cx="296718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直線接點 1038">
              <a:extLst>
                <a:ext uri="{FF2B5EF4-FFF2-40B4-BE49-F238E27FC236}">
                  <a16:creationId xmlns:a16="http://schemas.microsoft.com/office/drawing/2014/main" id="{CC00FD1A-4F29-0EE8-820C-0594FD77D0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5416" y="4248150"/>
              <a:ext cx="0" cy="226291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56" name="群組 1055">
              <a:extLst>
                <a:ext uri="{FF2B5EF4-FFF2-40B4-BE49-F238E27FC236}">
                  <a16:creationId xmlns:a16="http://schemas.microsoft.com/office/drawing/2014/main" id="{D1E1AB14-5256-7322-F156-55C845BBA38A}"/>
                </a:ext>
              </a:extLst>
            </p:cNvPr>
            <p:cNvGrpSpPr/>
            <p:nvPr/>
          </p:nvGrpSpPr>
          <p:grpSpPr>
            <a:xfrm>
              <a:off x="7181128" y="4220441"/>
              <a:ext cx="356322" cy="1956466"/>
              <a:chOff x="7185891" y="4239491"/>
              <a:chExt cx="437940" cy="1956466"/>
            </a:xfrm>
          </p:grpSpPr>
          <p:sp>
            <p:nvSpPr>
              <p:cNvPr id="1042" name="文字方塊 1041">
                <a:extLst>
                  <a:ext uri="{FF2B5EF4-FFF2-40B4-BE49-F238E27FC236}">
                    <a16:creationId xmlns:a16="http://schemas.microsoft.com/office/drawing/2014/main" id="{240CF4E6-D22F-EFC9-4929-B5DA6A9A60F2}"/>
                  </a:ext>
                </a:extLst>
              </p:cNvPr>
              <p:cNvSpPr txBox="1"/>
              <p:nvPr/>
            </p:nvSpPr>
            <p:spPr>
              <a:xfrm>
                <a:off x="7185891" y="4239491"/>
                <a:ext cx="437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/>
                  <a:t>6/6</a:t>
                </a:r>
                <a:endParaRPr lang="zh-TW" altLang="en-US" sz="1400"/>
              </a:p>
            </p:txBody>
          </p:sp>
          <p:sp>
            <p:nvSpPr>
              <p:cNvPr id="1043" name="文字方塊 1042">
                <a:extLst>
                  <a:ext uri="{FF2B5EF4-FFF2-40B4-BE49-F238E27FC236}">
                    <a16:creationId xmlns:a16="http://schemas.microsoft.com/office/drawing/2014/main" id="{F5B4DD1D-D27C-8D79-94B8-A569977C4C45}"/>
                  </a:ext>
                </a:extLst>
              </p:cNvPr>
              <p:cNvSpPr txBox="1"/>
              <p:nvPr/>
            </p:nvSpPr>
            <p:spPr>
              <a:xfrm>
                <a:off x="7185891" y="4569229"/>
                <a:ext cx="437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/>
                  <a:t>5/6</a:t>
                </a:r>
                <a:endParaRPr lang="zh-TW" altLang="en-US" sz="1400"/>
              </a:p>
            </p:txBody>
          </p:sp>
          <p:sp>
            <p:nvSpPr>
              <p:cNvPr id="1044" name="文字方塊 1043">
                <a:extLst>
                  <a:ext uri="{FF2B5EF4-FFF2-40B4-BE49-F238E27FC236}">
                    <a16:creationId xmlns:a16="http://schemas.microsoft.com/office/drawing/2014/main" id="{D428A37E-F77C-7C99-6C01-E37EF51B3934}"/>
                  </a:ext>
                </a:extLst>
              </p:cNvPr>
              <p:cNvSpPr txBox="1"/>
              <p:nvPr/>
            </p:nvSpPr>
            <p:spPr>
              <a:xfrm>
                <a:off x="7185891" y="4898967"/>
                <a:ext cx="437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/>
                  <a:t>4/6</a:t>
                </a:r>
                <a:endParaRPr lang="zh-TW" altLang="en-US" sz="1400"/>
              </a:p>
            </p:txBody>
          </p:sp>
          <p:sp>
            <p:nvSpPr>
              <p:cNvPr id="1045" name="文字方塊 1044">
                <a:extLst>
                  <a:ext uri="{FF2B5EF4-FFF2-40B4-BE49-F238E27FC236}">
                    <a16:creationId xmlns:a16="http://schemas.microsoft.com/office/drawing/2014/main" id="{EDCE02F3-B979-D3B0-CB0B-759E75407387}"/>
                  </a:ext>
                </a:extLst>
              </p:cNvPr>
              <p:cNvSpPr txBox="1"/>
              <p:nvPr/>
            </p:nvSpPr>
            <p:spPr>
              <a:xfrm>
                <a:off x="7185891" y="5228705"/>
                <a:ext cx="437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/>
                  <a:t>3/6</a:t>
                </a:r>
                <a:endParaRPr lang="zh-TW" altLang="en-US" sz="1400"/>
              </a:p>
            </p:txBody>
          </p:sp>
          <p:sp>
            <p:nvSpPr>
              <p:cNvPr id="1046" name="文字方塊 1045">
                <a:extLst>
                  <a:ext uri="{FF2B5EF4-FFF2-40B4-BE49-F238E27FC236}">
                    <a16:creationId xmlns:a16="http://schemas.microsoft.com/office/drawing/2014/main" id="{DA72BDB2-74E3-275A-1DEB-29058D8BDD74}"/>
                  </a:ext>
                </a:extLst>
              </p:cNvPr>
              <p:cNvSpPr txBox="1"/>
              <p:nvPr/>
            </p:nvSpPr>
            <p:spPr>
              <a:xfrm>
                <a:off x="7185891" y="5558443"/>
                <a:ext cx="437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/>
                  <a:t>2/6</a:t>
                </a:r>
                <a:endParaRPr lang="zh-TW" altLang="en-US" sz="1400"/>
              </a:p>
            </p:txBody>
          </p:sp>
          <p:sp>
            <p:nvSpPr>
              <p:cNvPr id="1048" name="文字方塊 1047">
                <a:extLst>
                  <a:ext uri="{FF2B5EF4-FFF2-40B4-BE49-F238E27FC236}">
                    <a16:creationId xmlns:a16="http://schemas.microsoft.com/office/drawing/2014/main" id="{5EA8026A-DFDE-35AB-A09B-BEB3899ED22E}"/>
                  </a:ext>
                </a:extLst>
              </p:cNvPr>
              <p:cNvSpPr txBox="1"/>
              <p:nvPr/>
            </p:nvSpPr>
            <p:spPr>
              <a:xfrm>
                <a:off x="7185891" y="5888180"/>
                <a:ext cx="43794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400"/>
                  <a:t>1/6</a:t>
                </a:r>
                <a:endParaRPr lang="zh-TW" altLang="en-US" sz="1400"/>
              </a:p>
            </p:txBody>
          </p:sp>
        </p:grpSp>
        <p:grpSp>
          <p:nvGrpSpPr>
            <p:cNvPr id="1049" name="群組 1048">
              <a:extLst>
                <a:ext uri="{FF2B5EF4-FFF2-40B4-BE49-F238E27FC236}">
                  <a16:creationId xmlns:a16="http://schemas.microsoft.com/office/drawing/2014/main" id="{67CEA18E-9713-8DEA-9108-F97E51B16FA3}"/>
                </a:ext>
              </a:extLst>
            </p:cNvPr>
            <p:cNvGrpSpPr/>
            <p:nvPr/>
          </p:nvGrpSpPr>
          <p:grpSpPr>
            <a:xfrm rot="5400000">
              <a:off x="8770575" y="5558726"/>
              <a:ext cx="80963" cy="1631760"/>
              <a:chOff x="7774707" y="4331854"/>
              <a:chExt cx="452582" cy="1631760"/>
            </a:xfrm>
          </p:grpSpPr>
          <p:cxnSp>
            <p:nvCxnSpPr>
              <p:cNvPr id="1050" name="直線接點 1049">
                <a:extLst>
                  <a:ext uri="{FF2B5EF4-FFF2-40B4-BE49-F238E27FC236}">
                    <a16:creationId xmlns:a16="http://schemas.microsoft.com/office/drawing/2014/main" id="{A123E154-E28E-6BC0-9FD8-E984F12CEE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4331854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1" name="直線接點 1050">
                <a:extLst>
                  <a:ext uri="{FF2B5EF4-FFF2-40B4-BE49-F238E27FC236}">
                    <a16:creationId xmlns:a16="http://schemas.microsoft.com/office/drawing/2014/main" id="{8D3ECDD8-34C5-E05B-74EA-B6BDE68081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4658206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2" name="直線接點 1051">
                <a:extLst>
                  <a:ext uri="{FF2B5EF4-FFF2-40B4-BE49-F238E27FC236}">
                    <a16:creationId xmlns:a16="http://schemas.microsoft.com/office/drawing/2014/main" id="{1602B126-EBC0-8DB9-5854-95CAC32C31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4984558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3" name="直線接點 1052">
                <a:extLst>
                  <a:ext uri="{FF2B5EF4-FFF2-40B4-BE49-F238E27FC236}">
                    <a16:creationId xmlns:a16="http://schemas.microsoft.com/office/drawing/2014/main" id="{B4A184B0-1B43-BCBD-F8C8-28689713BF9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5310910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4" name="直線接點 1053">
                <a:extLst>
                  <a:ext uri="{FF2B5EF4-FFF2-40B4-BE49-F238E27FC236}">
                    <a16:creationId xmlns:a16="http://schemas.microsoft.com/office/drawing/2014/main" id="{796C494E-BAC2-A3C3-90DE-4AAB922FF8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5637262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5" name="直線接點 1054">
                <a:extLst>
                  <a:ext uri="{FF2B5EF4-FFF2-40B4-BE49-F238E27FC236}">
                    <a16:creationId xmlns:a16="http://schemas.microsoft.com/office/drawing/2014/main" id="{5DD6D7D3-130F-9E02-8033-72C660C6D7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74707" y="5963614"/>
                <a:ext cx="452582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63" name="群組 1062">
              <a:extLst>
                <a:ext uri="{FF2B5EF4-FFF2-40B4-BE49-F238E27FC236}">
                  <a16:creationId xmlns:a16="http://schemas.microsoft.com/office/drawing/2014/main" id="{14D44235-75FE-7A1F-61A0-481A3DBADC50}"/>
                </a:ext>
              </a:extLst>
            </p:cNvPr>
            <p:cNvGrpSpPr/>
            <p:nvPr/>
          </p:nvGrpSpPr>
          <p:grpSpPr>
            <a:xfrm>
              <a:off x="7864396" y="6386762"/>
              <a:ext cx="1912064" cy="261610"/>
              <a:chOff x="6659086" y="5358921"/>
              <a:chExt cx="3652442" cy="517344"/>
            </a:xfrm>
          </p:grpSpPr>
          <p:sp>
            <p:nvSpPr>
              <p:cNvPr id="1057" name="文字方塊 1056">
                <a:extLst>
                  <a:ext uri="{FF2B5EF4-FFF2-40B4-BE49-F238E27FC236}">
                    <a16:creationId xmlns:a16="http://schemas.microsoft.com/office/drawing/2014/main" id="{75F9CA65-6372-E89A-B6CA-37D6A16B2DC5}"/>
                  </a:ext>
                </a:extLst>
              </p:cNvPr>
              <p:cNvSpPr txBox="1"/>
              <p:nvPr/>
            </p:nvSpPr>
            <p:spPr>
              <a:xfrm>
                <a:off x="6659086" y="5358921"/>
                <a:ext cx="514178" cy="517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/>
                  <a:t>1</a:t>
                </a:r>
                <a:endParaRPr lang="zh-TW" altLang="en-US" sz="1050"/>
              </a:p>
            </p:txBody>
          </p:sp>
          <p:sp>
            <p:nvSpPr>
              <p:cNvPr id="1058" name="文字方塊 1057">
                <a:extLst>
                  <a:ext uri="{FF2B5EF4-FFF2-40B4-BE49-F238E27FC236}">
                    <a16:creationId xmlns:a16="http://schemas.microsoft.com/office/drawing/2014/main" id="{B035E6CD-EAF5-0257-C7BD-D36CC2C7856C}"/>
                  </a:ext>
                </a:extLst>
              </p:cNvPr>
              <p:cNvSpPr txBox="1"/>
              <p:nvPr/>
            </p:nvSpPr>
            <p:spPr>
              <a:xfrm>
                <a:off x="7286739" y="5358921"/>
                <a:ext cx="514178" cy="517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/>
                  <a:t>2</a:t>
                </a:r>
                <a:endParaRPr lang="zh-TW" altLang="en-US" sz="1050"/>
              </a:p>
            </p:txBody>
          </p:sp>
          <p:sp>
            <p:nvSpPr>
              <p:cNvPr id="1059" name="文字方塊 1058">
                <a:extLst>
                  <a:ext uri="{FF2B5EF4-FFF2-40B4-BE49-F238E27FC236}">
                    <a16:creationId xmlns:a16="http://schemas.microsoft.com/office/drawing/2014/main" id="{7E9B48BA-FE86-0374-B0C4-5E951C8847B5}"/>
                  </a:ext>
                </a:extLst>
              </p:cNvPr>
              <p:cNvSpPr txBox="1"/>
              <p:nvPr/>
            </p:nvSpPr>
            <p:spPr>
              <a:xfrm>
                <a:off x="7914392" y="5358921"/>
                <a:ext cx="514178" cy="517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/>
                  <a:t>3</a:t>
                </a:r>
                <a:endParaRPr lang="zh-TW" altLang="en-US" sz="1050"/>
              </a:p>
            </p:txBody>
          </p:sp>
          <p:sp>
            <p:nvSpPr>
              <p:cNvPr id="1060" name="文字方塊 1059">
                <a:extLst>
                  <a:ext uri="{FF2B5EF4-FFF2-40B4-BE49-F238E27FC236}">
                    <a16:creationId xmlns:a16="http://schemas.microsoft.com/office/drawing/2014/main" id="{2935FB3D-105B-3080-D0DF-DD0BB9AEA14A}"/>
                  </a:ext>
                </a:extLst>
              </p:cNvPr>
              <p:cNvSpPr txBox="1"/>
              <p:nvPr/>
            </p:nvSpPr>
            <p:spPr>
              <a:xfrm>
                <a:off x="8542046" y="5358921"/>
                <a:ext cx="514178" cy="517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/>
                  <a:t>4</a:t>
                </a:r>
                <a:endParaRPr lang="zh-TW" altLang="en-US" sz="1050"/>
              </a:p>
            </p:txBody>
          </p:sp>
          <p:sp>
            <p:nvSpPr>
              <p:cNvPr id="1061" name="文字方塊 1060">
                <a:extLst>
                  <a:ext uri="{FF2B5EF4-FFF2-40B4-BE49-F238E27FC236}">
                    <a16:creationId xmlns:a16="http://schemas.microsoft.com/office/drawing/2014/main" id="{340AAF2E-DB51-B378-2A8B-9F9C8C99E21C}"/>
                  </a:ext>
                </a:extLst>
              </p:cNvPr>
              <p:cNvSpPr txBox="1"/>
              <p:nvPr/>
            </p:nvSpPr>
            <p:spPr>
              <a:xfrm>
                <a:off x="9169699" y="5358921"/>
                <a:ext cx="514178" cy="517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/>
                  <a:t>5</a:t>
                </a:r>
                <a:endParaRPr lang="zh-TW" altLang="en-US" sz="1050"/>
              </a:p>
            </p:txBody>
          </p:sp>
          <p:sp>
            <p:nvSpPr>
              <p:cNvPr id="1062" name="文字方塊 1061">
                <a:extLst>
                  <a:ext uri="{FF2B5EF4-FFF2-40B4-BE49-F238E27FC236}">
                    <a16:creationId xmlns:a16="http://schemas.microsoft.com/office/drawing/2014/main" id="{F876D19D-DC8D-E60E-BF34-C6740F2F9BF4}"/>
                  </a:ext>
                </a:extLst>
              </p:cNvPr>
              <p:cNvSpPr txBox="1"/>
              <p:nvPr/>
            </p:nvSpPr>
            <p:spPr>
              <a:xfrm>
                <a:off x="9797350" y="5358921"/>
                <a:ext cx="514178" cy="5173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050"/>
                  <a:t>6</a:t>
                </a:r>
                <a:endParaRPr lang="zh-TW" altLang="en-US" sz="1050"/>
              </a:p>
            </p:txBody>
          </p:sp>
        </p:grpSp>
        <p:sp>
          <p:nvSpPr>
            <p:cNvPr id="1065" name="等腰三角形 1064">
              <a:extLst>
                <a:ext uri="{FF2B5EF4-FFF2-40B4-BE49-F238E27FC236}">
                  <a16:creationId xmlns:a16="http://schemas.microsoft.com/office/drawing/2014/main" id="{C919A197-1F86-DE64-3FEB-EA2E55F0DC2D}"/>
                </a:ext>
              </a:extLst>
            </p:cNvPr>
            <p:cNvSpPr/>
            <p:nvPr/>
          </p:nvSpPr>
          <p:spPr>
            <a:xfrm>
              <a:off x="7926673" y="6015830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66" name="等腰三角形 1065">
              <a:extLst>
                <a:ext uri="{FF2B5EF4-FFF2-40B4-BE49-F238E27FC236}">
                  <a16:creationId xmlns:a16="http://schemas.microsoft.com/office/drawing/2014/main" id="{B8DCD040-B7B0-1BE3-99AE-3F31C3214DDA}"/>
                </a:ext>
              </a:extLst>
            </p:cNvPr>
            <p:cNvSpPr/>
            <p:nvPr/>
          </p:nvSpPr>
          <p:spPr>
            <a:xfrm>
              <a:off x="8250523" y="6015830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2" name="等腰三角形 1071">
              <a:extLst>
                <a:ext uri="{FF2B5EF4-FFF2-40B4-BE49-F238E27FC236}">
                  <a16:creationId xmlns:a16="http://schemas.microsoft.com/office/drawing/2014/main" id="{60A3671E-25F9-12E5-B203-FBFA5B4B6B99}"/>
                </a:ext>
              </a:extLst>
            </p:cNvPr>
            <p:cNvSpPr/>
            <p:nvPr/>
          </p:nvSpPr>
          <p:spPr>
            <a:xfrm>
              <a:off x="8250523" y="5689121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73" name="等腰三角形 1072">
              <a:extLst>
                <a:ext uri="{FF2B5EF4-FFF2-40B4-BE49-F238E27FC236}">
                  <a16:creationId xmlns:a16="http://schemas.microsoft.com/office/drawing/2014/main" id="{7E93E404-4B8A-72DF-3B80-ECB94FE2AB6A}"/>
                </a:ext>
              </a:extLst>
            </p:cNvPr>
            <p:cNvSpPr/>
            <p:nvPr/>
          </p:nvSpPr>
          <p:spPr>
            <a:xfrm>
              <a:off x="8583898" y="5689121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0" name="等腰三角形 1079">
              <a:extLst>
                <a:ext uri="{FF2B5EF4-FFF2-40B4-BE49-F238E27FC236}">
                  <a16:creationId xmlns:a16="http://schemas.microsoft.com/office/drawing/2014/main" id="{261A7258-8E5F-6073-EBE5-8D1A96936F93}"/>
                </a:ext>
              </a:extLst>
            </p:cNvPr>
            <p:cNvSpPr/>
            <p:nvPr/>
          </p:nvSpPr>
          <p:spPr>
            <a:xfrm>
              <a:off x="8250523" y="5362414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1" name="等腰三角形 1080">
              <a:extLst>
                <a:ext uri="{FF2B5EF4-FFF2-40B4-BE49-F238E27FC236}">
                  <a16:creationId xmlns:a16="http://schemas.microsoft.com/office/drawing/2014/main" id="{6654027F-32D4-2F12-032D-39AA7B17702B}"/>
                </a:ext>
              </a:extLst>
            </p:cNvPr>
            <p:cNvSpPr/>
            <p:nvPr/>
          </p:nvSpPr>
          <p:spPr>
            <a:xfrm>
              <a:off x="8583898" y="5362414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2" name="等腰三角形 1081">
              <a:extLst>
                <a:ext uri="{FF2B5EF4-FFF2-40B4-BE49-F238E27FC236}">
                  <a16:creationId xmlns:a16="http://schemas.microsoft.com/office/drawing/2014/main" id="{3B3F64F1-C4E0-0A87-F2BD-B39FD91A18DA}"/>
                </a:ext>
              </a:extLst>
            </p:cNvPr>
            <p:cNvSpPr/>
            <p:nvPr/>
          </p:nvSpPr>
          <p:spPr>
            <a:xfrm>
              <a:off x="8912510" y="5362414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3" name="等腰三角形 1082">
              <a:extLst>
                <a:ext uri="{FF2B5EF4-FFF2-40B4-BE49-F238E27FC236}">
                  <a16:creationId xmlns:a16="http://schemas.microsoft.com/office/drawing/2014/main" id="{DABFAB03-BA88-90D8-ED39-EAF820818C0D}"/>
                </a:ext>
              </a:extLst>
            </p:cNvPr>
            <p:cNvSpPr/>
            <p:nvPr/>
          </p:nvSpPr>
          <p:spPr>
            <a:xfrm>
              <a:off x="9231598" y="5362414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4" name="等腰三角形 1083">
              <a:extLst>
                <a:ext uri="{FF2B5EF4-FFF2-40B4-BE49-F238E27FC236}">
                  <a16:creationId xmlns:a16="http://schemas.microsoft.com/office/drawing/2014/main" id="{857D27AA-238A-E43D-48CE-B449E8DC5254}"/>
                </a:ext>
              </a:extLst>
            </p:cNvPr>
            <p:cNvSpPr/>
            <p:nvPr/>
          </p:nvSpPr>
          <p:spPr>
            <a:xfrm>
              <a:off x="9555448" y="5362414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7" name="等腰三角形 1086">
              <a:extLst>
                <a:ext uri="{FF2B5EF4-FFF2-40B4-BE49-F238E27FC236}">
                  <a16:creationId xmlns:a16="http://schemas.microsoft.com/office/drawing/2014/main" id="{7B6E0927-BF3E-D519-7F5D-A2525D63D12C}"/>
                </a:ext>
              </a:extLst>
            </p:cNvPr>
            <p:cNvSpPr/>
            <p:nvPr/>
          </p:nvSpPr>
          <p:spPr>
            <a:xfrm>
              <a:off x="8250523" y="5035707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8" name="等腰三角形 1087">
              <a:extLst>
                <a:ext uri="{FF2B5EF4-FFF2-40B4-BE49-F238E27FC236}">
                  <a16:creationId xmlns:a16="http://schemas.microsoft.com/office/drawing/2014/main" id="{52F9221B-A7E2-F7EF-F7FF-516CE00AD437}"/>
                </a:ext>
              </a:extLst>
            </p:cNvPr>
            <p:cNvSpPr/>
            <p:nvPr/>
          </p:nvSpPr>
          <p:spPr>
            <a:xfrm>
              <a:off x="8583898" y="5035707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89" name="等腰三角形 1088">
              <a:extLst>
                <a:ext uri="{FF2B5EF4-FFF2-40B4-BE49-F238E27FC236}">
                  <a16:creationId xmlns:a16="http://schemas.microsoft.com/office/drawing/2014/main" id="{EC9C1214-CFE1-A46D-12FF-F5D6E6675B5D}"/>
                </a:ext>
              </a:extLst>
            </p:cNvPr>
            <p:cNvSpPr/>
            <p:nvPr/>
          </p:nvSpPr>
          <p:spPr>
            <a:xfrm>
              <a:off x="8912510" y="5035707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0" name="等腰三角形 1089">
              <a:extLst>
                <a:ext uri="{FF2B5EF4-FFF2-40B4-BE49-F238E27FC236}">
                  <a16:creationId xmlns:a16="http://schemas.microsoft.com/office/drawing/2014/main" id="{E1864716-DB90-1B91-240F-FCDB4CDCBD50}"/>
                </a:ext>
              </a:extLst>
            </p:cNvPr>
            <p:cNvSpPr/>
            <p:nvPr/>
          </p:nvSpPr>
          <p:spPr>
            <a:xfrm>
              <a:off x="9231598" y="5035707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1" name="等腰三角形 1090">
              <a:extLst>
                <a:ext uri="{FF2B5EF4-FFF2-40B4-BE49-F238E27FC236}">
                  <a16:creationId xmlns:a16="http://schemas.microsoft.com/office/drawing/2014/main" id="{C04DDA44-CB86-A38E-F85E-18A3787F6302}"/>
                </a:ext>
              </a:extLst>
            </p:cNvPr>
            <p:cNvSpPr/>
            <p:nvPr/>
          </p:nvSpPr>
          <p:spPr>
            <a:xfrm>
              <a:off x="9555448" y="5035707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4" name="等腰三角形 1093">
              <a:extLst>
                <a:ext uri="{FF2B5EF4-FFF2-40B4-BE49-F238E27FC236}">
                  <a16:creationId xmlns:a16="http://schemas.microsoft.com/office/drawing/2014/main" id="{1824F29F-0472-22DE-E4C0-A6367E0E1893}"/>
                </a:ext>
              </a:extLst>
            </p:cNvPr>
            <p:cNvSpPr/>
            <p:nvPr/>
          </p:nvSpPr>
          <p:spPr>
            <a:xfrm>
              <a:off x="8250523" y="4709000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5" name="等腰三角形 1094">
              <a:extLst>
                <a:ext uri="{FF2B5EF4-FFF2-40B4-BE49-F238E27FC236}">
                  <a16:creationId xmlns:a16="http://schemas.microsoft.com/office/drawing/2014/main" id="{5A7818C8-2217-2A20-5A75-EFABEAF99280}"/>
                </a:ext>
              </a:extLst>
            </p:cNvPr>
            <p:cNvSpPr/>
            <p:nvPr/>
          </p:nvSpPr>
          <p:spPr>
            <a:xfrm>
              <a:off x="8583898" y="4709000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6" name="等腰三角形 1095">
              <a:extLst>
                <a:ext uri="{FF2B5EF4-FFF2-40B4-BE49-F238E27FC236}">
                  <a16:creationId xmlns:a16="http://schemas.microsoft.com/office/drawing/2014/main" id="{33AC06C4-87E3-BC0F-84B1-72F1D3D8D852}"/>
                </a:ext>
              </a:extLst>
            </p:cNvPr>
            <p:cNvSpPr/>
            <p:nvPr/>
          </p:nvSpPr>
          <p:spPr>
            <a:xfrm>
              <a:off x="8912510" y="4709000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7" name="等腰三角形 1096">
              <a:extLst>
                <a:ext uri="{FF2B5EF4-FFF2-40B4-BE49-F238E27FC236}">
                  <a16:creationId xmlns:a16="http://schemas.microsoft.com/office/drawing/2014/main" id="{68466879-10CB-CE1F-CC85-5B676DEDC06C}"/>
                </a:ext>
              </a:extLst>
            </p:cNvPr>
            <p:cNvSpPr/>
            <p:nvPr/>
          </p:nvSpPr>
          <p:spPr>
            <a:xfrm>
              <a:off x="9231598" y="4709000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098" name="等腰三角形 1097">
              <a:extLst>
                <a:ext uri="{FF2B5EF4-FFF2-40B4-BE49-F238E27FC236}">
                  <a16:creationId xmlns:a16="http://schemas.microsoft.com/office/drawing/2014/main" id="{3DEB8F65-56CF-3889-3169-7BAF3C369EC2}"/>
                </a:ext>
              </a:extLst>
            </p:cNvPr>
            <p:cNvSpPr/>
            <p:nvPr/>
          </p:nvSpPr>
          <p:spPr>
            <a:xfrm>
              <a:off x="9555448" y="4709000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1" name="等腰三角形 1100">
              <a:extLst>
                <a:ext uri="{FF2B5EF4-FFF2-40B4-BE49-F238E27FC236}">
                  <a16:creationId xmlns:a16="http://schemas.microsoft.com/office/drawing/2014/main" id="{E31123DF-B0D3-5353-DDC6-721150A8959E}"/>
                </a:ext>
              </a:extLst>
            </p:cNvPr>
            <p:cNvSpPr/>
            <p:nvPr/>
          </p:nvSpPr>
          <p:spPr>
            <a:xfrm>
              <a:off x="8250523" y="4382293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2" name="等腰三角形 1101">
              <a:extLst>
                <a:ext uri="{FF2B5EF4-FFF2-40B4-BE49-F238E27FC236}">
                  <a16:creationId xmlns:a16="http://schemas.microsoft.com/office/drawing/2014/main" id="{9738A845-7163-09BE-AE71-91B4DC438AAD}"/>
                </a:ext>
              </a:extLst>
            </p:cNvPr>
            <p:cNvSpPr/>
            <p:nvPr/>
          </p:nvSpPr>
          <p:spPr>
            <a:xfrm>
              <a:off x="8583898" y="4382293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3" name="等腰三角形 1102">
              <a:extLst>
                <a:ext uri="{FF2B5EF4-FFF2-40B4-BE49-F238E27FC236}">
                  <a16:creationId xmlns:a16="http://schemas.microsoft.com/office/drawing/2014/main" id="{C52F690F-E933-3DD5-32E9-D3A3FBB9B858}"/>
                </a:ext>
              </a:extLst>
            </p:cNvPr>
            <p:cNvSpPr/>
            <p:nvPr/>
          </p:nvSpPr>
          <p:spPr>
            <a:xfrm>
              <a:off x="8912510" y="4382293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4" name="等腰三角形 1103">
              <a:extLst>
                <a:ext uri="{FF2B5EF4-FFF2-40B4-BE49-F238E27FC236}">
                  <a16:creationId xmlns:a16="http://schemas.microsoft.com/office/drawing/2014/main" id="{49FA2010-10DF-DBD3-40AD-1487C1F540BC}"/>
                </a:ext>
              </a:extLst>
            </p:cNvPr>
            <p:cNvSpPr/>
            <p:nvPr/>
          </p:nvSpPr>
          <p:spPr>
            <a:xfrm>
              <a:off x="9231598" y="4382293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05" name="等腰三角形 1104">
              <a:extLst>
                <a:ext uri="{FF2B5EF4-FFF2-40B4-BE49-F238E27FC236}">
                  <a16:creationId xmlns:a16="http://schemas.microsoft.com/office/drawing/2014/main" id="{36F5EDDC-C260-D192-10DD-58884B749175}"/>
                </a:ext>
              </a:extLst>
            </p:cNvPr>
            <p:cNvSpPr/>
            <p:nvPr/>
          </p:nvSpPr>
          <p:spPr>
            <a:xfrm>
              <a:off x="9555448" y="4382293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08" name="接點: 肘形 1107">
              <a:extLst>
                <a:ext uri="{FF2B5EF4-FFF2-40B4-BE49-F238E27FC236}">
                  <a16:creationId xmlns:a16="http://schemas.microsoft.com/office/drawing/2014/main" id="{B8349456-71AC-8829-B313-5D4E120E90B9}"/>
                </a:ext>
              </a:extLst>
            </p:cNvPr>
            <p:cNvCxnSpPr>
              <a:stCxn id="1065" idx="0"/>
              <a:endCxn id="1072" idx="0"/>
            </p:cNvCxnSpPr>
            <p:nvPr/>
          </p:nvCxnSpPr>
          <p:spPr>
            <a:xfrm rot="5400000" flipH="1" flipV="1">
              <a:off x="7997984" y="5690551"/>
              <a:ext cx="326709" cy="323850"/>
            </a:xfrm>
            <a:prstGeom prst="bentConnector3">
              <a:avLst>
                <a:gd name="adj1" fmla="val -3498"/>
              </a:avLst>
            </a:prstGeom>
            <a:ln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0" name="等腰三角形 1109">
              <a:extLst>
                <a:ext uri="{FF2B5EF4-FFF2-40B4-BE49-F238E27FC236}">
                  <a16:creationId xmlns:a16="http://schemas.microsoft.com/office/drawing/2014/main" id="{03897910-BD8D-4939-53C6-86283C645A4B}"/>
                </a:ext>
              </a:extLst>
            </p:cNvPr>
            <p:cNvSpPr/>
            <p:nvPr/>
          </p:nvSpPr>
          <p:spPr>
            <a:xfrm>
              <a:off x="7926673" y="6334918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116" name="等腰三角形 1115">
              <a:extLst>
                <a:ext uri="{FF2B5EF4-FFF2-40B4-BE49-F238E27FC236}">
                  <a16:creationId xmlns:a16="http://schemas.microsoft.com/office/drawing/2014/main" id="{0189763E-59AC-39E4-79A5-589B8317CDF3}"/>
                </a:ext>
              </a:extLst>
            </p:cNvPr>
            <p:cNvSpPr/>
            <p:nvPr/>
          </p:nvSpPr>
          <p:spPr>
            <a:xfrm>
              <a:off x="7602823" y="6339680"/>
              <a:ext cx="145480" cy="125414"/>
            </a:xfrm>
            <a:prstGeom prst="triangle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119" name="接點: 肘形 1118">
              <a:extLst>
                <a:ext uri="{FF2B5EF4-FFF2-40B4-BE49-F238E27FC236}">
                  <a16:creationId xmlns:a16="http://schemas.microsoft.com/office/drawing/2014/main" id="{09D336E3-514C-AF08-855B-B90EA393FBED}"/>
                </a:ext>
              </a:extLst>
            </p:cNvPr>
            <p:cNvCxnSpPr>
              <a:cxnSpLocks/>
              <a:stCxn id="1116" idx="0"/>
              <a:endCxn id="1065" idx="0"/>
            </p:cNvCxnSpPr>
            <p:nvPr/>
          </p:nvCxnSpPr>
          <p:spPr>
            <a:xfrm rot="5400000" flipH="1" flipV="1">
              <a:off x="7675563" y="6015830"/>
              <a:ext cx="323850" cy="323850"/>
            </a:xfrm>
            <a:prstGeom prst="bentConnector3">
              <a:avLst>
                <a:gd name="adj1" fmla="val 2941"/>
              </a:avLst>
            </a:prstGeom>
            <a:ln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接點: 肘形 1122">
              <a:extLst>
                <a:ext uri="{FF2B5EF4-FFF2-40B4-BE49-F238E27FC236}">
                  <a16:creationId xmlns:a16="http://schemas.microsoft.com/office/drawing/2014/main" id="{A8CFCED6-AAD8-2E54-29CC-BB337E6CE568}"/>
                </a:ext>
              </a:extLst>
            </p:cNvPr>
            <p:cNvCxnSpPr>
              <a:cxnSpLocks/>
              <a:stCxn id="1072" idx="0"/>
              <a:endCxn id="1081" idx="0"/>
            </p:cNvCxnSpPr>
            <p:nvPr/>
          </p:nvCxnSpPr>
          <p:spPr>
            <a:xfrm rot="5400000" flipH="1" flipV="1">
              <a:off x="8326597" y="5359081"/>
              <a:ext cx="326707" cy="333375"/>
            </a:xfrm>
            <a:prstGeom prst="bentConnector3">
              <a:avLst>
                <a:gd name="adj1" fmla="val -2041"/>
              </a:avLst>
            </a:prstGeom>
            <a:ln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接點: 肘形 1126">
              <a:extLst>
                <a:ext uri="{FF2B5EF4-FFF2-40B4-BE49-F238E27FC236}">
                  <a16:creationId xmlns:a16="http://schemas.microsoft.com/office/drawing/2014/main" id="{3D8D6CF6-F0C0-161D-992A-F04785FB9746}"/>
                </a:ext>
              </a:extLst>
            </p:cNvPr>
            <p:cNvCxnSpPr>
              <a:cxnSpLocks/>
              <a:stCxn id="1081" idx="0"/>
              <a:endCxn id="1089" idx="0"/>
            </p:cNvCxnSpPr>
            <p:nvPr/>
          </p:nvCxnSpPr>
          <p:spPr>
            <a:xfrm rot="5400000" flipH="1" flipV="1">
              <a:off x="8657591" y="5034755"/>
              <a:ext cx="326707" cy="328612"/>
            </a:xfrm>
            <a:prstGeom prst="bentConnector3">
              <a:avLst>
                <a:gd name="adj1" fmla="val -2042"/>
              </a:avLst>
            </a:prstGeom>
            <a:ln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接點: 肘形 1130">
              <a:extLst>
                <a:ext uri="{FF2B5EF4-FFF2-40B4-BE49-F238E27FC236}">
                  <a16:creationId xmlns:a16="http://schemas.microsoft.com/office/drawing/2014/main" id="{4C14769A-4089-5A7A-EF82-E2045275528E}"/>
                </a:ext>
              </a:extLst>
            </p:cNvPr>
            <p:cNvCxnSpPr>
              <a:cxnSpLocks/>
              <a:stCxn id="1089" idx="0"/>
              <a:endCxn id="1097" idx="0"/>
            </p:cNvCxnSpPr>
            <p:nvPr/>
          </p:nvCxnSpPr>
          <p:spPr>
            <a:xfrm rot="5400000" flipH="1" flipV="1">
              <a:off x="8981441" y="4712810"/>
              <a:ext cx="326707" cy="319088"/>
            </a:xfrm>
            <a:prstGeom prst="bentConnector3">
              <a:avLst>
                <a:gd name="adj1" fmla="val -584"/>
              </a:avLst>
            </a:prstGeom>
            <a:ln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5" name="接點: 肘形 1134">
              <a:extLst>
                <a:ext uri="{FF2B5EF4-FFF2-40B4-BE49-F238E27FC236}">
                  <a16:creationId xmlns:a16="http://schemas.microsoft.com/office/drawing/2014/main" id="{05B54015-F5B4-4711-C32A-47996C452990}"/>
                </a:ext>
              </a:extLst>
            </p:cNvPr>
            <p:cNvCxnSpPr>
              <a:cxnSpLocks/>
              <a:stCxn id="1097" idx="0"/>
              <a:endCxn id="1105" idx="0"/>
            </p:cNvCxnSpPr>
            <p:nvPr/>
          </p:nvCxnSpPr>
          <p:spPr>
            <a:xfrm rot="5400000" flipH="1" flipV="1">
              <a:off x="9302910" y="4383722"/>
              <a:ext cx="326707" cy="323850"/>
            </a:xfrm>
            <a:prstGeom prst="bentConnector3">
              <a:avLst>
                <a:gd name="adj1" fmla="val -584"/>
              </a:avLst>
            </a:prstGeom>
            <a:ln>
              <a:headEnd type="diamond" w="med" len="med"/>
              <a:tailEnd type="diamond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1" name="直線接點 1140">
              <a:extLst>
                <a:ext uri="{FF2B5EF4-FFF2-40B4-BE49-F238E27FC236}">
                  <a16:creationId xmlns:a16="http://schemas.microsoft.com/office/drawing/2014/main" id="{17BA40D3-90DE-5D5F-94D5-9B306D2B73BF}"/>
                </a:ext>
              </a:extLst>
            </p:cNvPr>
            <p:cNvCxnSpPr>
              <a:cxnSpLocks/>
              <a:stCxn id="1105" idx="0"/>
            </p:cNvCxnSpPr>
            <p:nvPr/>
          </p:nvCxnSpPr>
          <p:spPr>
            <a:xfrm>
              <a:off x="9628188" y="4382293"/>
              <a:ext cx="839787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5" name="直線接點 1144">
              <a:extLst>
                <a:ext uri="{FF2B5EF4-FFF2-40B4-BE49-F238E27FC236}">
                  <a16:creationId xmlns:a16="http://schemas.microsoft.com/office/drawing/2014/main" id="{A2DCCF36-1166-41ED-F84D-CFAD8DE81AD2}"/>
                </a:ext>
              </a:extLst>
            </p:cNvPr>
            <p:cNvCxnSpPr>
              <a:endCxn id="1081" idx="0"/>
            </p:cNvCxnSpPr>
            <p:nvPr/>
          </p:nvCxnSpPr>
          <p:spPr>
            <a:xfrm flipV="1">
              <a:off x="8648700" y="5362414"/>
              <a:ext cx="7938" cy="968536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直線接點 1145">
              <a:extLst>
                <a:ext uri="{FF2B5EF4-FFF2-40B4-BE49-F238E27FC236}">
                  <a16:creationId xmlns:a16="http://schemas.microsoft.com/office/drawing/2014/main" id="{5203DFAA-3E27-D3EA-35E5-30E63D9581D3}"/>
                </a:ext>
              </a:extLst>
            </p:cNvPr>
            <p:cNvCxnSpPr>
              <a:cxnSpLocks/>
            </p:cNvCxnSpPr>
            <p:nvPr/>
          </p:nvCxnSpPr>
          <p:spPr>
            <a:xfrm>
              <a:off x="7670800" y="5356064"/>
              <a:ext cx="985838" cy="0"/>
            </a:xfrm>
            <a:prstGeom prst="line">
              <a:avLst/>
            </a:prstGeom>
            <a:ln w="28575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918026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8571B17-172A-5F84-6FE4-086C391DB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25EE10-825B-4D49-8D47-2CB0B2BE83D5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BFD16C4-4E66-887E-4E8F-E2C2EDADF940}"/>
              </a:ext>
            </a:extLst>
          </p:cNvPr>
          <p:cNvSpPr txBox="1"/>
          <p:nvPr/>
        </p:nvSpPr>
        <p:spPr>
          <a:xfrm>
            <a:off x="0" y="33206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 panose="03000509000000000000" pitchFamily="65" charset="-120"/>
                <a:cs typeface="+mn-cs"/>
              </a:rPr>
              <a:t>符號定義</a:t>
            </a:r>
            <a:endParaRPr kumimoji="0" lang="en-US" altLang="zh-TW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 panose="03000509000000000000" pitchFamily="65" charset="-120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9CF6CA-FE3F-4029-1018-A432C62D9B3D}"/>
                  </a:ext>
                </a:extLst>
              </p:cNvPr>
              <p:cNvSpPr txBox="1"/>
              <p:nvPr/>
            </p:nvSpPr>
            <p:spPr>
              <a:xfrm>
                <a:off x="550753" y="1056866"/>
                <a:ext cx="10566903" cy="52386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ar-AE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𝑘</m:t>
                    </m:r>
                  </m:oMath>
                </a14:m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標楷體"/>
                    <a:cs typeface="+mn-cs"/>
                  </a:rPr>
                  <a:t>= 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標楷體"/>
                    <a:cs typeface="+mn-cs"/>
                  </a:rPr>
                  <a:t>第幾個灰階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標楷體"/>
                    <a:cs typeface="+mn-cs"/>
                  </a:rPr>
                  <a:t>(which gray level)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zh-TW" altLang="ar-AE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：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原始灰階值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(original gray level)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𝑛</m:t>
                        </m:r>
                      </m:e>
                      <m:sub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zh-TW" altLang="ar-AE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：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該灰階出現的次數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(number of pixels with gray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)</a:t>
                </a:r>
                <a:endParaRPr kumimoji="0" lang="ar-AE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ar-AE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𝑁</m:t>
                    </m:r>
                  </m:oMath>
                </a14:m>
                <a:r>
                  <a:rPr kumimoji="0" lang="zh-TW" altLang="ar-AE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：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總像素數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(total number of pixels)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en-US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𝑃𝑀𝐹</m:t>
                    </m:r>
                    <m:d>
                      <m:d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TW" altLang="ar-AE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：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機率質量函數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kumimoji="0" lang="ar-AE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𝑛</m:t>
                            </m:r>
                          </m:e>
                          <m:sub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𝑁</m:t>
                        </m:r>
                      </m:den>
                    </m:f>
                  </m:oMath>
                </a14:m>
                <a:r>
                  <a:rPr kumimoji="0" lang="ar-AE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(probability of gray level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)</a:t>
                </a:r>
                <a:endParaRPr kumimoji="0" lang="ar-AE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r>
                      <a:rPr kumimoji="0" lang="zh-TW" altLang="ar-AE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𝐶𝐷𝐹</m:t>
                    </m:r>
                    <m:d>
                      <m:d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kumimoji="0" lang="zh-TW" altLang="ar-AE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：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累積分布函數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grow m:val="on"/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naryPr>
                      <m:sub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  <m:r>
                          <a:rPr kumimoji="0" lang="ar-AE" altLang="zh-TW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=</m:t>
                        </m:r>
                        <m:r>
                          <a:rPr kumimoji="0" lang="ar-AE" altLang="zh-TW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1</m:t>
                        </m:r>
                      </m:sub>
                      <m:sup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p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𝑃𝑀𝐹</m:t>
                        </m:r>
                        <m:d>
                          <m:dPr>
                            <m:ctrlPr>
                              <a:rPr kumimoji="0" lang="ar-AE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ar-AE" altLang="zh-TW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zh-TW" altLang="ar-AE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kumimoji="0" lang="zh-TW" altLang="ar-AE" sz="24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kumimoji="0" lang="en-US" altLang="zh-TW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 </m:t>
                    </m:r>
                  </m:oMath>
                </a14:m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(cumulative probability)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TW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max</m:t>
                        </m:r>
                      </m:sub>
                    </m:sSub>
                    <m:r>
                      <a:rPr kumimoji="0" lang="ar-AE" altLang="zh-TW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TW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min</m:t>
                        </m:r>
                      </m:sub>
                    </m:sSub>
                  </m:oMath>
                </a14:m>
                <a:r>
                  <a:rPr kumimoji="0" lang="zh-TW" altLang="ar-AE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：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灰階最大值與最小值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(maximum and minimum gray level)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</m:oMath>
                </a14:m>
                <a:r>
                  <a:rPr kumimoji="0" lang="zh-TW" altLang="ar-AE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：</a:t>
                </a:r>
                <a:r>
                  <a:rPr kumimoji="0" lang="zh-TW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等化後的新灰階值 </a:t>
                </a:r>
                <a:r>
                  <a:rPr kumimoji="0" lang="en-US" altLang="zh-TW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Times New Roman"/>
                    <a:ea typeface="標楷體"/>
                    <a:cs typeface="+mn-cs"/>
                  </a:rPr>
                  <a:t>(new gray level after equalization)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𝑠</m:t>
                        </m:r>
                      </m:e>
                      <m:sub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𝑘</m:t>
                        </m:r>
                      </m:sub>
                    </m:sSub>
                    <m:r>
                      <a:rPr kumimoji="0" lang="ar-AE" altLang="zh-TW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</m:t>
                    </m:r>
                    <m:r>
                      <a:rPr kumimoji="0" lang="zh-TW" altLang="ar-AE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𝑟𝑜𝑢𝑛𝑑</m:t>
                    </m:r>
                    <m:r>
                      <a:rPr kumimoji="0" lang="ar-AE" altLang="zh-TW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zh-TW" altLang="ar-AE" sz="24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𝐶𝐷𝐹</m:t>
                    </m:r>
                    <m:d>
                      <m:d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𝑟</m:t>
                            </m:r>
                          </m:e>
                          <m:sub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kumimoji="0" lang="ar-AE" altLang="zh-TW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×</m:t>
                    </m:r>
                    <m:d>
                      <m:d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ar-AE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TW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max</m:t>
                            </m:r>
                          </m:sub>
                        </m:sSub>
                        <m:r>
                          <a:rPr kumimoji="0" lang="ar-AE" altLang="zh-TW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−</m:t>
                        </m:r>
                        <m:sSub>
                          <m:sSubPr>
                            <m:ctrlPr>
                              <a:rPr kumimoji="0" lang="ar-AE" altLang="zh-TW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zh-TW" altLang="ar-AE" sz="24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𝑟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kumimoji="0" lang="en-US" altLang="zh-TW" sz="2400" b="0" i="0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+mn-cs"/>
                              </a:rPr>
                              <m:t>min</m:t>
                            </m:r>
                          </m:sub>
                        </m:sSub>
                      </m:e>
                    </m:d>
                    <m:r>
                      <a:rPr kumimoji="0" lang="ar-AE" altLang="zh-TW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ar-AE" altLang="zh-TW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zh-TW" altLang="ar-AE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𝑟</m:t>
                        </m:r>
                      </m:e>
                      <m:sub>
                        <m:r>
                          <m:rPr>
                            <m:sty m:val="p"/>
                          </m:rPr>
                          <a:rPr kumimoji="0" lang="en-US" altLang="zh-TW" sz="24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min</m:t>
                        </m:r>
                      </m:sub>
                    </m:sSub>
                    <m:r>
                      <a:rPr kumimoji="0" lang="ar-AE" altLang="zh-TW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endParaRPr kumimoji="0" lang="ar-AE" altLang="zh-TW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C59CF6CA-FE3F-4029-1018-A432C62D9B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753" y="1056866"/>
                <a:ext cx="10566903" cy="5238678"/>
              </a:xfrm>
              <a:prstGeom prst="rect">
                <a:avLst/>
              </a:prstGeom>
              <a:blipFill>
                <a:blip r:embed="rId2"/>
                <a:stretch>
                  <a:fillRect l="-750" b="-139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38838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直方圖等化例題</a:t>
            </a:r>
            <a:r>
              <a:rPr lang="en-US" altLang="zh-TW"/>
              <a:t>(1)</a:t>
            </a:r>
            <a:endParaRPr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7D16096-E740-28FF-1D78-336DCD20E195}"/>
              </a:ext>
            </a:extLst>
          </p:cNvPr>
          <p:cNvSpPr txBox="1"/>
          <p:nvPr/>
        </p:nvSpPr>
        <p:spPr>
          <a:xfrm>
            <a:off x="374659" y="1076793"/>
            <a:ext cx="1116850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假設有一張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階的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64×64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灰階影像，運用</a:t>
            </a:r>
            <a:r>
              <a:rPr lang="zh-TW" altLang="en-US" sz="32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直方圖等化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(HE)</a:t>
            </a:r>
          </a:p>
          <a:p>
            <a:pPr marL="571500" indent="-571500">
              <a:buFont typeface="Wingdings" panose="05000000000000000000" pitchFamily="2" charset="2"/>
              <a:buChar char="n"/>
            </a:pP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找出轉換函數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s=T(r)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  <a:endParaRPr lang="en-US" altLang="zh-TW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45FAD2E-3674-6452-B052-D423B4B3FF91}"/>
              </a:ext>
            </a:extLst>
          </p:cNvPr>
          <p:cNvCxnSpPr>
            <a:cxnSpLocks/>
          </p:cNvCxnSpPr>
          <p:nvPr/>
        </p:nvCxnSpPr>
        <p:spPr>
          <a:xfrm>
            <a:off x="1114453" y="5635830"/>
            <a:ext cx="35623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006FEFD-DC79-8F19-BBEF-6E36D868A571}"/>
              </a:ext>
            </a:extLst>
          </p:cNvPr>
          <p:cNvCxnSpPr>
            <a:cxnSpLocks/>
          </p:cNvCxnSpPr>
          <p:nvPr/>
        </p:nvCxnSpPr>
        <p:spPr>
          <a:xfrm flipV="1">
            <a:off x="1498661" y="4119876"/>
            <a:ext cx="0" cy="19022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43833CF6-45A3-5CE2-001E-C907270AEFF6}"/>
              </a:ext>
            </a:extLst>
          </p:cNvPr>
          <p:cNvCxnSpPr>
            <a:cxnSpLocks/>
          </p:cNvCxnSpPr>
          <p:nvPr/>
        </p:nvCxnSpPr>
        <p:spPr>
          <a:xfrm>
            <a:off x="1806843" y="4705350"/>
            <a:ext cx="0" cy="94000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36F0CD6E-9621-2C83-6744-35EBEFE45FE4}"/>
              </a:ext>
            </a:extLst>
          </p:cNvPr>
          <p:cNvCxnSpPr>
            <a:cxnSpLocks/>
          </p:cNvCxnSpPr>
          <p:nvPr/>
        </p:nvCxnSpPr>
        <p:spPr>
          <a:xfrm>
            <a:off x="3526219" y="5334000"/>
            <a:ext cx="0" cy="31135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C2613766-0E34-37E3-894D-F4168B11780B}"/>
              </a:ext>
            </a:extLst>
          </p:cNvPr>
          <p:cNvCxnSpPr>
            <a:cxnSpLocks/>
          </p:cNvCxnSpPr>
          <p:nvPr/>
        </p:nvCxnSpPr>
        <p:spPr>
          <a:xfrm>
            <a:off x="2150218" y="4381500"/>
            <a:ext cx="0" cy="126385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06BF3739-9081-C65A-11FA-D7C7C2D8B498}"/>
              </a:ext>
            </a:extLst>
          </p:cNvPr>
          <p:cNvCxnSpPr>
            <a:cxnSpLocks/>
          </p:cNvCxnSpPr>
          <p:nvPr/>
        </p:nvCxnSpPr>
        <p:spPr>
          <a:xfrm>
            <a:off x="2493593" y="4552950"/>
            <a:ext cx="0" cy="109240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8BE623A7-DABA-E062-C449-E73A41261587}"/>
              </a:ext>
            </a:extLst>
          </p:cNvPr>
          <p:cNvCxnSpPr>
            <a:cxnSpLocks/>
          </p:cNvCxnSpPr>
          <p:nvPr/>
        </p:nvCxnSpPr>
        <p:spPr>
          <a:xfrm>
            <a:off x="2836968" y="4876800"/>
            <a:ext cx="0" cy="76855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6EAFFF73-7F3A-DB5E-6177-60FC4B426D32}"/>
              </a:ext>
            </a:extLst>
          </p:cNvPr>
          <p:cNvCxnSpPr>
            <a:cxnSpLocks/>
          </p:cNvCxnSpPr>
          <p:nvPr/>
        </p:nvCxnSpPr>
        <p:spPr>
          <a:xfrm>
            <a:off x="3180343" y="5191125"/>
            <a:ext cx="0" cy="454229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1B5FED9-751A-E7ED-19AA-220318E3DA57}"/>
                  </a:ext>
                </a:extLst>
              </p:cNvPr>
              <p:cNvSpPr txBox="1"/>
              <p:nvPr/>
            </p:nvSpPr>
            <p:spPr>
              <a:xfrm>
                <a:off x="4722693" y="5433851"/>
                <a:ext cx="11923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00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灰階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sz="20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11B5FED9-751A-E7ED-19AA-220318E3DA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2693" y="5433851"/>
                <a:ext cx="1192332" cy="400110"/>
              </a:xfrm>
              <a:prstGeom prst="rect">
                <a:avLst/>
              </a:prstGeom>
              <a:blipFill>
                <a:blip r:embed="rId2"/>
                <a:stretch>
                  <a:fillRect l="-5641" t="-7576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直線接點 29">
            <a:extLst>
              <a:ext uri="{FF2B5EF4-FFF2-40B4-BE49-F238E27FC236}">
                <a16:creationId xmlns:a16="http://schemas.microsoft.com/office/drawing/2014/main" id="{D1BE6208-B1EA-A50A-142F-B5A43C4D216F}"/>
              </a:ext>
            </a:extLst>
          </p:cNvPr>
          <p:cNvCxnSpPr>
            <a:cxnSpLocks/>
          </p:cNvCxnSpPr>
          <p:nvPr/>
        </p:nvCxnSpPr>
        <p:spPr>
          <a:xfrm>
            <a:off x="3872095" y="5448300"/>
            <a:ext cx="0" cy="19705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D3F96F80-0F69-1CD0-6BB9-71EBF8FAE4C8}"/>
              </a:ext>
            </a:extLst>
          </p:cNvPr>
          <p:cNvCxnSpPr>
            <a:cxnSpLocks/>
          </p:cNvCxnSpPr>
          <p:nvPr/>
        </p:nvCxnSpPr>
        <p:spPr>
          <a:xfrm>
            <a:off x="4217969" y="5543550"/>
            <a:ext cx="0" cy="10180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6041E48-F106-6F2C-5FAE-179F6A1D6E2A}"/>
                  </a:ext>
                </a:extLst>
              </p:cNvPr>
              <p:cNvSpPr txBox="1"/>
              <p:nvPr/>
            </p:nvSpPr>
            <p:spPr>
              <a:xfrm>
                <a:off x="666751" y="2457450"/>
                <a:ext cx="52006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750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</a:t>
                </a:r>
                <a:r>
                  <a:rPr lang="en-US" altLang="zh-TW" sz="2400"/>
                  <a:t>1023  ,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890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656,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329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245  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122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81</a:t>
                </a:r>
                <a:endParaRPr lang="zh-TW" altLang="en-U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6041E48-F106-6F2C-5FAE-179F6A1D6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51" y="2457450"/>
                <a:ext cx="5200650" cy="830997"/>
              </a:xfrm>
              <a:prstGeom prst="rect">
                <a:avLst/>
              </a:prstGeom>
              <a:blipFill>
                <a:blip r:embed="rId3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1C6FD4F-F5C4-60CF-7777-6CEB837531E6}"/>
                  </a:ext>
                </a:extLst>
              </p:cNvPr>
              <p:cNvSpPr txBox="1"/>
              <p:nvPr/>
            </p:nvSpPr>
            <p:spPr>
              <a:xfrm>
                <a:off x="426917" y="3614576"/>
                <a:ext cx="234485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200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統計像素個數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sz="200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57" name="文字方塊 56">
                <a:extLst>
                  <a:ext uri="{FF2B5EF4-FFF2-40B4-BE49-F238E27FC236}">
                    <a16:creationId xmlns:a16="http://schemas.microsoft.com/office/drawing/2014/main" id="{F1C6FD4F-F5C4-60CF-7777-6CEB837531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17" y="3614576"/>
                <a:ext cx="2344858" cy="400110"/>
              </a:xfrm>
              <a:prstGeom prst="rect">
                <a:avLst/>
              </a:prstGeom>
              <a:blipFill>
                <a:blip r:embed="rId4"/>
                <a:stretch>
                  <a:fillRect t="-9091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8B69A067-13AE-C667-8FDE-4A5936DBE0DF}"/>
                  </a:ext>
                </a:extLst>
              </p:cNvPr>
              <p:cNvSpPr txBox="1"/>
              <p:nvPr/>
            </p:nvSpPr>
            <p:spPr>
              <a:xfrm>
                <a:off x="7143750" y="3248187"/>
                <a:ext cx="4667249" cy="273549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d>
                      <m:r>
                        <a:rPr lang="zh-TW" altLang="en-US" sz="24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TW" alt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zh-TW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TW" altLang="en-US" sz="24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  <m:e>
                          <m:r>
                            <a:rPr lang="en-US" altLang="zh-TW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𝑃𝑀𝐹</m:t>
                          </m:r>
                          <m:d>
                            <m:dPr>
                              <m:ctrlPr>
                                <a:rPr lang="zh-TW" alt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en-US" altLang="zh-TW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TW" sz="24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r>
                  <a:rPr lang="en-US" altLang="zh-TW" sz="2400">
                    <a:solidFill>
                      <a:schemeClr val="tx1"/>
                    </a:solidFill>
                  </a:rPr>
                  <a:t>              </a:t>
                </a:r>
                <a:r>
                  <a:rPr lang="zh-TW" altLang="en-US" sz="2400" b="0">
                    <a:solidFill>
                      <a:schemeClr val="tx1"/>
                    </a:solidFill>
                  </a:rPr>
                  <a:t>　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+…</m:t>
                    </m:r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en-US" altLang="zh-TW" sz="2400" i="1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>
                  <a:lnSpc>
                    <a:spcPct val="250000"/>
                  </a:lnSpc>
                </a:pPr>
                <a:r>
                  <a:rPr lang="en-US" altLang="zh-TW" sz="2400" b="0">
                    <a:solidFill>
                      <a:schemeClr val="tx1"/>
                    </a:solidFill>
                  </a:rPr>
                  <a:t>                  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=4096</m:t>
                    </m:r>
                  </m:oMath>
                </a14:m>
                <a:endParaRPr lang="zh-TW" altLang="en-U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8B69A067-13AE-C667-8FDE-4A5936DBE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3750" y="3248187"/>
                <a:ext cx="4667249" cy="273549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文字方塊 61">
            <a:extLst>
              <a:ext uri="{FF2B5EF4-FFF2-40B4-BE49-F238E27FC236}">
                <a16:creationId xmlns:a16="http://schemas.microsoft.com/office/drawing/2014/main" id="{9323F0F0-6674-6807-9C38-67BFA11BBEC1}"/>
              </a:ext>
            </a:extLst>
          </p:cNvPr>
          <p:cNvSpPr txBox="1"/>
          <p:nvPr/>
        </p:nvSpPr>
        <p:spPr>
          <a:xfrm>
            <a:off x="6448425" y="2482334"/>
            <a:ext cx="5372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n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影像包含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64×64=</a:t>
            </a:r>
            <a:r>
              <a:rPr lang="en-US" altLang="zh-TW" sz="280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4096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個像素。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38970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直方圖等化例題</a:t>
            </a:r>
            <a:r>
              <a:rPr lang="en-US" altLang="zh-TW"/>
              <a:t>(1)</a:t>
            </a:r>
            <a:r>
              <a:rPr lang="zh-TW" altLang="en-US"/>
              <a:t> 步驟一 </a:t>
            </a:r>
            <a:r>
              <a:rPr lang="zh-TW" altLang="en-US">
                <a:solidFill>
                  <a:srgbClr val="FF0000"/>
                </a:solidFill>
              </a:rPr>
              <a:t>計算</a:t>
            </a:r>
            <a:r>
              <a:rPr lang="en-US" altLang="zh-TW">
                <a:solidFill>
                  <a:srgbClr val="FF0000"/>
                </a:solidFill>
              </a:rPr>
              <a:t>PMF</a:t>
            </a:r>
            <a:r>
              <a:rPr lang="zh-TW" altLang="en-US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6041E48-F106-6F2C-5FAE-179F6A1D6E2A}"/>
                  </a:ext>
                </a:extLst>
              </p:cNvPr>
              <p:cNvSpPr txBox="1"/>
              <p:nvPr/>
            </p:nvSpPr>
            <p:spPr>
              <a:xfrm>
                <a:off x="1076325" y="2495550"/>
                <a:ext cx="4133850" cy="40713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/>
                  <a:t> 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</a:t>
                </a:r>
                <a:r>
                  <a:rPr lang="zh-TW" altLang="en-US" sz="240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750</m:t>
                        </m:r>
                      </m:num>
                      <m:den>
                        <m:r>
                          <a:rPr lang="en-US" altLang="zh-TW" sz="2400" b="0" i="0" smtClean="0">
                            <a:latin typeface="Cambria Math" panose="02040503050406030204" pitchFamily="18" charset="0"/>
                          </a:rPr>
                          <m:t>4096</m:t>
                        </m:r>
                      </m:den>
                    </m:f>
                  </m:oMath>
                </a14:m>
                <a:r>
                  <a:rPr lang="en-US" altLang="zh-TW" sz="2400"/>
                  <a:t> = 0.18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en-US" altLang="zh-TW" sz="2400"/>
                  <a:t> 0.25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0.21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0.16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0.08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0.06 </a:t>
                </a:r>
                <a:endParaRPr lang="en-US" altLang="zh-TW" sz="240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0.03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 lang="en-US" altLang="zh-TW" sz="2400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sz="2400"/>
                  <a:t> </a:t>
                </a:r>
                <a:r>
                  <a:rPr lang="en-US" altLang="zh-TW" sz="2400"/>
                  <a:t>0.02</a:t>
                </a:r>
                <a:endParaRPr lang="zh-TW" altLang="en-US" sz="2400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6041E48-F106-6F2C-5FAE-179F6A1D6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6325" y="2495550"/>
                <a:ext cx="4133850" cy="4071307"/>
              </a:xfrm>
              <a:prstGeom prst="rect">
                <a:avLst/>
              </a:prstGeom>
              <a:blipFill>
                <a:blip r:embed="rId2"/>
                <a:stretch>
                  <a:fillRect b="-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323F0F0-6674-6807-9C38-67BFA11BBEC1}"/>
                  </a:ext>
                </a:extLst>
              </p:cNvPr>
              <p:cNvSpPr txBox="1"/>
              <p:nvPr/>
            </p:nvSpPr>
            <p:spPr>
              <a:xfrm>
                <a:off x="5705475" y="2568059"/>
                <a:ext cx="5372100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n"/>
                </a:pPr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灰階值為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的像素有</a:t>
                </a:r>
                <a:r>
                  <a:rPr lang="en-US" altLang="zh-TW" sz="280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750</a:t>
                </a:r>
                <a:r>
                  <a:rPr lang="zh-TW" altLang="en-US" sz="280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個</a:t>
                </a:r>
                <a:endParaRPr lang="en-US" altLang="zh-TW" sz="2800">
                  <a:solidFill>
                    <a:srgbClr val="0000FF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Wingdings" panose="05000000000000000000" pitchFamily="2" charset="2"/>
                  <a:buChar char="n"/>
                </a:pPr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占總像素</a:t>
                </a:r>
                <a:r>
                  <a:rPr lang="en-US" altLang="zh-TW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(4096)</a:t>
                </a:r>
                <a:r>
                  <a:rPr lang="zh-TW" altLang="en-US" sz="2800"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裡面的</a:t>
                </a:r>
                <a:r>
                  <a:rPr lang="en-US" altLang="zh-TW" sz="280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18%</a:t>
                </a:r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9323F0F0-6674-6807-9C38-67BFA11BB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5475" y="2568059"/>
                <a:ext cx="5372100" cy="954107"/>
              </a:xfrm>
              <a:prstGeom prst="rect">
                <a:avLst/>
              </a:prstGeom>
              <a:blipFill>
                <a:blip r:embed="rId3"/>
                <a:stretch>
                  <a:fillRect l="-2043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7422B3C-1DEE-C651-7B57-B519913B2EA7}"/>
                  </a:ext>
                </a:extLst>
              </p:cNvPr>
              <p:cNvSpPr txBox="1"/>
              <p:nvPr/>
            </p:nvSpPr>
            <p:spPr>
              <a:xfrm>
                <a:off x="723899" y="1196459"/>
                <a:ext cx="4010025" cy="1041119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3600" i="1" smtClean="0">
                          <a:latin typeface="Cambria Math" panose="02040503050406030204" pitchFamily="18" charset="0"/>
                        </a:rPr>
                        <m:t>𝑃𝑀𝐹</m:t>
                      </m:r>
                      <m:d>
                        <m:dPr>
                          <m:ctrlPr>
                            <a:rPr lang="zh-TW" altLang="en-US" sz="3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3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36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3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3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altLang="zh-TW" sz="3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TW" sz="3600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</m:oMath>
                  </m:oMathPara>
                </a14:m>
                <a:endParaRPr lang="zh-TW" altLang="en-US" sz="36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7422B3C-1DEE-C651-7B57-B519913B2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899" y="1196459"/>
                <a:ext cx="4010025" cy="104111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AA677CC-66E8-DE77-3C5B-E36E95030698}"/>
                  </a:ext>
                </a:extLst>
              </p:cNvPr>
              <p:cNvSpPr txBox="1"/>
              <p:nvPr/>
            </p:nvSpPr>
            <p:spPr>
              <a:xfrm>
                <a:off x="5562601" y="1304925"/>
                <a:ext cx="520065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750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</a:t>
                </a:r>
                <a:r>
                  <a:rPr lang="en-US" altLang="zh-TW" sz="2400"/>
                  <a:t>1023  ,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890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656,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329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245  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122  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US" altLang="zh-TW" sz="2400">
                    <a:solidFill>
                      <a:schemeClr val="tx1"/>
                    </a:solidFill>
                  </a:rPr>
                  <a:t>= 81</a:t>
                </a:r>
                <a:endParaRPr lang="zh-TW" altLang="en-US" sz="24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AA677CC-66E8-DE77-3C5B-E36E95030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1" y="1304925"/>
                <a:ext cx="5200650" cy="830997"/>
              </a:xfrm>
              <a:prstGeom prst="rect">
                <a:avLst/>
              </a:prstGeom>
              <a:blipFill>
                <a:blip r:embed="rId5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6091395-580B-9E23-5152-2358BDD916DF}"/>
              </a:ext>
            </a:extLst>
          </p:cNvPr>
          <p:cNvCxnSpPr>
            <a:cxnSpLocks/>
          </p:cNvCxnSpPr>
          <p:nvPr/>
        </p:nvCxnSpPr>
        <p:spPr>
          <a:xfrm>
            <a:off x="5943628" y="5988255"/>
            <a:ext cx="356232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單箭頭接點 10">
            <a:extLst>
              <a:ext uri="{FF2B5EF4-FFF2-40B4-BE49-F238E27FC236}">
                <a16:creationId xmlns:a16="http://schemas.microsoft.com/office/drawing/2014/main" id="{49E09053-FAE8-4930-05DD-CBACEE49AA8D}"/>
              </a:ext>
            </a:extLst>
          </p:cNvPr>
          <p:cNvCxnSpPr>
            <a:cxnSpLocks/>
          </p:cNvCxnSpPr>
          <p:nvPr/>
        </p:nvCxnSpPr>
        <p:spPr>
          <a:xfrm flipV="1">
            <a:off x="6327836" y="4171950"/>
            <a:ext cx="0" cy="220255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ADEA5F5D-5332-74B6-0AFC-709EBDF280A6}"/>
              </a:ext>
            </a:extLst>
          </p:cNvPr>
          <p:cNvCxnSpPr>
            <a:cxnSpLocks/>
          </p:cNvCxnSpPr>
          <p:nvPr/>
        </p:nvCxnSpPr>
        <p:spPr>
          <a:xfrm>
            <a:off x="6636018" y="5057775"/>
            <a:ext cx="0" cy="94000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E805A160-79D4-95C4-4C08-EAADA7E0309E}"/>
              </a:ext>
            </a:extLst>
          </p:cNvPr>
          <p:cNvCxnSpPr>
            <a:cxnSpLocks/>
          </p:cNvCxnSpPr>
          <p:nvPr/>
        </p:nvCxnSpPr>
        <p:spPr>
          <a:xfrm>
            <a:off x="8355394" y="5686425"/>
            <a:ext cx="0" cy="31135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27324111-F56C-0141-0204-FAA5C0A5BCD7}"/>
              </a:ext>
            </a:extLst>
          </p:cNvPr>
          <p:cNvCxnSpPr>
            <a:cxnSpLocks/>
          </p:cNvCxnSpPr>
          <p:nvPr/>
        </p:nvCxnSpPr>
        <p:spPr>
          <a:xfrm>
            <a:off x="6979393" y="4733925"/>
            <a:ext cx="0" cy="126385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156792A3-CE6A-5155-B7EA-E43848D010F3}"/>
              </a:ext>
            </a:extLst>
          </p:cNvPr>
          <p:cNvCxnSpPr>
            <a:cxnSpLocks/>
          </p:cNvCxnSpPr>
          <p:nvPr/>
        </p:nvCxnSpPr>
        <p:spPr>
          <a:xfrm>
            <a:off x="7322768" y="4905375"/>
            <a:ext cx="0" cy="109240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2CC1A353-5205-38B4-4332-96DBA897AF12}"/>
              </a:ext>
            </a:extLst>
          </p:cNvPr>
          <p:cNvCxnSpPr>
            <a:cxnSpLocks/>
          </p:cNvCxnSpPr>
          <p:nvPr/>
        </p:nvCxnSpPr>
        <p:spPr>
          <a:xfrm>
            <a:off x="7666143" y="5229225"/>
            <a:ext cx="0" cy="76855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5C8E0C08-B23C-57AF-BBE0-6C91CE4DB83E}"/>
              </a:ext>
            </a:extLst>
          </p:cNvPr>
          <p:cNvCxnSpPr>
            <a:cxnSpLocks/>
          </p:cNvCxnSpPr>
          <p:nvPr/>
        </p:nvCxnSpPr>
        <p:spPr>
          <a:xfrm>
            <a:off x="8009518" y="5543550"/>
            <a:ext cx="0" cy="454229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316FC27-A7F8-872D-0A57-7928565C21C8}"/>
                  </a:ext>
                </a:extLst>
              </p:cNvPr>
              <p:cNvSpPr txBox="1"/>
              <p:nvPr/>
            </p:nvSpPr>
            <p:spPr>
              <a:xfrm>
                <a:off x="9494718" y="5776751"/>
                <a:ext cx="11923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00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灰階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0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 sz="20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0316FC27-A7F8-872D-0A57-7928565C2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4718" y="5776751"/>
                <a:ext cx="1192332" cy="400110"/>
              </a:xfrm>
              <a:prstGeom prst="rect">
                <a:avLst/>
              </a:prstGeom>
              <a:blipFill>
                <a:blip r:embed="rId6"/>
                <a:stretch>
                  <a:fillRect l="-5641" t="-9231" b="-2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1DDA6C01-DBA9-DE15-96A2-041D44D9B06C}"/>
              </a:ext>
            </a:extLst>
          </p:cNvPr>
          <p:cNvCxnSpPr>
            <a:cxnSpLocks/>
          </p:cNvCxnSpPr>
          <p:nvPr/>
        </p:nvCxnSpPr>
        <p:spPr>
          <a:xfrm>
            <a:off x="8701270" y="5800725"/>
            <a:ext cx="0" cy="19705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BEE12F83-2302-0BE0-3045-4F36E66E8632}"/>
              </a:ext>
            </a:extLst>
          </p:cNvPr>
          <p:cNvCxnSpPr>
            <a:cxnSpLocks/>
          </p:cNvCxnSpPr>
          <p:nvPr/>
        </p:nvCxnSpPr>
        <p:spPr>
          <a:xfrm>
            <a:off x="9047144" y="5895975"/>
            <a:ext cx="0" cy="101805"/>
          </a:xfrm>
          <a:prstGeom prst="line">
            <a:avLst/>
          </a:prstGeom>
          <a:ln w="5715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D5EE6F52-4B69-39E4-B99B-5F76CDD84CBF}"/>
              </a:ext>
            </a:extLst>
          </p:cNvPr>
          <p:cNvSpPr txBox="1"/>
          <p:nvPr/>
        </p:nvSpPr>
        <p:spPr>
          <a:xfrm>
            <a:off x="6267450" y="4705350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18%</a:t>
            </a:r>
            <a:endParaRPr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DF51FD58-00B4-4E47-D83D-B74F3728BC58}"/>
              </a:ext>
            </a:extLst>
          </p:cNvPr>
          <p:cNvSpPr txBox="1"/>
          <p:nvPr/>
        </p:nvSpPr>
        <p:spPr>
          <a:xfrm>
            <a:off x="6724650" y="4371975"/>
            <a:ext cx="622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25%</a:t>
            </a:r>
            <a:endParaRPr lang="zh-TW" altLang="en-US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48A42B63-A1E9-C1E8-C8A6-32C02D894D04}"/>
              </a:ext>
            </a:extLst>
          </p:cNvPr>
          <p:cNvSpPr txBox="1"/>
          <p:nvPr/>
        </p:nvSpPr>
        <p:spPr>
          <a:xfrm>
            <a:off x="8877300" y="5581650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2%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AB1D652-FB3A-8D01-1680-89A213F835A0}"/>
                  </a:ext>
                </a:extLst>
              </p:cNvPr>
              <p:cNvSpPr txBox="1"/>
              <p:nvPr/>
            </p:nvSpPr>
            <p:spPr>
              <a:xfrm>
                <a:off x="6391275" y="601134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38" name="文字方塊 37">
                <a:extLst>
                  <a:ext uri="{FF2B5EF4-FFF2-40B4-BE49-F238E27FC236}">
                    <a16:creationId xmlns:a16="http://schemas.microsoft.com/office/drawing/2014/main" id="{8AB1D652-FB3A-8D01-1680-89A213F835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1275" y="6011346"/>
                <a:ext cx="57150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8F3D77DA-6F82-C391-8935-41427CBBAABB}"/>
                  </a:ext>
                </a:extLst>
              </p:cNvPr>
              <p:cNvSpPr txBox="1"/>
              <p:nvPr/>
            </p:nvSpPr>
            <p:spPr>
              <a:xfrm>
                <a:off x="8801100" y="6011346"/>
                <a:ext cx="5715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8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1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8F3D77DA-6F82-C391-8935-41427CBBAA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1100" y="6011346"/>
                <a:ext cx="57150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453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28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直方圖等化例題</a:t>
            </a:r>
            <a:r>
              <a:rPr lang="en-US" altLang="zh-TW"/>
              <a:t>(1)</a:t>
            </a:r>
            <a:r>
              <a:rPr lang="zh-TW" altLang="en-US"/>
              <a:t> 步驟二 </a:t>
            </a:r>
            <a:r>
              <a:rPr lang="zh-TW" altLang="en-US">
                <a:solidFill>
                  <a:srgbClr val="FF0000"/>
                </a:solidFill>
              </a:rPr>
              <a:t>計算</a:t>
            </a:r>
            <a:r>
              <a:rPr lang="en-US" altLang="zh-TW">
                <a:solidFill>
                  <a:srgbClr val="FF0000"/>
                </a:solidFill>
              </a:rPr>
              <a:t>CDF</a:t>
            </a:r>
            <a:r>
              <a:rPr lang="zh-TW" altLang="en-US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6041E48-F106-6F2C-5FAE-179F6A1D6E2A}"/>
                  </a:ext>
                </a:extLst>
              </p:cNvPr>
              <p:cNvSpPr txBox="1"/>
              <p:nvPr/>
            </p:nvSpPr>
            <p:spPr>
              <a:xfrm>
                <a:off x="457200" y="2933700"/>
                <a:ext cx="7153275" cy="3206262"/>
              </a:xfrm>
              <a:prstGeom prst="rect">
                <a:avLst/>
              </a:prstGeom>
              <a:noFill/>
            </p:spPr>
            <p:txBody>
              <a:bodyPr wrap="square" rtlCol="0" anchor="ctr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i="1"/>
                  <a:t> 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TW" sz="2400" i="1"/>
                  <a:t>=</a:t>
                </a:r>
                <a:r>
                  <a:rPr lang="en-US" altLang="zh-TW" sz="2400"/>
                  <a:t>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</a:rPr>
                      <m:t>𝑃𝑀𝐹</m:t>
                    </m:r>
                    <m:d>
                      <m:d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zh-TW" altLang="en-US" sz="2400" i="1"/>
                  <a:t> </a:t>
                </a:r>
                <a:r>
                  <a:rPr lang="en-US" altLang="zh-TW" sz="2400" i="1"/>
                  <a:t>= 0.18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i="1"/>
                  <a:t> </a:t>
                </a:r>
                <a:r>
                  <a:rPr lang="en-US" altLang="zh-TW" sz="2400" i="1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TW" alt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r>
                          <a:rPr lang="en-US" altLang="zh-TW" sz="20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a:rPr lang="en-US" altLang="zh-TW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400" i="1"/>
                  <a:t>=</a:t>
                </a:r>
                <a:r>
                  <a:rPr lang="en-US" altLang="zh-TW" sz="2400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𝑃𝑀𝐹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i="1"/>
                  <a:t> +</a:t>
                </a:r>
                <a:r>
                  <a:rPr lang="en-US" altLang="zh-TW"/>
                  <a:t>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𝑃𝑀𝐹</m:t>
                    </m:r>
                    <m:d>
                      <m:dPr>
                        <m:ctrlPr>
                          <a:rPr lang="zh-TW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zh-TW" i="1"/>
                  <a:t> </a:t>
                </a:r>
                <a:r>
                  <a:rPr lang="en-US" altLang="zh-TW" sz="2400" i="1"/>
                  <a:t>= 0.43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i="1"/>
                  <a:t> </a:t>
                </a:r>
                <a:r>
                  <a:rPr lang="en-US" altLang="zh-TW" sz="2400" i="1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US" altLang="zh-TW" sz="2400" i="1"/>
                  <a:t> = 0.64</a:t>
                </a:r>
                <a:endParaRPr lang="en-US" altLang="zh-TW" sz="240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i="1"/>
                  <a:t> </a:t>
                </a:r>
                <a:r>
                  <a:rPr lang="en-US" altLang="zh-TW" sz="2400" i="1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nor/>
                      </m:rPr>
                      <a:rPr lang="en-US" altLang="zh-TW" sz="2400" i="1" dirty="0"/>
                      <m:t>= 0.</m:t>
                    </m:r>
                    <m:r>
                      <m:rPr>
                        <m:nor/>
                      </m:rPr>
                      <a:rPr lang="en-US" altLang="zh-TW" sz="2400" b="0" i="1" dirty="0" smtClean="0"/>
                      <m:t>80</m:t>
                    </m:r>
                  </m:oMath>
                </a14:m>
                <a:endParaRPr lang="en-US" altLang="zh-TW" sz="2400" i="1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i="1"/>
                  <a:t> </a:t>
                </a:r>
                <a:r>
                  <a:rPr lang="en-US" altLang="zh-TW" sz="2400" i="1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nor/>
                      </m:rPr>
                      <a:rPr lang="en-US" altLang="zh-TW" sz="2400" i="1" dirty="0"/>
                      <m:t>= 0.</m:t>
                    </m:r>
                    <m:r>
                      <m:rPr>
                        <m:nor/>
                      </m:rPr>
                      <a:rPr lang="en-US" altLang="zh-TW" sz="2400" b="0" i="1" dirty="0" smtClean="0"/>
                      <m:t>88</m:t>
                    </m:r>
                  </m:oMath>
                </a14:m>
                <a:endParaRPr lang="en-US" altLang="zh-TW" sz="2400" i="1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i="1"/>
                  <a:t> </a:t>
                </a:r>
                <a:r>
                  <a:rPr lang="en-US" altLang="zh-TW" sz="2400" i="1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nor/>
                      </m:rPr>
                      <a:rPr lang="en-US" altLang="zh-TW" sz="2400" i="1" dirty="0"/>
                      <m:t>= 0.</m:t>
                    </m:r>
                    <m:r>
                      <m:rPr>
                        <m:nor/>
                      </m:rPr>
                      <a:rPr lang="en-US" altLang="zh-TW" sz="2400" b="0" i="1" dirty="0" smtClean="0"/>
                      <m:t>94</m:t>
                    </m:r>
                  </m:oMath>
                </a14:m>
                <a:endParaRPr lang="en-US" altLang="zh-TW" sz="2400" i="1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i="1"/>
                  <a:t> </a:t>
                </a:r>
                <a:r>
                  <a:rPr lang="en-US" altLang="zh-TW" sz="2400" i="1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nor/>
                      </m:rPr>
                      <a:rPr lang="en-US" altLang="zh-TW" sz="2400" i="1" dirty="0"/>
                      <m:t>= 0.</m:t>
                    </m:r>
                    <m:r>
                      <m:rPr>
                        <m:nor/>
                      </m:rPr>
                      <a:rPr lang="en-US" altLang="zh-TW" sz="2400" b="0" i="1" dirty="0" smtClean="0"/>
                      <m:t>97</m:t>
                    </m:r>
                  </m:oMath>
                </a14:m>
                <a:endParaRPr lang="en-US" altLang="zh-TW" sz="2400" i="1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𝐶𝐷𝐹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TW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i="1"/>
                  <a:t> </a:t>
                </a:r>
                <a:r>
                  <a:rPr lang="en-US" altLang="zh-TW" sz="2400" i="1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/>
                            <m:aln/>
                          </m:rPr>
                          <a:rPr lang="en-US" altLang="zh-TW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d>
                          <m:dPr>
                            <m:ctrlPr>
                              <a:rPr lang="zh-TW" alt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TW" alt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  <m:r>
                      <m:rPr>
                        <m:nor/>
                      </m:rPr>
                      <a:rPr lang="en-US" altLang="zh-TW" sz="2400" i="1" dirty="0"/>
                      <m:t>= 0.</m:t>
                    </m:r>
                    <m:r>
                      <m:rPr>
                        <m:nor/>
                      </m:rPr>
                      <a:rPr lang="en-US" altLang="zh-TW" sz="2400" b="0" i="1" dirty="0" smtClean="0"/>
                      <m:t>99</m:t>
                    </m:r>
                  </m:oMath>
                </a14:m>
                <a:endParaRPr lang="zh-TW" altLang="en-US" sz="2400" i="1"/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06041E48-F106-6F2C-5FAE-179F6A1D6E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933700"/>
                <a:ext cx="7153275" cy="3206262"/>
              </a:xfrm>
              <a:prstGeom prst="rect">
                <a:avLst/>
              </a:prstGeom>
              <a:blipFill>
                <a:blip r:embed="rId2"/>
                <a:stretch>
                  <a:fillRect l="-171" t="-1141" b="-38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7422B3C-1DEE-C651-7B57-B519913B2EA7}"/>
                  </a:ext>
                </a:extLst>
              </p:cNvPr>
              <p:cNvSpPr txBox="1"/>
              <p:nvPr/>
            </p:nvSpPr>
            <p:spPr>
              <a:xfrm>
                <a:off x="1600199" y="1377434"/>
                <a:ext cx="3400426" cy="1128642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smtClean="0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/>
                              <m:aln/>
                            </m:rPr>
                            <a:rPr lang="en-US" altLang="zh-TW" sz="240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TW" altLang="en-US" sz="240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p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𝑃𝑀𝐹</m:t>
                          </m:r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67422B3C-1DEE-C651-7B57-B519913B2E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0199" y="1377434"/>
                <a:ext cx="3400426" cy="112864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AA677CC-66E8-DE77-3C5B-E36E95030698}"/>
                  </a:ext>
                </a:extLst>
              </p:cNvPr>
              <p:cNvSpPr txBox="1"/>
              <p:nvPr/>
            </p:nvSpPr>
            <p:spPr>
              <a:xfrm>
                <a:off x="6558107" y="1162050"/>
                <a:ext cx="51339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TW" sz="2400" dirty="0"/>
                  <a:t> = 0.18,</a:t>
                </a:r>
                <a:r>
                  <a:rPr lang="zh-TW" altLang="en-US" sz="2400" dirty="0"/>
                  <a:t>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TW" altLang="en-US" sz="2400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0.25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0.21,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0.16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0.08,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0.06 </a:t>
                </a:r>
                <a:endParaRPr lang="en-US" altLang="zh-TW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0.03,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TW" altLang="en-US" sz="2400" i="1">
                            <a:latin typeface="Cambria Math" panose="02040503050406030204" pitchFamily="18" charset="0"/>
                          </a:rPr>
                          <m:t>    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𝑃𝑀𝐹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US" altLang="zh-TW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TW" altLang="en-US" sz="2400" dirty="0"/>
                  <a:t> </a:t>
                </a:r>
                <a:r>
                  <a:rPr lang="en-US" altLang="zh-TW" sz="2400" dirty="0"/>
                  <a:t>= 0.02</a:t>
                </a:r>
                <a:endParaRPr lang="zh-TW" altLang="en-US" sz="24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AA677CC-66E8-DE77-3C5B-E36E95030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107" y="1162050"/>
                <a:ext cx="5133976" cy="1569660"/>
              </a:xfrm>
              <a:prstGeom prst="rect">
                <a:avLst/>
              </a:prstGeom>
              <a:blipFill>
                <a:blip r:embed="rId4"/>
                <a:stretch>
                  <a:fillRect l="-356" t="-3113" b="-81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8" name="Picture 4" descr="輸出圖像">
            <a:extLst>
              <a:ext uri="{FF2B5EF4-FFF2-40B4-BE49-F238E27FC236}">
                <a16:creationId xmlns:a16="http://schemas.microsoft.com/office/drawing/2014/main" id="{D2E1EB89-42E9-94D4-0A94-9D6864A4A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4248" y="2971799"/>
            <a:ext cx="5329629" cy="3457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96088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29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直方圖等化例題</a:t>
            </a:r>
            <a:r>
              <a:rPr lang="en-US" altLang="zh-TW"/>
              <a:t>(1)</a:t>
            </a:r>
            <a:r>
              <a:rPr lang="zh-TW" altLang="en-US"/>
              <a:t> 步驟三 </a:t>
            </a:r>
            <a:r>
              <a:rPr lang="zh-TW" altLang="en-US">
                <a:solidFill>
                  <a:srgbClr val="FF0000"/>
                </a:solidFill>
              </a:rPr>
              <a:t>計算</a:t>
            </a:r>
            <a:r>
              <a:rPr lang="en-US" altLang="zh-TW">
                <a:solidFill>
                  <a:srgbClr val="FF0000"/>
                </a:solidFill>
              </a:rPr>
              <a:t>s=T(r)</a:t>
            </a:r>
            <a:r>
              <a:rPr lang="zh-TW" altLang="en-US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6D4879C2-A4DF-ED09-32CA-EE3730C048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006394"/>
                  </p:ext>
                </p:extLst>
              </p:nvPr>
            </p:nvGraphicFramePr>
            <p:xfrm>
              <a:off x="1812924" y="3069743"/>
              <a:ext cx="8988424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26136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590021036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805886119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1817004495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3563313043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18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18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18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18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18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18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1800" b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18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180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altLang="zh-TW" sz="18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原始強度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轉換</a:t>
                          </a:r>
                          <a:r>
                            <a:rPr lang="zh-TW" altLang="en-US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後</a:t>
                          </a:r>
                          <a:r>
                            <a:rPr lang="zh-TW" altLang="en-US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強度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表格 6">
                <a:extLst>
                  <a:ext uri="{FF2B5EF4-FFF2-40B4-BE49-F238E27FC236}">
                    <a16:creationId xmlns:a16="http://schemas.microsoft.com/office/drawing/2014/main" id="{6D4879C2-A4DF-ED09-32CA-EE3730C048E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8006394"/>
                  </p:ext>
                </p:extLst>
              </p:nvPr>
            </p:nvGraphicFramePr>
            <p:xfrm>
              <a:off x="1812924" y="3069743"/>
              <a:ext cx="8988424" cy="1375833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1526136">
                      <a:extLst>
                        <a:ext uri="{9D8B030D-6E8A-4147-A177-3AD203B41FA5}">
                          <a16:colId xmlns:a16="http://schemas.microsoft.com/office/drawing/2014/main" val="4080383201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3186548305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2900658068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1337798222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1618992170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590021036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805886119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1817004495"/>
                        </a:ext>
                      </a:extLst>
                    </a:gridCol>
                    <a:gridCol w="932786">
                      <a:extLst>
                        <a:ext uri="{9D8B030D-6E8A-4147-A177-3AD203B41FA5}">
                          <a16:colId xmlns:a16="http://schemas.microsoft.com/office/drawing/2014/main" val="3563313043"/>
                        </a:ext>
                      </a:extLst>
                    </a:gridCol>
                  </a:tblGrid>
                  <a:tr h="458611">
                    <a:tc>
                      <a:txBody>
                        <a:bodyPr/>
                        <a:lstStyle/>
                        <a:p>
                          <a:pPr algn="ctr"/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987" t="-1316" r="-696753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64706" t="-1316" r="-60130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64706" t="-1316" r="-50130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64706" t="-1316" r="-40130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64706" t="-1316" r="-30130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64706" t="-1316" r="-20130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64706" t="-1316" r="-101307" b="-2092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64706" t="-1316" r="-1307" b="-2092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1760331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原始強度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0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2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5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1379788"/>
                      </a:ext>
                    </a:extLst>
                  </a:tr>
                  <a:tr h="458611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TW" altLang="en-US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轉換</a:t>
                          </a:r>
                          <a:r>
                            <a:rPr lang="zh-TW" altLang="en-US">
                              <a:solidFill>
                                <a:srgbClr val="0000FF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後</a:t>
                          </a:r>
                          <a:r>
                            <a:rPr lang="zh-TW" altLang="en-US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強度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1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4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6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TW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  <a:t>7</a:t>
                          </a:r>
                          <a:endParaRPr lang="zh-TW" altLang="en-US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3262209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4" name="群組 23">
            <a:extLst>
              <a:ext uri="{FF2B5EF4-FFF2-40B4-BE49-F238E27FC236}">
                <a16:creationId xmlns:a16="http://schemas.microsoft.com/office/drawing/2014/main" id="{046250BA-ACA4-BB00-1DC7-90E2F1368DF7}"/>
              </a:ext>
            </a:extLst>
          </p:cNvPr>
          <p:cNvGrpSpPr/>
          <p:nvPr/>
        </p:nvGrpSpPr>
        <p:grpSpPr>
          <a:xfrm>
            <a:off x="1771678" y="4594751"/>
            <a:ext cx="4019522" cy="1897237"/>
            <a:chOff x="5943628" y="4171950"/>
            <a:chExt cx="4743422" cy="2238922"/>
          </a:xfrm>
        </p:grpSpPr>
        <p:cxnSp>
          <p:nvCxnSpPr>
            <p:cNvPr id="8" name="直線單箭頭接點 7">
              <a:extLst>
                <a:ext uri="{FF2B5EF4-FFF2-40B4-BE49-F238E27FC236}">
                  <a16:creationId xmlns:a16="http://schemas.microsoft.com/office/drawing/2014/main" id="{7EB7B1AF-DED9-0951-FBE6-664FD487A5C5}"/>
                </a:ext>
              </a:extLst>
            </p:cNvPr>
            <p:cNvCxnSpPr>
              <a:cxnSpLocks/>
            </p:cNvCxnSpPr>
            <p:nvPr/>
          </p:nvCxnSpPr>
          <p:spPr>
            <a:xfrm>
              <a:off x="5943628" y="5988255"/>
              <a:ext cx="356232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單箭頭接點 8">
              <a:extLst>
                <a:ext uri="{FF2B5EF4-FFF2-40B4-BE49-F238E27FC236}">
                  <a16:creationId xmlns:a16="http://schemas.microsoft.com/office/drawing/2014/main" id="{4250784D-15CE-74F7-4B11-CB70E3D79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7836" y="4171950"/>
              <a:ext cx="0" cy="2202558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43ECF58E-B650-F69F-3E27-CA2EAB7C15DC}"/>
                </a:ext>
              </a:extLst>
            </p:cNvPr>
            <p:cNvCxnSpPr>
              <a:cxnSpLocks/>
            </p:cNvCxnSpPr>
            <p:nvPr/>
          </p:nvCxnSpPr>
          <p:spPr>
            <a:xfrm>
              <a:off x="6636018" y="5057775"/>
              <a:ext cx="0" cy="940005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線接點 10">
              <a:extLst>
                <a:ext uri="{FF2B5EF4-FFF2-40B4-BE49-F238E27FC236}">
                  <a16:creationId xmlns:a16="http://schemas.microsoft.com/office/drawing/2014/main" id="{74D4442F-4E19-DE87-F48E-10CD98DD401D}"/>
                </a:ext>
              </a:extLst>
            </p:cNvPr>
            <p:cNvCxnSpPr>
              <a:cxnSpLocks/>
            </p:cNvCxnSpPr>
            <p:nvPr/>
          </p:nvCxnSpPr>
          <p:spPr>
            <a:xfrm>
              <a:off x="8355394" y="5686425"/>
              <a:ext cx="0" cy="311355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線接點 11">
              <a:extLst>
                <a:ext uri="{FF2B5EF4-FFF2-40B4-BE49-F238E27FC236}">
                  <a16:creationId xmlns:a16="http://schemas.microsoft.com/office/drawing/2014/main" id="{8A4B2215-5DAF-0E36-4E2F-468FEB028B65}"/>
                </a:ext>
              </a:extLst>
            </p:cNvPr>
            <p:cNvCxnSpPr>
              <a:cxnSpLocks/>
            </p:cNvCxnSpPr>
            <p:nvPr/>
          </p:nvCxnSpPr>
          <p:spPr>
            <a:xfrm>
              <a:off x="6979393" y="4733925"/>
              <a:ext cx="0" cy="1263855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D22AAE04-F52F-91BD-59BA-F37CBFF3F067}"/>
                </a:ext>
              </a:extLst>
            </p:cNvPr>
            <p:cNvCxnSpPr>
              <a:cxnSpLocks/>
            </p:cNvCxnSpPr>
            <p:nvPr/>
          </p:nvCxnSpPr>
          <p:spPr>
            <a:xfrm>
              <a:off x="7322768" y="4905375"/>
              <a:ext cx="0" cy="1092405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線接點 13">
              <a:extLst>
                <a:ext uri="{FF2B5EF4-FFF2-40B4-BE49-F238E27FC236}">
                  <a16:creationId xmlns:a16="http://schemas.microsoft.com/office/drawing/2014/main" id="{4830624F-CBDE-18A3-4A2F-6369AF848CC9}"/>
                </a:ext>
              </a:extLst>
            </p:cNvPr>
            <p:cNvCxnSpPr>
              <a:cxnSpLocks/>
            </p:cNvCxnSpPr>
            <p:nvPr/>
          </p:nvCxnSpPr>
          <p:spPr>
            <a:xfrm>
              <a:off x="7666143" y="5229225"/>
              <a:ext cx="0" cy="768555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接點 14">
              <a:extLst>
                <a:ext uri="{FF2B5EF4-FFF2-40B4-BE49-F238E27FC236}">
                  <a16:creationId xmlns:a16="http://schemas.microsoft.com/office/drawing/2014/main" id="{7853C333-F08F-10CF-C9F1-9199B921DEE6}"/>
                </a:ext>
              </a:extLst>
            </p:cNvPr>
            <p:cNvCxnSpPr>
              <a:cxnSpLocks/>
            </p:cNvCxnSpPr>
            <p:nvPr/>
          </p:nvCxnSpPr>
          <p:spPr>
            <a:xfrm>
              <a:off x="8009518" y="5543550"/>
              <a:ext cx="0" cy="454229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AD0550C1-AD55-0C1E-46D7-1733FCDCA43C}"/>
                    </a:ext>
                  </a:extLst>
                </p:cNvPr>
                <p:cNvSpPr txBox="1"/>
                <p:nvPr/>
              </p:nvSpPr>
              <p:spPr>
                <a:xfrm>
                  <a:off x="9494718" y="5776751"/>
                  <a:ext cx="1192332" cy="4358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>
                      <a:solidFill>
                        <a:schemeClr val="tx1"/>
                      </a:solidFill>
                      <a:latin typeface="標楷體" panose="03000509000000000000" pitchFamily="65" charset="-120"/>
                      <a:ea typeface="標楷體" panose="03000509000000000000" pitchFamily="65" charset="-120"/>
                    </a:rPr>
                    <a:t>灰階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TW" altLang="en-US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a14:m>
                  <a:endParaRPr lang="zh-TW" altLang="en-US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endParaRPr>
                </a:p>
              </p:txBody>
            </p:sp>
          </mc:Choice>
          <mc:Fallback xmlns="">
            <p:sp>
              <p:nvSpPr>
                <p:cNvPr id="16" name="文字方塊 15">
                  <a:extLst>
                    <a:ext uri="{FF2B5EF4-FFF2-40B4-BE49-F238E27FC236}">
                      <a16:creationId xmlns:a16="http://schemas.microsoft.com/office/drawing/2014/main" id="{AD0550C1-AD55-0C1E-46D7-1733FCDCA4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4718" y="5776751"/>
                  <a:ext cx="1192332" cy="435847"/>
                </a:xfrm>
                <a:prstGeom prst="rect">
                  <a:avLst/>
                </a:prstGeom>
                <a:blipFill>
                  <a:blip r:embed="rId3"/>
                  <a:stretch>
                    <a:fillRect l="-4819" t="-10000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23E62912-12DD-CB8D-9142-28785BA55654}"/>
                </a:ext>
              </a:extLst>
            </p:cNvPr>
            <p:cNvCxnSpPr>
              <a:cxnSpLocks/>
            </p:cNvCxnSpPr>
            <p:nvPr/>
          </p:nvCxnSpPr>
          <p:spPr>
            <a:xfrm>
              <a:off x="8701270" y="5800725"/>
              <a:ext cx="0" cy="197055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接點 17">
              <a:extLst>
                <a:ext uri="{FF2B5EF4-FFF2-40B4-BE49-F238E27FC236}">
                  <a16:creationId xmlns:a16="http://schemas.microsoft.com/office/drawing/2014/main" id="{36BF7F40-C387-FA08-D560-3C0CEB15A679}"/>
                </a:ext>
              </a:extLst>
            </p:cNvPr>
            <p:cNvCxnSpPr>
              <a:cxnSpLocks/>
            </p:cNvCxnSpPr>
            <p:nvPr/>
          </p:nvCxnSpPr>
          <p:spPr>
            <a:xfrm>
              <a:off x="9047144" y="5895975"/>
              <a:ext cx="0" cy="101805"/>
            </a:xfrm>
            <a:prstGeom prst="line">
              <a:avLst/>
            </a:prstGeom>
            <a:ln w="57150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775C7594-D5E2-A3F4-B8CE-E3F40507CCB3}"/>
                </a:ext>
              </a:extLst>
            </p:cNvPr>
            <p:cNvSpPr txBox="1"/>
            <p:nvPr/>
          </p:nvSpPr>
          <p:spPr>
            <a:xfrm>
              <a:off x="6267450" y="4705350"/>
              <a:ext cx="675715" cy="399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/>
                <a:t>18%</a:t>
              </a:r>
              <a:endParaRPr lang="zh-TW" altLang="en-US" sz="1600"/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2AA77C7B-0D21-3F8C-01E7-B6C846FE8BEF}"/>
                </a:ext>
              </a:extLst>
            </p:cNvPr>
            <p:cNvSpPr txBox="1"/>
            <p:nvPr/>
          </p:nvSpPr>
          <p:spPr>
            <a:xfrm>
              <a:off x="6724650" y="4371975"/>
              <a:ext cx="675715" cy="399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/>
                <a:t>25%</a:t>
              </a:r>
              <a:endParaRPr lang="zh-TW" altLang="en-US" sz="1600"/>
            </a:p>
          </p:txBody>
        </p:sp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757E5977-68A6-15F9-95F3-41A45982D49B}"/>
                </a:ext>
              </a:extLst>
            </p:cNvPr>
            <p:cNvSpPr txBox="1"/>
            <p:nvPr/>
          </p:nvSpPr>
          <p:spPr>
            <a:xfrm>
              <a:off x="8877300" y="5581650"/>
              <a:ext cx="547078" cy="39952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600"/>
                <a:t>2%</a:t>
              </a:r>
              <a:endParaRPr lang="zh-TW" altLang="en-US" sz="16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7FB1442-EA6B-52CE-1CEA-18038F512857}"/>
                    </a:ext>
                  </a:extLst>
                </p:cNvPr>
                <p:cNvSpPr txBox="1"/>
                <p:nvPr/>
              </p:nvSpPr>
              <p:spPr>
                <a:xfrm>
                  <a:off x="6391275" y="6011346"/>
                  <a:ext cx="571500" cy="39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sz="1600"/>
                </a:p>
              </p:txBody>
            </p:sp>
          </mc:Choice>
          <mc:Fallback xmlns="">
            <p:sp>
              <p:nvSpPr>
                <p:cNvPr id="22" name="文字方塊 21">
                  <a:extLst>
                    <a:ext uri="{FF2B5EF4-FFF2-40B4-BE49-F238E27FC236}">
                      <a16:creationId xmlns:a16="http://schemas.microsoft.com/office/drawing/2014/main" id="{D7FB1442-EA6B-52CE-1CEA-18038F5128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1275" y="6011346"/>
                  <a:ext cx="571500" cy="399526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5AE67353-4CAD-3148-A99D-4F2C0F9BADAA}"/>
                    </a:ext>
                  </a:extLst>
                </p:cNvPr>
                <p:cNvSpPr txBox="1"/>
                <p:nvPr/>
              </p:nvSpPr>
              <p:spPr>
                <a:xfrm>
                  <a:off x="8801100" y="6011346"/>
                  <a:ext cx="571500" cy="39952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TW" altLang="en-US" sz="16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altLang="zh-TW" sz="16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zh-TW" altLang="en-US" sz="1600"/>
                </a:p>
              </p:txBody>
            </p:sp>
          </mc:Choice>
          <mc:Fallback xmlns="">
            <p:sp>
              <p:nvSpPr>
                <p:cNvPr id="23" name="文字方塊 22">
                  <a:extLst>
                    <a:ext uri="{FF2B5EF4-FFF2-40B4-BE49-F238E27FC236}">
                      <a16:creationId xmlns:a16="http://schemas.microsoft.com/office/drawing/2014/main" id="{5AE67353-4CAD-3148-A99D-4F2C0F9BA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1100" y="6011346"/>
                  <a:ext cx="571500" cy="39952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54" name="直線單箭頭接點 53">
            <a:extLst>
              <a:ext uri="{FF2B5EF4-FFF2-40B4-BE49-F238E27FC236}">
                <a16:creationId xmlns:a16="http://schemas.microsoft.com/office/drawing/2014/main" id="{4206A36F-B235-368F-8C23-1B131581D7E8}"/>
              </a:ext>
            </a:extLst>
          </p:cNvPr>
          <p:cNvCxnSpPr>
            <a:cxnSpLocks/>
          </p:cNvCxnSpPr>
          <p:nvPr/>
        </p:nvCxnSpPr>
        <p:spPr>
          <a:xfrm>
            <a:off x="6715153" y="6133867"/>
            <a:ext cx="301867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8C8466D5-C54A-52A3-FD6E-D63367A2F229}"/>
              </a:ext>
            </a:extLst>
          </p:cNvPr>
          <p:cNvCxnSpPr>
            <a:cxnSpLocks/>
          </p:cNvCxnSpPr>
          <p:nvPr/>
        </p:nvCxnSpPr>
        <p:spPr>
          <a:xfrm flipV="1">
            <a:off x="7040727" y="4594751"/>
            <a:ext cx="0" cy="186642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6DB55A69-B39E-84FF-4D48-F49F697D11F1}"/>
              </a:ext>
            </a:extLst>
          </p:cNvPr>
          <p:cNvCxnSpPr>
            <a:cxnSpLocks/>
          </p:cNvCxnSpPr>
          <p:nvPr/>
        </p:nvCxnSpPr>
        <p:spPr>
          <a:xfrm>
            <a:off x="7301876" y="6112669"/>
            <a:ext cx="0" cy="29270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E000A35A-0DC6-6011-2C6A-29AF999C6B24}"/>
              </a:ext>
            </a:extLst>
          </p:cNvPr>
          <p:cNvCxnSpPr>
            <a:cxnSpLocks/>
          </p:cNvCxnSpPr>
          <p:nvPr/>
        </p:nvCxnSpPr>
        <p:spPr>
          <a:xfrm>
            <a:off x="8758856" y="6117431"/>
            <a:ext cx="0" cy="24508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0E3DC2DB-D845-AEBF-20EC-CCB1BC275623}"/>
              </a:ext>
            </a:extLst>
          </p:cNvPr>
          <p:cNvCxnSpPr>
            <a:cxnSpLocks/>
          </p:cNvCxnSpPr>
          <p:nvPr/>
        </p:nvCxnSpPr>
        <p:spPr>
          <a:xfrm>
            <a:off x="7592849" y="5381625"/>
            <a:ext cx="0" cy="760313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0AEE0B9D-FB48-0672-DB4C-7140F6C7E74B}"/>
              </a:ext>
            </a:extLst>
          </p:cNvPr>
          <p:cNvCxnSpPr>
            <a:cxnSpLocks/>
          </p:cNvCxnSpPr>
          <p:nvPr/>
        </p:nvCxnSpPr>
        <p:spPr>
          <a:xfrm>
            <a:off x="7883821" y="6115050"/>
            <a:ext cx="0" cy="26889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31D3124A-2A64-FD05-5314-D69429173F46}"/>
              </a:ext>
            </a:extLst>
          </p:cNvPr>
          <p:cNvCxnSpPr>
            <a:cxnSpLocks/>
          </p:cNvCxnSpPr>
          <p:nvPr/>
        </p:nvCxnSpPr>
        <p:spPr>
          <a:xfrm>
            <a:off x="8174793" y="5081588"/>
            <a:ext cx="0" cy="1060351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直線接點 44">
            <a:extLst>
              <a:ext uri="{FF2B5EF4-FFF2-40B4-BE49-F238E27FC236}">
                <a16:creationId xmlns:a16="http://schemas.microsoft.com/office/drawing/2014/main" id="{4816A015-B8B1-F595-D2E8-14C69177AB59}"/>
              </a:ext>
            </a:extLst>
          </p:cNvPr>
          <p:cNvCxnSpPr>
            <a:cxnSpLocks/>
          </p:cNvCxnSpPr>
          <p:nvPr/>
        </p:nvCxnSpPr>
        <p:spPr>
          <a:xfrm>
            <a:off x="8465765" y="5229225"/>
            <a:ext cx="0" cy="912712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5EBB9A3-AE13-545F-1A6E-C32415230C00}"/>
                  </a:ext>
                </a:extLst>
              </p:cNvPr>
              <p:cNvSpPr txBox="1"/>
              <p:nvPr/>
            </p:nvSpPr>
            <p:spPr>
              <a:xfrm>
                <a:off x="9724306" y="5954641"/>
                <a:ext cx="101036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灰階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TW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zh-TW" altLang="en-US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55EBB9A3-AE13-545F-1A6E-C32415230C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4306" y="5954641"/>
                <a:ext cx="1010369" cy="369332"/>
              </a:xfrm>
              <a:prstGeom prst="rect">
                <a:avLst/>
              </a:prstGeom>
              <a:blipFill>
                <a:blip r:embed="rId3"/>
                <a:stretch>
                  <a:fillRect l="-481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線接點 46">
            <a:extLst>
              <a:ext uri="{FF2B5EF4-FFF2-40B4-BE49-F238E27FC236}">
                <a16:creationId xmlns:a16="http://schemas.microsoft.com/office/drawing/2014/main" id="{2AE77B0C-9095-963E-51F1-8BAFE644A3D8}"/>
              </a:ext>
            </a:extLst>
          </p:cNvPr>
          <p:cNvCxnSpPr>
            <a:cxnSpLocks/>
          </p:cNvCxnSpPr>
          <p:nvPr/>
        </p:nvCxnSpPr>
        <p:spPr>
          <a:xfrm>
            <a:off x="9051948" y="5124450"/>
            <a:ext cx="0" cy="1017488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直線接點 47">
            <a:extLst>
              <a:ext uri="{FF2B5EF4-FFF2-40B4-BE49-F238E27FC236}">
                <a16:creationId xmlns:a16="http://schemas.microsoft.com/office/drawing/2014/main" id="{1E6A3236-B662-FFD0-457E-4A48756B3ACB}"/>
              </a:ext>
            </a:extLst>
          </p:cNvPr>
          <p:cNvCxnSpPr>
            <a:cxnSpLocks/>
          </p:cNvCxnSpPr>
          <p:nvPr/>
        </p:nvCxnSpPr>
        <p:spPr>
          <a:xfrm>
            <a:off x="9345037" y="5662613"/>
            <a:ext cx="0" cy="479325"/>
          </a:xfrm>
          <a:prstGeom prst="line">
            <a:avLst/>
          </a:prstGeom>
          <a:ln w="571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85263EC7-2FF6-3083-B583-A253D09E1A5A}"/>
              </a:ext>
            </a:extLst>
          </p:cNvPr>
          <p:cNvSpPr txBox="1"/>
          <p:nvPr/>
        </p:nvSpPr>
        <p:spPr>
          <a:xfrm>
            <a:off x="8229469" y="4964275"/>
            <a:ext cx="5725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/>
              <a:t>21%</a:t>
            </a:r>
            <a:endParaRPr lang="zh-TW" altLang="en-US" sz="160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E328463E-5825-2B14-A018-7C14F4F1818D}"/>
              </a:ext>
            </a:extLst>
          </p:cNvPr>
          <p:cNvSpPr txBox="1"/>
          <p:nvPr/>
        </p:nvSpPr>
        <p:spPr>
          <a:xfrm>
            <a:off x="9096338" y="5384503"/>
            <a:ext cx="5725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/>
              <a:t>11%</a:t>
            </a:r>
            <a:endParaRPr lang="zh-TW" alt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AC82EB36-DECB-C8B3-376F-DC31D23212B7}"/>
                  </a:ext>
                </a:extLst>
              </p:cNvPr>
              <p:cNvSpPr txBox="1"/>
              <p:nvPr/>
            </p:nvSpPr>
            <p:spPr>
              <a:xfrm>
                <a:off x="7094484" y="6153434"/>
                <a:ext cx="4842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1600"/>
              </a:p>
            </p:txBody>
          </p:sp>
        </mc:Choice>
        <mc:Fallback xmlns="">
          <p:sp>
            <p:nvSpPr>
              <p:cNvPr id="52" name="文字方塊 51">
                <a:extLst>
                  <a:ext uri="{FF2B5EF4-FFF2-40B4-BE49-F238E27FC236}">
                    <a16:creationId xmlns:a16="http://schemas.microsoft.com/office/drawing/2014/main" id="{AC82EB36-DECB-C8B3-376F-DC31D2321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484" y="6153434"/>
                <a:ext cx="484283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D9817341-6977-147A-F726-5C08AD4A6268}"/>
                  </a:ext>
                </a:extLst>
              </p:cNvPr>
              <p:cNvSpPr txBox="1"/>
              <p:nvPr/>
            </p:nvSpPr>
            <p:spPr>
              <a:xfrm>
                <a:off x="9136542" y="6153434"/>
                <a:ext cx="484283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16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TW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b>
                      </m:sSub>
                    </m:oMath>
                  </m:oMathPara>
                </a14:m>
                <a:endParaRPr lang="zh-TW" altLang="en-US" sz="1600"/>
              </a:p>
            </p:txBody>
          </p:sp>
        </mc:Choice>
        <mc:Fallback xmlns=""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D9817341-6977-147A-F726-5C08AD4A6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542" y="6153434"/>
                <a:ext cx="484283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箭號: 向右 42">
            <a:extLst>
              <a:ext uri="{FF2B5EF4-FFF2-40B4-BE49-F238E27FC236}">
                <a16:creationId xmlns:a16="http://schemas.microsoft.com/office/drawing/2014/main" id="{AB8A7B1F-A248-ACD6-C743-59D6769522BA}"/>
              </a:ext>
            </a:extLst>
          </p:cNvPr>
          <p:cNvSpPr/>
          <p:nvPr/>
        </p:nvSpPr>
        <p:spPr>
          <a:xfrm>
            <a:off x="5539879" y="5258377"/>
            <a:ext cx="676194" cy="375805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C681E0EA-6522-210D-2E94-0D50C665341E}"/>
              </a:ext>
            </a:extLst>
          </p:cNvPr>
          <p:cNvSpPr txBox="1"/>
          <p:nvPr/>
        </p:nvSpPr>
        <p:spPr>
          <a:xfrm>
            <a:off x="7915144" y="4746355"/>
            <a:ext cx="5725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/>
              <a:t>25%</a:t>
            </a:r>
            <a:endParaRPr lang="zh-TW" altLang="en-US" sz="1600"/>
          </a:p>
        </p:txBody>
      </p:sp>
      <p:sp>
        <p:nvSpPr>
          <p:cNvPr id="1044" name="文字方塊 1043">
            <a:extLst>
              <a:ext uri="{FF2B5EF4-FFF2-40B4-BE49-F238E27FC236}">
                <a16:creationId xmlns:a16="http://schemas.microsoft.com/office/drawing/2014/main" id="{0242419B-7E53-1787-1DB8-EC3349C786E2}"/>
              </a:ext>
            </a:extLst>
          </p:cNvPr>
          <p:cNvSpPr txBox="1"/>
          <p:nvPr/>
        </p:nvSpPr>
        <p:spPr>
          <a:xfrm>
            <a:off x="7338882" y="5088100"/>
            <a:ext cx="5725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/>
              <a:t>18%</a:t>
            </a:r>
            <a:endParaRPr lang="zh-TW" altLang="en-US" sz="1600"/>
          </a:p>
        </p:txBody>
      </p:sp>
      <p:sp>
        <p:nvSpPr>
          <p:cNvPr id="1046" name="文字方塊 1045">
            <a:extLst>
              <a:ext uri="{FF2B5EF4-FFF2-40B4-BE49-F238E27FC236}">
                <a16:creationId xmlns:a16="http://schemas.microsoft.com/office/drawing/2014/main" id="{817A762B-81C1-478D-EAF9-8576E29AA2A2}"/>
              </a:ext>
            </a:extLst>
          </p:cNvPr>
          <p:cNvSpPr txBox="1"/>
          <p:nvPr/>
        </p:nvSpPr>
        <p:spPr>
          <a:xfrm>
            <a:off x="8815257" y="4840451"/>
            <a:ext cx="57259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600"/>
              <a:t>24%</a:t>
            </a:r>
            <a:endParaRPr lang="zh-TW" altLang="en-US" sz="1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9" name="文字方塊 1048">
                <a:extLst>
                  <a:ext uri="{FF2B5EF4-FFF2-40B4-BE49-F238E27FC236}">
                    <a16:creationId xmlns:a16="http://schemas.microsoft.com/office/drawing/2014/main" id="{CEFC250B-7A3D-EA9E-6DA7-7D94679B9836}"/>
                  </a:ext>
                </a:extLst>
              </p:cNvPr>
              <p:cNvSpPr txBox="1"/>
              <p:nvPr/>
            </p:nvSpPr>
            <p:spPr>
              <a:xfrm>
                <a:off x="1200729" y="1870425"/>
                <a:ext cx="10132290" cy="9260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</m:d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0.18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1.26</m:t>
                          </m:r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altLang="zh-TW" sz="2400" b="0">
                  <a:latin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𝐶𝐷𝐹</m:t>
                          </m:r>
                          <m:d>
                            <m:d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×</m:t>
                          </m:r>
                          <m:d>
                            <m:d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−0</m:t>
                              </m:r>
                            </m:e>
                          </m:d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43</m:t>
                          </m:r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0" smtClean="0">
                              <a:latin typeface="Cambria Math" panose="02040503050406030204" pitchFamily="18" charset="0"/>
                            </a:rPr>
                            <m:t>3.01</m:t>
                          </m:r>
                        </m:e>
                      </m:d>
                      <m:r>
                        <a:rPr lang="en-US" altLang="zh-TW" sz="2400" b="0" i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lang="zh-TW" altLang="en-US" sz="240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49" name="文字方塊 1048">
                <a:extLst>
                  <a:ext uri="{FF2B5EF4-FFF2-40B4-BE49-F238E27FC236}">
                    <a16:creationId xmlns:a16="http://schemas.microsoft.com/office/drawing/2014/main" id="{CEFC250B-7A3D-EA9E-6DA7-7D94679B9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0729" y="1870425"/>
                <a:ext cx="10132290" cy="92602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0" name="文字方塊 1049">
            <a:extLst>
              <a:ext uri="{FF2B5EF4-FFF2-40B4-BE49-F238E27FC236}">
                <a16:creationId xmlns:a16="http://schemas.microsoft.com/office/drawing/2014/main" id="{C41E16AB-6AA7-09DA-7B61-9D7E3716FD12}"/>
              </a:ext>
            </a:extLst>
          </p:cNvPr>
          <p:cNvSpPr txBox="1"/>
          <p:nvPr/>
        </p:nvSpPr>
        <p:spPr>
          <a:xfrm rot="5400000">
            <a:off x="6022108" y="2715492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…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FCC1C6D-2A90-1FAA-B4E4-CBD324694A14}"/>
                  </a:ext>
                </a:extLst>
              </p:cNvPr>
              <p:cNvSpPr txBox="1"/>
              <p:nvPr/>
            </p:nvSpPr>
            <p:spPr>
              <a:xfrm>
                <a:off x="3021731" y="1179430"/>
                <a:ext cx="6260814" cy="4616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6FCC1C6D-2A90-1FAA-B4E4-CBD324694A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1731" y="1179430"/>
                <a:ext cx="6260814" cy="461665"/>
              </a:xfrm>
              <a:prstGeom prst="rect">
                <a:avLst/>
              </a:prstGeom>
              <a:blipFill>
                <a:blip r:embed="rId7"/>
                <a:stretch>
                  <a:fillRect r="-38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57135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DDC53EB-4246-EF39-7681-586A9D46E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30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4D3E619-B451-10EA-EC68-D9F0DC6D344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直方圖等化例題</a:t>
            </a:r>
            <a:r>
              <a:rPr lang="en-US" altLang="zh-TW"/>
              <a:t>(1)</a:t>
            </a:r>
            <a:r>
              <a:rPr lang="zh-TW" altLang="en-US"/>
              <a:t> 步驟三 </a:t>
            </a:r>
            <a:r>
              <a:rPr lang="zh-TW" altLang="en-US">
                <a:solidFill>
                  <a:srgbClr val="FF0000"/>
                </a:solidFill>
              </a:rPr>
              <a:t>推導轉換公式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E0AE3A-C1E2-BB34-ECF1-9922E59AF3DF}"/>
                  </a:ext>
                </a:extLst>
              </p:cNvPr>
              <p:cNvSpPr txBox="1"/>
              <p:nvPr/>
            </p:nvSpPr>
            <p:spPr>
              <a:xfrm>
                <a:off x="803562" y="2253672"/>
                <a:ext cx="3895234" cy="157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𝐷𝐹</m:t>
                      </m:r>
                      <m:d>
                        <m:dPr>
                          <m:ctrlPr>
                            <a:rPr lang="zh-TW" alt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zh-TW" altLang="en-US" sz="28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TW" alt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r>
                            <a:rPr lang="en-US" altLang="zh-TW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TW" sz="28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TW" sz="28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)ⅆ</m:t>
                          </m:r>
                          <m:r>
                            <a:rPr lang="zh-TW" alt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</m:oMath>
                  </m:oMathPara>
                </a14:m>
                <a:endParaRPr lang="zh-TW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15E0AE3A-C1E2-BB34-ECF1-9922E59AF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562" y="2253672"/>
                <a:ext cx="3895234" cy="15765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1" name="Picture 4" descr="輸出圖像">
            <a:extLst>
              <a:ext uri="{FF2B5EF4-FFF2-40B4-BE49-F238E27FC236}">
                <a16:creationId xmlns:a16="http://schemas.microsoft.com/office/drawing/2014/main" id="{B99F649E-667A-2755-605D-35557DCA94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7564" y="2616413"/>
            <a:ext cx="2022764" cy="131226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2" name="文字方塊 111">
            <a:extLst>
              <a:ext uri="{FF2B5EF4-FFF2-40B4-BE49-F238E27FC236}">
                <a16:creationId xmlns:a16="http://schemas.microsoft.com/office/drawing/2014/main" id="{8A9A2C03-B005-3EB2-D62B-337DFF615AA1}"/>
              </a:ext>
            </a:extLst>
          </p:cNvPr>
          <p:cNvSpPr txBox="1"/>
          <p:nvPr/>
        </p:nvSpPr>
        <p:spPr>
          <a:xfrm>
            <a:off x="7222836" y="2946862"/>
            <a:ext cx="3205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CDF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PMF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的累加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43695A73-474A-C73A-8D16-EAAB065F656E}"/>
                  </a:ext>
                </a:extLst>
              </p:cNvPr>
              <p:cNvSpPr txBox="1"/>
              <p:nvPr/>
            </p:nvSpPr>
            <p:spPr>
              <a:xfrm>
                <a:off x="955962" y="4830618"/>
                <a:ext cx="4077856" cy="8822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TW" alt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zh-TW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28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𝑎𝑥</m:t>
                              </m:r>
                            </m:sub>
                          </m:sSub>
                          <m:r>
                            <a:rPr lang="zh-TW" altLang="en-US" sz="28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3" name="文字方塊 112">
                <a:extLst>
                  <a:ext uri="{FF2B5EF4-FFF2-40B4-BE49-F238E27FC236}">
                    <a16:creationId xmlns:a16="http://schemas.microsoft.com/office/drawing/2014/main" id="{43695A73-474A-C73A-8D16-EAAB065F65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962" y="4830618"/>
                <a:ext cx="4077856" cy="8822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8952C2C9-6D21-8BE4-1304-72A8A8DA21AC}"/>
              </a:ext>
            </a:extLst>
          </p:cNvPr>
          <p:cNvSpPr txBox="1"/>
          <p:nvPr/>
        </p:nvSpPr>
        <p:spPr>
          <a:xfrm>
            <a:off x="7472218" y="4987635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設定轉換後的直方圖都是等量</a:t>
            </a:r>
          </a:p>
        </p:txBody>
      </p:sp>
      <p:cxnSp>
        <p:nvCxnSpPr>
          <p:cNvPr id="117" name="直線單箭頭接點 116">
            <a:extLst>
              <a:ext uri="{FF2B5EF4-FFF2-40B4-BE49-F238E27FC236}">
                <a16:creationId xmlns:a16="http://schemas.microsoft.com/office/drawing/2014/main" id="{BA2B9F7E-862D-C96C-E3CC-2C67B1CB6307}"/>
              </a:ext>
            </a:extLst>
          </p:cNvPr>
          <p:cNvCxnSpPr>
            <a:cxnSpLocks/>
          </p:cNvCxnSpPr>
          <p:nvPr/>
        </p:nvCxnSpPr>
        <p:spPr>
          <a:xfrm>
            <a:off x="4987637" y="5737141"/>
            <a:ext cx="221672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直線單箭頭接點 117">
            <a:extLst>
              <a:ext uri="{FF2B5EF4-FFF2-40B4-BE49-F238E27FC236}">
                <a16:creationId xmlns:a16="http://schemas.microsoft.com/office/drawing/2014/main" id="{2BEB669D-54E8-A0DE-8154-1591A2F5537F}"/>
              </a:ext>
            </a:extLst>
          </p:cNvPr>
          <p:cNvCxnSpPr>
            <a:cxnSpLocks/>
          </p:cNvCxnSpPr>
          <p:nvPr/>
        </p:nvCxnSpPr>
        <p:spPr>
          <a:xfrm flipV="1">
            <a:off x="5105173" y="4645891"/>
            <a:ext cx="0" cy="1237673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直線接點 124">
            <a:extLst>
              <a:ext uri="{FF2B5EF4-FFF2-40B4-BE49-F238E27FC236}">
                <a16:creationId xmlns:a16="http://schemas.microsoft.com/office/drawing/2014/main" id="{988F9609-204B-4519-5745-B7CC157E064F}"/>
              </a:ext>
            </a:extLst>
          </p:cNvPr>
          <p:cNvCxnSpPr>
            <a:cxnSpLocks/>
          </p:cNvCxnSpPr>
          <p:nvPr/>
        </p:nvCxnSpPr>
        <p:spPr>
          <a:xfrm>
            <a:off x="5746730" y="4767913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74BEBDD4-58DF-79EF-A355-DC6537E28525}"/>
              </a:ext>
            </a:extLst>
          </p:cNvPr>
          <p:cNvCxnSpPr>
            <a:cxnSpLocks/>
          </p:cNvCxnSpPr>
          <p:nvPr/>
        </p:nvCxnSpPr>
        <p:spPr>
          <a:xfrm>
            <a:off x="6361805" y="4767913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278901DB-2CC2-4FCC-B9E6-A9AD61EB1B7D}"/>
              </a:ext>
            </a:extLst>
          </p:cNvPr>
          <p:cNvCxnSpPr>
            <a:cxnSpLocks/>
          </p:cNvCxnSpPr>
          <p:nvPr/>
        </p:nvCxnSpPr>
        <p:spPr>
          <a:xfrm>
            <a:off x="6976881" y="4767913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直線接點 138">
            <a:extLst>
              <a:ext uri="{FF2B5EF4-FFF2-40B4-BE49-F238E27FC236}">
                <a16:creationId xmlns:a16="http://schemas.microsoft.com/office/drawing/2014/main" id="{B32224C0-C17F-9589-20BA-B33338252D09}"/>
              </a:ext>
            </a:extLst>
          </p:cNvPr>
          <p:cNvCxnSpPr>
            <a:cxnSpLocks/>
          </p:cNvCxnSpPr>
          <p:nvPr/>
        </p:nvCxnSpPr>
        <p:spPr>
          <a:xfrm>
            <a:off x="5428075" y="4763295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直線接點 140">
            <a:extLst>
              <a:ext uri="{FF2B5EF4-FFF2-40B4-BE49-F238E27FC236}">
                <a16:creationId xmlns:a16="http://schemas.microsoft.com/office/drawing/2014/main" id="{589A9E39-255F-5900-807B-A8778478B774}"/>
              </a:ext>
            </a:extLst>
          </p:cNvPr>
          <p:cNvCxnSpPr>
            <a:cxnSpLocks/>
          </p:cNvCxnSpPr>
          <p:nvPr/>
        </p:nvCxnSpPr>
        <p:spPr>
          <a:xfrm>
            <a:off x="6043150" y="4763295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直線接點 141">
            <a:extLst>
              <a:ext uri="{FF2B5EF4-FFF2-40B4-BE49-F238E27FC236}">
                <a16:creationId xmlns:a16="http://schemas.microsoft.com/office/drawing/2014/main" id="{708E59FE-BCD6-7CD4-11FA-A52748775CF9}"/>
              </a:ext>
            </a:extLst>
          </p:cNvPr>
          <p:cNvCxnSpPr>
            <a:cxnSpLocks/>
          </p:cNvCxnSpPr>
          <p:nvPr/>
        </p:nvCxnSpPr>
        <p:spPr>
          <a:xfrm>
            <a:off x="6658226" y="4763295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直線接點 144">
            <a:extLst>
              <a:ext uri="{FF2B5EF4-FFF2-40B4-BE49-F238E27FC236}">
                <a16:creationId xmlns:a16="http://schemas.microsoft.com/office/drawing/2014/main" id="{F78EC0A3-B75D-A969-882C-6A803BDEA122}"/>
              </a:ext>
            </a:extLst>
          </p:cNvPr>
          <p:cNvCxnSpPr>
            <a:cxnSpLocks/>
          </p:cNvCxnSpPr>
          <p:nvPr/>
        </p:nvCxnSpPr>
        <p:spPr>
          <a:xfrm>
            <a:off x="5908366" y="4763295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直線接點 146">
            <a:extLst>
              <a:ext uri="{FF2B5EF4-FFF2-40B4-BE49-F238E27FC236}">
                <a16:creationId xmlns:a16="http://schemas.microsoft.com/office/drawing/2014/main" id="{8809E9F2-0997-3807-E906-EF1498E28F4C}"/>
              </a:ext>
            </a:extLst>
          </p:cNvPr>
          <p:cNvCxnSpPr>
            <a:cxnSpLocks/>
          </p:cNvCxnSpPr>
          <p:nvPr/>
        </p:nvCxnSpPr>
        <p:spPr>
          <a:xfrm>
            <a:off x="6523441" y="4763295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直線接點 150">
            <a:extLst>
              <a:ext uri="{FF2B5EF4-FFF2-40B4-BE49-F238E27FC236}">
                <a16:creationId xmlns:a16="http://schemas.microsoft.com/office/drawing/2014/main" id="{7A592978-2A0F-7B03-9882-D940B8399D39}"/>
              </a:ext>
            </a:extLst>
          </p:cNvPr>
          <p:cNvCxnSpPr>
            <a:cxnSpLocks/>
          </p:cNvCxnSpPr>
          <p:nvPr/>
        </p:nvCxnSpPr>
        <p:spPr>
          <a:xfrm>
            <a:off x="5589711" y="4758677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AC775506-ADF3-33CC-68F2-0E55A796FED1}"/>
              </a:ext>
            </a:extLst>
          </p:cNvPr>
          <p:cNvCxnSpPr>
            <a:cxnSpLocks/>
          </p:cNvCxnSpPr>
          <p:nvPr/>
        </p:nvCxnSpPr>
        <p:spPr>
          <a:xfrm>
            <a:off x="6204786" y="4758677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線接點 153">
            <a:extLst>
              <a:ext uri="{FF2B5EF4-FFF2-40B4-BE49-F238E27FC236}">
                <a16:creationId xmlns:a16="http://schemas.microsoft.com/office/drawing/2014/main" id="{B8B104E0-8412-0F7C-EF05-25DC4C3C3CAA}"/>
              </a:ext>
            </a:extLst>
          </p:cNvPr>
          <p:cNvCxnSpPr>
            <a:cxnSpLocks/>
          </p:cNvCxnSpPr>
          <p:nvPr/>
        </p:nvCxnSpPr>
        <p:spPr>
          <a:xfrm>
            <a:off x="6819862" y="4758677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直線接點 157">
            <a:extLst>
              <a:ext uri="{FF2B5EF4-FFF2-40B4-BE49-F238E27FC236}">
                <a16:creationId xmlns:a16="http://schemas.microsoft.com/office/drawing/2014/main" id="{2530C4CA-F608-192D-F49E-87338FF1374F}"/>
              </a:ext>
            </a:extLst>
          </p:cNvPr>
          <p:cNvCxnSpPr>
            <a:cxnSpLocks/>
          </p:cNvCxnSpPr>
          <p:nvPr/>
        </p:nvCxnSpPr>
        <p:spPr>
          <a:xfrm>
            <a:off x="5269010" y="4772532"/>
            <a:ext cx="0" cy="969228"/>
          </a:xfrm>
          <a:prstGeom prst="line">
            <a:avLst/>
          </a:prstGeom>
          <a:ln w="285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6" name="文字方塊 165">
                <a:extLst>
                  <a:ext uri="{FF2B5EF4-FFF2-40B4-BE49-F238E27FC236}">
                    <a16:creationId xmlns:a16="http://schemas.microsoft.com/office/drawing/2014/main" id="{7F582E30-D113-0F10-F86E-27D6D820558C}"/>
                  </a:ext>
                </a:extLst>
              </p:cNvPr>
              <p:cNvSpPr txBox="1"/>
              <p:nvPr/>
            </p:nvSpPr>
            <p:spPr>
              <a:xfrm>
                <a:off x="1514764" y="1547153"/>
                <a:ext cx="2419927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TW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8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zh-TW" altLang="en-US" sz="2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8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</m:oMath>
                  </m:oMathPara>
                </a14:m>
                <a:endParaRPr lang="zh-TW" altLang="en-US" sz="2800" i="1"/>
              </a:p>
            </p:txBody>
          </p:sp>
        </mc:Choice>
        <mc:Fallback xmlns="">
          <p:sp>
            <p:nvSpPr>
              <p:cNvPr id="166" name="文字方塊 165">
                <a:extLst>
                  <a:ext uri="{FF2B5EF4-FFF2-40B4-BE49-F238E27FC236}">
                    <a16:creationId xmlns:a16="http://schemas.microsoft.com/office/drawing/2014/main" id="{7F582E30-D113-0F10-F86E-27D6D8205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764" y="1547153"/>
                <a:ext cx="241992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B1DEBC27-0F4E-4192-13C5-12EA0EEF4CE4}"/>
              </a:ext>
            </a:extLst>
          </p:cNvPr>
          <p:cNvSpPr txBox="1"/>
          <p:nvPr/>
        </p:nvSpPr>
        <p:spPr>
          <a:xfrm>
            <a:off x="3597562" y="1510608"/>
            <a:ext cx="32050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轉換通式</a:t>
            </a:r>
          </a:p>
        </p:txBody>
      </p:sp>
      <p:sp>
        <p:nvSpPr>
          <p:cNvPr id="168" name="橢圓 167">
            <a:extLst>
              <a:ext uri="{FF2B5EF4-FFF2-40B4-BE49-F238E27FC236}">
                <a16:creationId xmlns:a16="http://schemas.microsoft.com/office/drawing/2014/main" id="{B3C2D01F-09A2-E894-A940-8F3AD35866AE}"/>
              </a:ext>
            </a:extLst>
          </p:cNvPr>
          <p:cNvSpPr/>
          <p:nvPr/>
        </p:nvSpPr>
        <p:spPr>
          <a:xfrm>
            <a:off x="217055" y="1588655"/>
            <a:ext cx="461818" cy="4618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1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69" name="橢圓 168">
            <a:extLst>
              <a:ext uri="{FF2B5EF4-FFF2-40B4-BE49-F238E27FC236}">
                <a16:creationId xmlns:a16="http://schemas.microsoft.com/office/drawing/2014/main" id="{255699BC-A5F7-0247-9849-DDCC66CC46BF}"/>
              </a:ext>
            </a:extLst>
          </p:cNvPr>
          <p:cNvSpPr/>
          <p:nvPr/>
        </p:nvSpPr>
        <p:spPr>
          <a:xfrm>
            <a:off x="217055" y="3061855"/>
            <a:ext cx="461818" cy="4618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2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170" name="橢圓 169">
            <a:extLst>
              <a:ext uri="{FF2B5EF4-FFF2-40B4-BE49-F238E27FC236}">
                <a16:creationId xmlns:a16="http://schemas.microsoft.com/office/drawing/2014/main" id="{E4ED9FFE-E3A5-F0BA-5221-25B38EB1E3B2}"/>
              </a:ext>
            </a:extLst>
          </p:cNvPr>
          <p:cNvSpPr/>
          <p:nvPr/>
        </p:nvSpPr>
        <p:spPr>
          <a:xfrm>
            <a:off x="217055" y="5080001"/>
            <a:ext cx="461818" cy="4618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3</a:t>
            </a:r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41442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C67AB01-74A5-F3E3-D2E0-7AAF703AF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31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6F3379B-CFB9-513B-E432-BBEAD7350531}"/>
                  </a:ext>
                </a:extLst>
              </p:cNvPr>
              <p:cNvSpPr txBox="1"/>
              <p:nvPr/>
            </p:nvSpPr>
            <p:spPr>
              <a:xfrm>
                <a:off x="923637" y="1191489"/>
                <a:ext cx="5746573" cy="157658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ctrlPr>
                            <a:rPr lang="zh-TW" alt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r>
                            <a:rPr lang="en-US" altLang="zh-TW" sz="28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altLang="zh-TW" sz="2800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sty m:val="p"/>
                            </m:rPr>
                            <a:rPr lang="en-US" altLang="zh-TW" sz="2800" dirty="0"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TW" sz="2800" dirty="0">
                              <a:latin typeface="Cambria Math" panose="02040503050406030204" pitchFamily="18" charset="0"/>
                            </a:rPr>
                            <m:t>)ⅆ</m:t>
                          </m:r>
                          <m:r>
                            <a:rPr lang="zh-TW" altLang="en-US" sz="2800" i="1" dirty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nary>
                      <m:r>
                        <a:rPr lang="en-US" altLang="zh-TW" sz="2800" i="1" dirty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grow m:val="on"/>
                          <m:ctrlPr>
                            <a:rPr lang="zh-TW" altLang="en-US" sz="2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TW" alt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800" i="1" dirty="0">
                                      <a:latin typeface="Cambria Math" panose="02040503050406030204" pitchFamily="18" charset="0"/>
                                    </a:rPr>
                                    <m:t>𝑚𝑎𝑥</m:t>
                                  </m:r>
                                </m:sub>
                              </m:sSub>
                              <m:r>
                                <a:rPr lang="zh-TW" altLang="en-US" sz="28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TW" altLang="en-US" sz="2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en-US" sz="2800" i="1" dirty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altLang="zh-TW" sz="2800" i="1" dirty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den>
                          </m:f>
                          <m:r>
                            <a:rPr lang="en-US" altLang="zh-TW" sz="2800" dirty="0">
                              <a:latin typeface="Cambria Math" panose="02040503050406030204" pitchFamily="18" charset="0"/>
                            </a:rPr>
                            <m:t>ⅆ</m:t>
                          </m:r>
                          <m:r>
                            <a:rPr lang="en-US" altLang="zh-TW" sz="28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nary>
                    </m:oMath>
                  </m:oMathPara>
                </a14:m>
                <a:endParaRPr lang="zh-TW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6F3379B-CFB9-513B-E432-BBEAD7350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637" y="1191489"/>
                <a:ext cx="5746573" cy="157658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A2B1320-0957-15E9-EE85-9DF7F80D042D}"/>
                  </a:ext>
                </a:extLst>
              </p:cNvPr>
              <p:cNvSpPr txBox="1"/>
              <p:nvPr/>
            </p:nvSpPr>
            <p:spPr>
              <a:xfrm>
                <a:off x="3520495" y="5224957"/>
                <a:ext cx="6260814" cy="46166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𝑟𝑜𝑢𝑛𝑑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𝐶𝐷𝐹</m:t>
                      </m:r>
                      <m:d>
                        <m:dPr>
                          <m:ctrlPr>
                            <a:rPr lang="zh-TW" alt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e>
                      </m:d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𝑚𝑖𝑛</m:t>
                          </m:r>
                        </m:sub>
                      </m:sSub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1A2B1320-0957-15E9-EE85-9DF7F80D04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0495" y="5224957"/>
                <a:ext cx="6260814" cy="461665"/>
              </a:xfrm>
              <a:prstGeom prst="rect">
                <a:avLst/>
              </a:prstGeom>
              <a:blipFill>
                <a:blip r:embed="rId3"/>
                <a:stretch>
                  <a:fillRect r="-38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BA9CE9FE-3F04-5308-3747-EA0FE54A2FB4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直方圖等化例題</a:t>
            </a:r>
            <a:r>
              <a:rPr lang="en-US" altLang="zh-TW"/>
              <a:t>(1)</a:t>
            </a:r>
            <a:r>
              <a:rPr lang="zh-TW" altLang="en-US"/>
              <a:t> 步驟三 </a:t>
            </a:r>
            <a:r>
              <a:rPr lang="zh-TW" altLang="en-US">
                <a:solidFill>
                  <a:srgbClr val="FF0000"/>
                </a:solidFill>
              </a:rPr>
              <a:t>推導轉換公式</a:t>
            </a:r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5524A7C-75DD-5738-58DD-1F93BF4E04A6}"/>
              </a:ext>
            </a:extLst>
          </p:cNvPr>
          <p:cNvSpPr txBox="1"/>
          <p:nvPr/>
        </p:nvSpPr>
        <p:spPr>
          <a:xfrm>
            <a:off x="9050175" y="1727199"/>
            <a:ext cx="29386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設定轉換後的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CDF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</a:t>
            </a:r>
            <a:endParaRPr lang="en-US" altLang="zh-TW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等量增長</a:t>
            </a: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3555D12A-530F-665A-5F33-55F200D7D7C0}"/>
              </a:ext>
            </a:extLst>
          </p:cNvPr>
          <p:cNvCxnSpPr>
            <a:cxnSpLocks/>
          </p:cNvCxnSpPr>
          <p:nvPr/>
        </p:nvCxnSpPr>
        <p:spPr>
          <a:xfrm>
            <a:off x="6788728" y="2763031"/>
            <a:ext cx="2216727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C76EA11F-F742-ADA6-8F46-6E80EEEE084C}"/>
              </a:ext>
            </a:extLst>
          </p:cNvPr>
          <p:cNvCxnSpPr>
            <a:cxnSpLocks/>
          </p:cNvCxnSpPr>
          <p:nvPr/>
        </p:nvCxnSpPr>
        <p:spPr>
          <a:xfrm flipV="1">
            <a:off x="6906264" y="1339272"/>
            <a:ext cx="0" cy="1570182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97FC3F8A-6572-5C9A-036F-235C9941D88A}"/>
              </a:ext>
            </a:extLst>
          </p:cNvPr>
          <p:cNvCxnSpPr/>
          <p:nvPr/>
        </p:nvCxnSpPr>
        <p:spPr>
          <a:xfrm flipV="1">
            <a:off x="6908800" y="1468581"/>
            <a:ext cx="1921164" cy="1293091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橢圓 23">
            <a:extLst>
              <a:ext uri="{FF2B5EF4-FFF2-40B4-BE49-F238E27FC236}">
                <a16:creationId xmlns:a16="http://schemas.microsoft.com/office/drawing/2014/main" id="{16A23089-9B79-A3D8-58C0-E48A4B33B20F}"/>
              </a:ext>
            </a:extLst>
          </p:cNvPr>
          <p:cNvSpPr/>
          <p:nvPr/>
        </p:nvSpPr>
        <p:spPr>
          <a:xfrm>
            <a:off x="217055" y="1995055"/>
            <a:ext cx="461818" cy="4618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4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1E26332C-59E9-1A02-4E01-A7069715B543}"/>
              </a:ext>
            </a:extLst>
          </p:cNvPr>
          <p:cNvSpPr/>
          <p:nvPr/>
        </p:nvSpPr>
        <p:spPr>
          <a:xfrm>
            <a:off x="217055" y="3708401"/>
            <a:ext cx="461818" cy="4618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5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4713D758-63FE-FC93-C6E9-F1B74239B524}"/>
              </a:ext>
            </a:extLst>
          </p:cNvPr>
          <p:cNvSpPr/>
          <p:nvPr/>
        </p:nvSpPr>
        <p:spPr>
          <a:xfrm>
            <a:off x="217055" y="5283201"/>
            <a:ext cx="461818" cy="46181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6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2EE097B-14F7-0988-EAB7-C3BAC7D02E7C}"/>
              </a:ext>
            </a:extLst>
          </p:cNvPr>
          <p:cNvSpPr txBox="1"/>
          <p:nvPr/>
        </p:nvSpPr>
        <p:spPr>
          <a:xfrm>
            <a:off x="1006763" y="3713018"/>
            <a:ext cx="49552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</a:t>
            </a:r>
            <a:r>
              <a:rPr lang="en-US" altLang="zh-TW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zh-TW" altLang="en-US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式帶入</a:t>
            </a:r>
            <a:r>
              <a:rPr lang="en-US" altLang="zh-TW" sz="2400">
                <a:solidFill>
                  <a:schemeClr val="bg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式左側，並計算右側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FB4D191-127F-9236-10BC-5690432EE00C}"/>
                  </a:ext>
                </a:extLst>
              </p:cNvPr>
              <p:cNvSpPr txBox="1"/>
              <p:nvPr/>
            </p:nvSpPr>
            <p:spPr>
              <a:xfrm>
                <a:off x="5943601" y="3108035"/>
                <a:ext cx="3833293" cy="13081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zh-TW" sz="2800" i="1" dirty="0">
                          <a:latin typeface="Cambria Math" panose="02040503050406030204" pitchFamily="18" charset="0"/>
                        </a:rPr>
                        <m:t>𝐷𝐹</m:t>
                      </m:r>
                      <m:d>
                        <m:dPr>
                          <m:ctrlPr>
                            <a:rPr lang="zh-TW" alt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</m:d>
                      <m:r>
                        <a:rPr lang="en-US" altLang="zh-TW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zh-TW" altLang="en-US" sz="280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altLang="zh-TW" sz="2800" i="1" dirty="0">
                                  <a:latin typeface="Cambria Math" panose="02040503050406030204" pitchFamily="18" charset="0"/>
                                </a:rPr>
                                <m:t>𝑚𝑖𝑛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3FB4D191-127F-9236-10BC-5690432EE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1" y="3108035"/>
                <a:ext cx="3833293" cy="130817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文字方塊 28">
            <a:extLst>
              <a:ext uri="{FF2B5EF4-FFF2-40B4-BE49-F238E27FC236}">
                <a16:creationId xmlns:a16="http://schemas.microsoft.com/office/drawing/2014/main" id="{0A96EFF7-6B0E-DCFA-6BF5-39D3179116C6}"/>
              </a:ext>
            </a:extLst>
          </p:cNvPr>
          <p:cNvSpPr txBox="1"/>
          <p:nvPr/>
        </p:nvSpPr>
        <p:spPr>
          <a:xfrm>
            <a:off x="979055" y="5200074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移項整理得到</a:t>
            </a: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377ACE2F-88DF-1CA5-492A-3312E783A7FC}"/>
              </a:ext>
            </a:extLst>
          </p:cNvPr>
          <p:cNvSpPr/>
          <p:nvPr/>
        </p:nvSpPr>
        <p:spPr>
          <a:xfrm>
            <a:off x="1440873" y="3814619"/>
            <a:ext cx="3048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2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96922AD-37FF-F4A8-C3F0-846206CB2E82}"/>
              </a:ext>
            </a:extLst>
          </p:cNvPr>
          <p:cNvSpPr/>
          <p:nvPr/>
        </p:nvSpPr>
        <p:spPr>
          <a:xfrm>
            <a:off x="2747818" y="3810000"/>
            <a:ext cx="304800" cy="304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4</a:t>
            </a:r>
            <a:endParaRPr lang="zh-TW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224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2B697610-E5B9-FC6F-307E-2C88E125325A}"/>
              </a:ext>
            </a:extLst>
          </p:cNvPr>
          <p:cNvSpPr/>
          <p:nvPr/>
        </p:nvSpPr>
        <p:spPr>
          <a:xfrm>
            <a:off x="6631710" y="5227782"/>
            <a:ext cx="3860800" cy="12007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0" lang="en-US" altLang="zh-TW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kumimoji="0" lang="en-US" altLang="zh-TW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0" lang="en-US" altLang="zh-TW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T[ </a:t>
            </a:r>
            <a:r>
              <a:rPr kumimoji="0" lang="en-US" altLang="zh-TW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0" lang="en-US" altLang="zh-TW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kumimoji="0" lang="en-US" altLang="zh-TW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0" lang="en-US" altLang="zh-TW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]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 dirty="0"/>
              <a:t>3.3</a:t>
            </a:r>
            <a:r>
              <a:rPr lang="zh-TW" altLang="en-US" dirty="0"/>
              <a:t>空間域影像定義</a:t>
            </a:r>
          </a:p>
        </p:txBody>
      </p:sp>
      <p:sp>
        <p:nvSpPr>
          <p:cNvPr id="1049" name="文字方塊 1048">
            <a:extLst>
              <a:ext uri="{FF2B5EF4-FFF2-40B4-BE49-F238E27FC236}">
                <a16:creationId xmlns:a16="http://schemas.microsoft.com/office/drawing/2014/main" id="{CEFC250B-7A3D-EA9E-6DA7-7D94679B9836}"/>
              </a:ext>
            </a:extLst>
          </p:cNvPr>
          <p:cNvSpPr txBox="1"/>
          <p:nvPr/>
        </p:nvSpPr>
        <p:spPr>
          <a:xfrm>
            <a:off x="886694" y="4863008"/>
            <a:ext cx="1856506" cy="113511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輸入影像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輸出影像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9DD9C73-D518-C1F1-8979-165D923B3853}"/>
              </a:ext>
            </a:extLst>
          </p:cNvPr>
          <p:cNvSpPr txBox="1"/>
          <p:nvPr/>
        </p:nvSpPr>
        <p:spPr>
          <a:xfrm>
            <a:off x="3140368" y="4516644"/>
            <a:ext cx="88853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輸入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x,y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，與</a:t>
            </a:r>
            <a:r>
              <a:rPr lang="zh-TW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四周數值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，經</a:t>
            </a:r>
            <a:r>
              <a:rPr lang="en-US" altLang="zh-TW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</a:t>
            </a:r>
            <a:r>
              <a:rPr lang="zh-TW" altLang="en-US" sz="24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運算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後得到</a:t>
            </a:r>
            <a:r>
              <a:rPr lang="zh-TW" altLang="en-US" sz="24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</a:t>
            </a:r>
            <a:r>
              <a:rPr lang="en-US" altLang="zh-TW" sz="2400" i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en-US" altLang="zh-TW" sz="24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lang="en-US" altLang="zh-TW" sz="2400" i="1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963E7C86-339E-3AF7-3832-BBD8D40D7D41}"/>
              </a:ext>
            </a:extLst>
          </p:cNvPr>
          <p:cNvSpPr txBox="1"/>
          <p:nvPr/>
        </p:nvSpPr>
        <p:spPr>
          <a:xfrm>
            <a:off x="3777675" y="5532583"/>
            <a:ext cx="2760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空間域運算式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79D5A24-3E75-E603-04A1-9E092B7530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2" b="-1"/>
          <a:stretch/>
        </p:blipFill>
        <p:spPr>
          <a:xfrm>
            <a:off x="2225964" y="1119861"/>
            <a:ext cx="7610256" cy="311039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BD16382-C679-50E5-4E90-ED415717B00E}"/>
              </a:ext>
            </a:extLst>
          </p:cNvPr>
          <p:cNvSpPr/>
          <p:nvPr/>
        </p:nvSpPr>
        <p:spPr>
          <a:xfrm>
            <a:off x="7241309" y="2419928"/>
            <a:ext cx="1727200" cy="1200727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80668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33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空間濾波概念</a:t>
            </a:r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69DD9C73-D518-C1F1-8979-165D923B3853}"/>
              </a:ext>
            </a:extLst>
          </p:cNvPr>
          <p:cNvSpPr txBox="1"/>
          <p:nvPr/>
        </p:nvSpPr>
        <p:spPr>
          <a:xfrm>
            <a:off x="757385" y="2678607"/>
            <a:ext cx="977668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濾波遮罩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(filter)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大小，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EX: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</a:t>
            </a:r>
            <a:r>
              <a:rPr lang="en-US" altLang="zh-TW" sz="24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3×3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5×5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7×7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……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將濾波遮罩在輸入影像移動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左到右，上到下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endParaRPr lang="en-US" altLang="zh-TW" sz="24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在每一點計算遮罩與涵蓋範圍的</a:t>
            </a:r>
            <a:r>
              <a:rPr lang="zh-TW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乘積和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2297DF-DEFC-66C8-9B53-3B7A601819B8}"/>
              </a:ext>
            </a:extLst>
          </p:cNvPr>
          <p:cNvSpPr/>
          <p:nvPr/>
        </p:nvSpPr>
        <p:spPr>
          <a:xfrm>
            <a:off x="3666837" y="1182255"/>
            <a:ext cx="3860800" cy="1200728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0" lang="en-US" altLang="zh-TW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kumimoji="0" lang="en-US" altLang="zh-TW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0" lang="en-US" altLang="zh-TW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= T[ </a:t>
            </a:r>
            <a:r>
              <a:rPr kumimoji="0" lang="en-US" altLang="zh-TW" sz="3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kumimoji="0" lang="en-US" altLang="zh-TW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kumimoji="0" lang="en-US" altLang="zh-TW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0" lang="en-US" altLang="zh-TW" sz="3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kumimoji="0" lang="en-US" altLang="zh-TW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 ]</a:t>
            </a:r>
            <a:endParaRPr kumimoji="0" lang="zh-TW" alt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9AF595EA-CECC-14BD-51C1-4823CADBC678}"/>
              </a:ext>
            </a:extLst>
          </p:cNvPr>
          <p:cNvSpPr txBox="1"/>
          <p:nvPr/>
        </p:nvSpPr>
        <p:spPr>
          <a:xfrm>
            <a:off x="812802" y="1487056"/>
            <a:ext cx="27606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空間域運算式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F8E66176-DA0A-A9DF-2974-3583EBB73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098115"/>
              </p:ext>
            </p:extLst>
          </p:nvPr>
        </p:nvGraphicFramePr>
        <p:xfrm>
          <a:off x="1902691" y="4286750"/>
          <a:ext cx="775854" cy="777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8618">
                  <a:extLst>
                    <a:ext uri="{9D8B030D-6E8A-4147-A177-3AD203B41FA5}">
                      <a16:colId xmlns:a16="http://schemas.microsoft.com/office/drawing/2014/main" val="606191163"/>
                    </a:ext>
                  </a:extLst>
                </a:gridCol>
                <a:gridCol w="258618">
                  <a:extLst>
                    <a:ext uri="{9D8B030D-6E8A-4147-A177-3AD203B41FA5}">
                      <a16:colId xmlns:a16="http://schemas.microsoft.com/office/drawing/2014/main" val="2892047337"/>
                    </a:ext>
                  </a:extLst>
                </a:gridCol>
                <a:gridCol w="258618">
                  <a:extLst>
                    <a:ext uri="{9D8B030D-6E8A-4147-A177-3AD203B41FA5}">
                      <a16:colId xmlns:a16="http://schemas.microsoft.com/office/drawing/2014/main" val="1501928906"/>
                    </a:ext>
                  </a:extLst>
                </a:gridCol>
              </a:tblGrid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834174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10606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5343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1E75693-9F4A-041F-8EC4-891A3A36D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208460"/>
              </p:ext>
            </p:extLst>
          </p:nvPr>
        </p:nvGraphicFramePr>
        <p:xfrm>
          <a:off x="3579090" y="3768590"/>
          <a:ext cx="1260765" cy="129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2153">
                  <a:extLst>
                    <a:ext uri="{9D8B030D-6E8A-4147-A177-3AD203B41FA5}">
                      <a16:colId xmlns:a16="http://schemas.microsoft.com/office/drawing/2014/main" val="606191163"/>
                    </a:ext>
                  </a:extLst>
                </a:gridCol>
                <a:gridCol w="252153">
                  <a:extLst>
                    <a:ext uri="{9D8B030D-6E8A-4147-A177-3AD203B41FA5}">
                      <a16:colId xmlns:a16="http://schemas.microsoft.com/office/drawing/2014/main" val="2892047337"/>
                    </a:ext>
                  </a:extLst>
                </a:gridCol>
                <a:gridCol w="252153">
                  <a:extLst>
                    <a:ext uri="{9D8B030D-6E8A-4147-A177-3AD203B41FA5}">
                      <a16:colId xmlns:a16="http://schemas.microsoft.com/office/drawing/2014/main" val="1501928906"/>
                    </a:ext>
                  </a:extLst>
                </a:gridCol>
                <a:gridCol w="252153">
                  <a:extLst>
                    <a:ext uri="{9D8B030D-6E8A-4147-A177-3AD203B41FA5}">
                      <a16:colId xmlns:a16="http://schemas.microsoft.com/office/drawing/2014/main" val="3314425999"/>
                    </a:ext>
                  </a:extLst>
                </a:gridCol>
                <a:gridCol w="252153">
                  <a:extLst>
                    <a:ext uri="{9D8B030D-6E8A-4147-A177-3AD203B41FA5}">
                      <a16:colId xmlns:a16="http://schemas.microsoft.com/office/drawing/2014/main" val="1569290942"/>
                    </a:ext>
                  </a:extLst>
                </a:gridCol>
              </a:tblGrid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834174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10606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349530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25040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53434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04DC2EB3-43DD-F9C6-A7E3-13BD08825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6476962"/>
              </p:ext>
            </p:extLst>
          </p:nvPr>
        </p:nvGraphicFramePr>
        <p:xfrm>
          <a:off x="5597234" y="3250430"/>
          <a:ext cx="1754914" cy="1813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0702">
                  <a:extLst>
                    <a:ext uri="{9D8B030D-6E8A-4147-A177-3AD203B41FA5}">
                      <a16:colId xmlns:a16="http://schemas.microsoft.com/office/drawing/2014/main" val="606191163"/>
                    </a:ext>
                  </a:extLst>
                </a:gridCol>
                <a:gridCol w="250702">
                  <a:extLst>
                    <a:ext uri="{9D8B030D-6E8A-4147-A177-3AD203B41FA5}">
                      <a16:colId xmlns:a16="http://schemas.microsoft.com/office/drawing/2014/main" val="2892047337"/>
                    </a:ext>
                  </a:extLst>
                </a:gridCol>
                <a:gridCol w="250702">
                  <a:extLst>
                    <a:ext uri="{9D8B030D-6E8A-4147-A177-3AD203B41FA5}">
                      <a16:colId xmlns:a16="http://schemas.microsoft.com/office/drawing/2014/main" val="1501928906"/>
                    </a:ext>
                  </a:extLst>
                </a:gridCol>
                <a:gridCol w="250702">
                  <a:extLst>
                    <a:ext uri="{9D8B030D-6E8A-4147-A177-3AD203B41FA5}">
                      <a16:colId xmlns:a16="http://schemas.microsoft.com/office/drawing/2014/main" val="3314425999"/>
                    </a:ext>
                  </a:extLst>
                </a:gridCol>
                <a:gridCol w="250702">
                  <a:extLst>
                    <a:ext uri="{9D8B030D-6E8A-4147-A177-3AD203B41FA5}">
                      <a16:colId xmlns:a16="http://schemas.microsoft.com/office/drawing/2014/main" val="1987830695"/>
                    </a:ext>
                  </a:extLst>
                </a:gridCol>
                <a:gridCol w="250702">
                  <a:extLst>
                    <a:ext uri="{9D8B030D-6E8A-4147-A177-3AD203B41FA5}">
                      <a16:colId xmlns:a16="http://schemas.microsoft.com/office/drawing/2014/main" val="2618538783"/>
                    </a:ext>
                  </a:extLst>
                </a:gridCol>
                <a:gridCol w="250702">
                  <a:extLst>
                    <a:ext uri="{9D8B030D-6E8A-4147-A177-3AD203B41FA5}">
                      <a16:colId xmlns:a16="http://schemas.microsoft.com/office/drawing/2014/main" val="1569290942"/>
                    </a:ext>
                  </a:extLst>
                </a:gridCol>
              </a:tblGrid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2834174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10606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349530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47125040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4053434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5751755"/>
                  </a:ext>
                </a:extLst>
              </a:tr>
              <a:tr h="240402">
                <a:tc>
                  <a:txBody>
                    <a:bodyPr/>
                    <a:lstStyle/>
                    <a:p>
                      <a:endParaRPr lang="zh-TW" altLang="en-US" sz="110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1100" dirty="0"/>
                    </a:p>
                  </a:txBody>
                  <a:tcP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588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98994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34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空間相關性</a:t>
            </a:r>
            <a:r>
              <a:rPr lang="en-US" altLang="zh-TW"/>
              <a:t>(Correlation)</a:t>
            </a:r>
            <a:r>
              <a:rPr lang="zh-TW" altLang="en-US"/>
              <a:t>運算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727D5F6B-5FDF-C4B6-7263-85D90DFD61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585608"/>
              </p:ext>
            </p:extLst>
          </p:nvPr>
        </p:nvGraphicFramePr>
        <p:xfrm>
          <a:off x="4279902" y="1722965"/>
          <a:ext cx="3692523" cy="3795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084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123084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123084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12650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12650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12650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2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56A0828-83FA-F652-0366-07B1EE144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610881"/>
              </p:ext>
            </p:extLst>
          </p:nvPr>
        </p:nvGraphicFramePr>
        <p:xfrm>
          <a:off x="250827" y="1722965"/>
          <a:ext cx="3692523" cy="3795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084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123084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123084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12650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f(x-1,y-1)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f(x,y-1)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f(x+1,y-1)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12650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</a:t>
                      </a:r>
                      <a:r>
                        <a:rPr lang="en-US" altLang="zh-TW" sz="1600" i="1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x,y</a:t>
                      </a:r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12650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f(x-1,y+1)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f(x,y+1)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f(x+1,y+1)</a:t>
                      </a:r>
                      <a:endParaRPr lang="zh-TW" altLang="en-US" sz="16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828AD4-F82D-EF7F-E717-2000EF23DD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9920354"/>
              </p:ext>
            </p:extLst>
          </p:nvPr>
        </p:nvGraphicFramePr>
        <p:xfrm>
          <a:off x="8308977" y="1722965"/>
          <a:ext cx="3692523" cy="3795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084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123084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123084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12650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f(x-1,y-1)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f(x,y-1)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f(x+1,y-1)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1265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</a:t>
                      </a:r>
                      <a:r>
                        <a:rPr lang="en-US" altLang="zh-TW" sz="1800" i="1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x,y</a:t>
                      </a: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1265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f(x-1,y+1)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f(x,y+1)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f(x+1,y+1)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2D91B575-7B20-2A13-6131-AA89F9ADE02E}"/>
              </a:ext>
            </a:extLst>
          </p:cNvPr>
          <p:cNvSpPr txBox="1"/>
          <p:nvPr/>
        </p:nvSpPr>
        <p:spPr>
          <a:xfrm>
            <a:off x="3914775" y="3375025"/>
            <a:ext cx="3962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/>
              <a:t>*</a:t>
            </a:r>
            <a:endParaRPr lang="zh-TW" altLang="en-US" sz="360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F5CCD72-9C6D-3065-7666-EB9D5D745A69}"/>
              </a:ext>
            </a:extLst>
          </p:cNvPr>
          <p:cNvSpPr txBox="1"/>
          <p:nvPr/>
        </p:nvSpPr>
        <p:spPr>
          <a:xfrm>
            <a:off x="7934325" y="3317875"/>
            <a:ext cx="4315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/>
              <a:t>=</a:t>
            </a:r>
            <a:endParaRPr lang="zh-TW" altLang="en-US" sz="36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689271F-7834-98FB-C2A2-DC154D223298}"/>
                  </a:ext>
                </a:extLst>
              </p:cNvPr>
              <p:cNvSpPr txBox="1"/>
              <p:nvPr/>
            </p:nvSpPr>
            <p:spPr>
              <a:xfrm>
                <a:off x="238126" y="1098550"/>
                <a:ext cx="370522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2800">
                    <a:latin typeface="標楷體" panose="03000509000000000000" pitchFamily="65" charset="-120"/>
                    <a:ea typeface="標楷體" panose="03000509000000000000" pitchFamily="65" charset="-120"/>
                  </a:rPr>
                  <a:t>影像</a:t>
                </a:r>
                <a14:m>
                  <m:oMath xmlns:m="http://schemas.openxmlformats.org/officeDocument/2006/math">
                    <m:r>
                      <a:rPr lang="en-US" altLang="zh-TW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TW" altLang="en-US" sz="2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zh-TW" altLang="en-US" sz="280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B689271F-7834-98FB-C2A2-DC154D2232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6" y="1098550"/>
                <a:ext cx="3705224" cy="523220"/>
              </a:xfrm>
              <a:prstGeom prst="rect">
                <a:avLst/>
              </a:prstGeom>
              <a:blipFill>
                <a:blip r:embed="rId2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BD6DA22-5B45-9BF8-98FC-8A124358B207}"/>
                  </a:ext>
                </a:extLst>
              </p:cNvPr>
              <p:cNvSpPr txBox="1"/>
              <p:nvPr/>
            </p:nvSpPr>
            <p:spPr>
              <a:xfrm>
                <a:off x="4267200" y="1098550"/>
                <a:ext cx="37147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2800">
                    <a:latin typeface="標楷體" panose="03000509000000000000" pitchFamily="65" charset="-120"/>
                    <a:ea typeface="標楷體" panose="03000509000000000000" pitchFamily="65" charset="-120"/>
                  </a:rPr>
                  <a:t>濾波器遮罩</a:t>
                </a:r>
                <a14:m>
                  <m:oMath xmlns:m="http://schemas.openxmlformats.org/officeDocument/2006/math">
                    <m:r>
                      <a:rPr lang="zh-TW" altLang="en-US" sz="28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𝑤</m:t>
                    </m:r>
                    <m:d>
                      <m:dPr>
                        <m:ctrlPr>
                          <a:rPr lang="zh-TW" alt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zh-TW" altLang="en-US" sz="2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TW" alt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zh-TW" altLang="en-US" sz="280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2BD6DA22-5B45-9BF8-98FC-8A124358B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098550"/>
                <a:ext cx="371475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46DE2414-4F7C-6149-7F85-A618C630CD3E}"/>
              </a:ext>
            </a:extLst>
          </p:cNvPr>
          <p:cNvSpPr txBox="1"/>
          <p:nvPr/>
        </p:nvSpPr>
        <p:spPr>
          <a:xfrm>
            <a:off x="8296275" y="1098550"/>
            <a:ext cx="3714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全部相加起來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AE8A4B5-CDDF-55C5-717E-BC8A71C12361}"/>
              </a:ext>
            </a:extLst>
          </p:cNvPr>
          <p:cNvSpPr txBox="1"/>
          <p:nvPr/>
        </p:nvSpPr>
        <p:spPr>
          <a:xfrm>
            <a:off x="9421090" y="2096654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+</a:t>
            </a:r>
            <a:endParaRPr lang="zh-TW" altLang="en-US" sz="32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2940007-075B-E8F6-F476-C78D7843597B}"/>
              </a:ext>
            </a:extLst>
          </p:cNvPr>
          <p:cNvSpPr txBox="1"/>
          <p:nvPr/>
        </p:nvSpPr>
        <p:spPr>
          <a:xfrm>
            <a:off x="10617200" y="210127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+</a:t>
            </a:r>
            <a:endParaRPr lang="zh-TW" altLang="en-US" sz="320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B5098B61-C89B-4CE2-CEEC-8462889E835B}"/>
              </a:ext>
            </a:extLst>
          </p:cNvPr>
          <p:cNvSpPr txBox="1"/>
          <p:nvPr/>
        </p:nvSpPr>
        <p:spPr>
          <a:xfrm>
            <a:off x="9462654" y="3357418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+</a:t>
            </a:r>
            <a:endParaRPr lang="zh-TW" altLang="en-US" sz="320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919C6B1-150D-2BAD-95C8-A6C8DDFDCD9C}"/>
              </a:ext>
            </a:extLst>
          </p:cNvPr>
          <p:cNvSpPr txBox="1"/>
          <p:nvPr/>
        </p:nvSpPr>
        <p:spPr>
          <a:xfrm>
            <a:off x="10658764" y="3362037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+</a:t>
            </a:r>
            <a:endParaRPr lang="zh-TW" altLang="en-US" sz="320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B9DA891-4976-47DB-6B84-0F7C08C948DA}"/>
              </a:ext>
            </a:extLst>
          </p:cNvPr>
          <p:cNvSpPr txBox="1"/>
          <p:nvPr/>
        </p:nvSpPr>
        <p:spPr>
          <a:xfrm>
            <a:off x="9471890" y="4659744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+</a:t>
            </a:r>
            <a:endParaRPr lang="zh-TW" altLang="en-US" sz="320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AA957DF-6EFC-4EFC-64DF-815075E136EC}"/>
              </a:ext>
            </a:extLst>
          </p:cNvPr>
          <p:cNvSpPr txBox="1"/>
          <p:nvPr/>
        </p:nvSpPr>
        <p:spPr>
          <a:xfrm>
            <a:off x="10668000" y="4664363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+</a:t>
            </a:r>
            <a:endParaRPr lang="zh-TW" altLang="en-US" sz="320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05F68F10-B251-8004-F845-332A07582204}"/>
              </a:ext>
            </a:extLst>
          </p:cNvPr>
          <p:cNvSpPr txBox="1"/>
          <p:nvPr/>
        </p:nvSpPr>
        <p:spPr>
          <a:xfrm>
            <a:off x="8183418" y="3343564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+</a:t>
            </a:r>
            <a:endParaRPr lang="zh-TW" altLang="en-US" sz="320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9606650B-EE47-CDBD-2C7E-25D1049086D8}"/>
              </a:ext>
            </a:extLst>
          </p:cNvPr>
          <p:cNvSpPr txBox="1"/>
          <p:nvPr/>
        </p:nvSpPr>
        <p:spPr>
          <a:xfrm>
            <a:off x="8192654" y="4645890"/>
            <a:ext cx="404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/>
              <a:t>+</a:t>
            </a:r>
            <a:endParaRPr lang="zh-TW" altLang="en-US" sz="3200"/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C50DA726-9E2B-4378-393F-1F8AB90DC3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21" t="16023" r="14856" b="61545"/>
          <a:stretch/>
        </p:blipFill>
        <p:spPr bwMode="auto">
          <a:xfrm>
            <a:off x="6881090" y="5892801"/>
            <a:ext cx="5111463" cy="5033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2">
            <a:extLst>
              <a:ext uri="{FF2B5EF4-FFF2-40B4-BE49-F238E27FC236}">
                <a16:creationId xmlns:a16="http://schemas.microsoft.com/office/drawing/2014/main" id="{24374DCB-4532-ED56-ADF0-93D30A05FB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6" r="14855" b="84594"/>
          <a:stretch/>
        </p:blipFill>
        <p:spPr bwMode="auto">
          <a:xfrm>
            <a:off x="801832" y="5916535"/>
            <a:ext cx="6124576" cy="3457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00211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EC8450B-B692-5031-2459-BAA3173AC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35</a:t>
            </a:fld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8-4A6F-C909-89C1-E520910555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46" r="14855" b="61545"/>
          <a:stretch/>
        </p:blipFill>
        <p:spPr bwMode="auto">
          <a:xfrm>
            <a:off x="704850" y="4451995"/>
            <a:ext cx="6124576" cy="862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4AD37EB5-5244-0366-70D7-63815AF9BADC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空間相關性公式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575454E7-820B-F182-A296-122B468327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0" t="54160" r="26790"/>
          <a:stretch/>
        </p:blipFill>
        <p:spPr bwMode="auto">
          <a:xfrm>
            <a:off x="914400" y="2200275"/>
            <a:ext cx="5575300" cy="1371600"/>
          </a:xfrm>
          <a:prstGeom prst="rect">
            <a:avLst/>
          </a:prstGeom>
          <a:noFill/>
          <a:ln w="5715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D205CA4-1096-44E2-1AB6-2A31982908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740418"/>
              </p:ext>
            </p:extLst>
          </p:nvPr>
        </p:nvGraphicFramePr>
        <p:xfrm>
          <a:off x="7851777" y="1881715"/>
          <a:ext cx="3692523" cy="37951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3084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123084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123084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126506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f(x-1,y-1)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f(x,y-1)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f(x+1,y-1)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W(1,-1)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1265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</a:t>
                      </a:r>
                      <a:r>
                        <a:rPr lang="en-US" altLang="zh-TW" sz="1800" i="1" err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x,y</a:t>
                      </a: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W(1,0)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12650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f(x-1,y+1)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W(-1,1)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f(x,y+1)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W(0,1)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800" i="1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f(x+1,y+1)</a:t>
                      </a:r>
                      <a:endParaRPr lang="zh-TW" altLang="en-US" sz="1800" i="1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．</a:t>
                      </a:r>
                      <a:endParaRPr lang="en-US" altLang="zh-TW" sz="18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altLang="zh-TW" sz="1800">
                          <a:solidFill>
                            <a:srgbClr val="0000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W(1,1)</a:t>
                      </a:r>
                      <a:endParaRPr lang="zh-TW" altLang="en-US" sz="1800">
                        <a:solidFill>
                          <a:srgbClr val="0000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E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8B52E5E-8937-4F7C-2E7E-B948C3CA8A72}"/>
                  </a:ext>
                </a:extLst>
              </p:cNvPr>
              <p:cNvSpPr txBox="1"/>
              <p:nvPr/>
            </p:nvSpPr>
            <p:spPr>
              <a:xfrm>
                <a:off x="7839075" y="1257300"/>
                <a:ext cx="37147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TW" altLang="en-US" sz="2800">
                    <a:latin typeface="標楷體" panose="03000509000000000000" pitchFamily="65" charset="-120"/>
                    <a:ea typeface="標楷體" panose="03000509000000000000" pitchFamily="65" charset="-120"/>
                  </a:rPr>
                  <a:t>輸出</a:t>
                </a:r>
                <a:r>
                  <a:rPr lang="en-US" altLang="zh-TW" sz="2800">
                    <a:latin typeface="標楷體" panose="03000509000000000000" pitchFamily="65" charset="-120"/>
                    <a:ea typeface="標楷體" panose="03000509000000000000" pitchFamily="65" charset="-120"/>
                  </a:rPr>
                  <a:t>g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TW" altLang="en-US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TW" altLang="en-US" sz="2800" i="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zh-TW" altLang="en-US" sz="280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8B52E5E-8937-4F7C-2E7E-B948C3CA8A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39075" y="1257300"/>
                <a:ext cx="3714750" cy="523220"/>
              </a:xfrm>
              <a:prstGeom prst="rect">
                <a:avLst/>
              </a:prstGeom>
              <a:blipFill>
                <a:blip r:embed="rId3"/>
                <a:stretch>
                  <a:fillRect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F80AB3CA-73C6-B7DE-0E0B-4287BBE249FE}"/>
              </a:ext>
            </a:extLst>
          </p:cNvPr>
          <p:cNvSpPr txBox="1"/>
          <p:nvPr/>
        </p:nvSpPr>
        <p:spPr>
          <a:xfrm>
            <a:off x="7102764" y="3620655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Sum(</a:t>
            </a:r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A2CF4F14-893D-2A4A-30E5-443D9B81F272}"/>
              </a:ext>
            </a:extLst>
          </p:cNvPr>
          <p:cNvSpPr txBox="1"/>
          <p:nvPr/>
        </p:nvSpPr>
        <p:spPr>
          <a:xfrm>
            <a:off x="11559310" y="3662219"/>
            <a:ext cx="251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/>
              <a:t>)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27482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5AD343A-A0B5-C15C-847F-1D544893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36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2AC8D9-720C-77E0-1FF8-3B7CE896D967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/>
              <a:t>Example1:</a:t>
            </a:r>
            <a:r>
              <a:rPr lang="zh-TW" altLang="en-US"/>
              <a:t>相關性運算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9C53B6B-8BAB-4746-97E4-FC01FB4B9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388833"/>
              </p:ext>
            </p:extLst>
          </p:nvPr>
        </p:nvGraphicFramePr>
        <p:xfrm>
          <a:off x="984250" y="2472266"/>
          <a:ext cx="3197225" cy="3185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298382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369149540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0389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2778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47635C-78DF-D897-23E0-0EDE82235D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176019"/>
              </p:ext>
            </p:extLst>
          </p:nvPr>
        </p:nvGraphicFramePr>
        <p:xfrm>
          <a:off x="5641977" y="3091390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8937718-B499-411C-3E49-8F695F216A7E}"/>
              </a:ext>
            </a:extLst>
          </p:cNvPr>
          <p:cNvSpPr txBox="1"/>
          <p:nvPr/>
        </p:nvSpPr>
        <p:spPr>
          <a:xfrm>
            <a:off x="1085851" y="1739384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5×5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大小影像</a:t>
            </a:r>
            <a:endParaRPr lang="zh-TW" altLang="en-US" sz="32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F6BDFE2-2942-3EB0-3114-322D5141C3E5}"/>
              </a:ext>
            </a:extLst>
          </p:cNvPr>
          <p:cNvSpPr txBox="1"/>
          <p:nvPr/>
        </p:nvSpPr>
        <p:spPr>
          <a:xfrm>
            <a:off x="5019676" y="2434709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3×3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endParaRPr lang="zh-TW" altLang="en-US" sz="32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2FFAFF-A625-B801-D309-83A2179AB60D}"/>
              </a:ext>
            </a:extLst>
          </p:cNvPr>
          <p:cNvSpPr txBox="1"/>
          <p:nvPr/>
        </p:nvSpPr>
        <p:spPr>
          <a:xfrm>
            <a:off x="4610100" y="3800475"/>
            <a:ext cx="442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/>
              <a:t>*</a:t>
            </a:r>
            <a:endParaRPr lang="zh-TW" altLang="en-US" sz="440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5CAAEE1-4B50-4CF1-5A10-21DA3D3E7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929172"/>
              </p:ext>
            </p:extLst>
          </p:nvPr>
        </p:nvGraphicFramePr>
        <p:xfrm>
          <a:off x="9242427" y="3100915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?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A8191-FACF-A386-AA1E-32F6D6E7E53A}"/>
              </a:ext>
            </a:extLst>
          </p:cNvPr>
          <p:cNvSpPr txBox="1"/>
          <p:nvPr/>
        </p:nvSpPr>
        <p:spPr>
          <a:xfrm>
            <a:off x="8562976" y="2415659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/>
              <a:t>output</a:t>
            </a:r>
            <a:endParaRPr lang="zh-TW" altLang="en-US" sz="32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923F8BB-9CC8-EB0F-A830-97E148BAF4B6}"/>
              </a:ext>
            </a:extLst>
          </p:cNvPr>
          <p:cNvSpPr txBox="1"/>
          <p:nvPr/>
        </p:nvSpPr>
        <p:spPr>
          <a:xfrm>
            <a:off x="8039100" y="3724275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/>
              <a:t>=</a:t>
            </a:r>
            <a:endParaRPr lang="zh-TW" altLang="en-US" sz="4000"/>
          </a:p>
        </p:txBody>
      </p:sp>
      <p:sp>
        <p:nvSpPr>
          <p:cNvPr id="5" name="星形: 五角 4">
            <a:extLst>
              <a:ext uri="{FF2B5EF4-FFF2-40B4-BE49-F238E27FC236}">
                <a16:creationId xmlns:a16="http://schemas.microsoft.com/office/drawing/2014/main" id="{3F12D217-B201-19CC-BA26-31A2ACDF5493}"/>
              </a:ext>
            </a:extLst>
          </p:cNvPr>
          <p:cNvSpPr/>
          <p:nvPr/>
        </p:nvSpPr>
        <p:spPr>
          <a:xfrm>
            <a:off x="406400" y="350982"/>
            <a:ext cx="637308" cy="591127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01958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5AD343A-A0B5-C15C-847F-1D544893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37</a:t>
            </a:fld>
            <a:endParaRPr lang="zh-TW" altLang="en-US"/>
          </a:p>
        </p:txBody>
      </p:sp>
      <p:pic>
        <p:nvPicPr>
          <p:cNvPr id="1026" name="Picture 2" descr="Convolutions Demystified…. A comprehensive breakdown of… | by Venkat  Jagannadh Koutha | Medium">
            <a:extLst>
              <a:ext uri="{FF2B5EF4-FFF2-40B4-BE49-F238E27FC236}">
                <a16:creationId xmlns:a16="http://schemas.microsoft.com/office/drawing/2014/main" id="{4EDC9398-421A-99DA-9D0A-F84B149185C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41"/>
          <a:stretch/>
        </p:blipFill>
        <p:spPr bwMode="auto">
          <a:xfrm>
            <a:off x="2654843" y="1386016"/>
            <a:ext cx="6890952" cy="3786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822AC8D9-720C-77E0-1FF8-3B7CE896D967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相關性運算 </a:t>
            </a:r>
            <a:r>
              <a:rPr lang="en-US" altLang="zh-TW"/>
              <a:t>gif</a:t>
            </a:r>
            <a:endParaRPr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DFB0AF33-94CD-C942-F3E3-0DDFF9C51965}"/>
              </a:ext>
            </a:extLst>
          </p:cNvPr>
          <p:cNvSpPr txBox="1"/>
          <p:nvPr/>
        </p:nvSpPr>
        <p:spPr>
          <a:xfrm>
            <a:off x="1930400" y="5657380"/>
            <a:ext cx="9291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3"/>
              </a:rPr>
              <a:t>https://d29g4g2dyqv443.cloudfront.net/sites/default/files/pictures/2018/convolution-2.gif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586691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5AD343A-A0B5-C15C-847F-1D544893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38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2AC8D9-720C-77E0-1FF8-3B7CE896D967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en-US" altLang="zh-TW"/>
              <a:t>Example1: </a:t>
            </a:r>
            <a:r>
              <a:rPr lang="zh-TW" altLang="en-US"/>
              <a:t>相關性運算 </a:t>
            </a:r>
            <a:r>
              <a:rPr lang="en-US" altLang="zh-TW"/>
              <a:t>(</a:t>
            </a:r>
            <a:r>
              <a:rPr lang="zh-TW" altLang="en-US"/>
              <a:t>解答</a:t>
            </a:r>
            <a:r>
              <a:rPr lang="en-US" altLang="zh-TW"/>
              <a:t>)</a:t>
            </a:r>
            <a:endParaRPr lang="zh-TW" altLang="en-US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9C53B6B-8BAB-4746-97E4-FC01FB4B9D4E}"/>
              </a:ext>
            </a:extLst>
          </p:cNvPr>
          <p:cNvGraphicFramePr>
            <a:graphicFrameLocks noGrp="1"/>
          </p:cNvGraphicFramePr>
          <p:nvPr/>
        </p:nvGraphicFramePr>
        <p:xfrm>
          <a:off x="984250" y="2472266"/>
          <a:ext cx="3197225" cy="3185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298382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369149540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0389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27783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47635C-78DF-D897-23E0-0EDE82235D25}"/>
              </a:ext>
            </a:extLst>
          </p:cNvPr>
          <p:cNvGraphicFramePr>
            <a:graphicFrameLocks noGrp="1"/>
          </p:cNvGraphicFramePr>
          <p:nvPr/>
        </p:nvGraphicFramePr>
        <p:xfrm>
          <a:off x="5641977" y="3091390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18937718-B499-411C-3E49-8F695F216A7E}"/>
              </a:ext>
            </a:extLst>
          </p:cNvPr>
          <p:cNvSpPr txBox="1"/>
          <p:nvPr/>
        </p:nvSpPr>
        <p:spPr>
          <a:xfrm>
            <a:off x="1085851" y="1739384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5×5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大小影像</a:t>
            </a:r>
            <a:endParaRPr lang="zh-TW" altLang="en-US" sz="320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F6BDFE2-2942-3EB0-3114-322D5141C3E5}"/>
              </a:ext>
            </a:extLst>
          </p:cNvPr>
          <p:cNvSpPr txBox="1"/>
          <p:nvPr/>
        </p:nvSpPr>
        <p:spPr>
          <a:xfrm>
            <a:off x="5019676" y="2434709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3×3</a:t>
            </a:r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endParaRPr lang="zh-TW" altLang="en-US" sz="320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E2FFAFF-A625-B801-D309-83A2179AB60D}"/>
              </a:ext>
            </a:extLst>
          </p:cNvPr>
          <p:cNvSpPr txBox="1"/>
          <p:nvPr/>
        </p:nvSpPr>
        <p:spPr>
          <a:xfrm>
            <a:off x="4610100" y="3800475"/>
            <a:ext cx="4427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400"/>
              <a:t>*</a:t>
            </a:r>
            <a:endParaRPr lang="zh-TW" altLang="en-US" sz="4400"/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5CAAEE1-4B50-4CF1-5A10-21DA3D3E7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053109"/>
              </p:ext>
            </p:extLst>
          </p:nvPr>
        </p:nvGraphicFramePr>
        <p:xfrm>
          <a:off x="9242427" y="3100915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A8191-FACF-A386-AA1E-32F6D6E7E53A}"/>
              </a:ext>
            </a:extLst>
          </p:cNvPr>
          <p:cNvSpPr txBox="1"/>
          <p:nvPr/>
        </p:nvSpPr>
        <p:spPr>
          <a:xfrm>
            <a:off x="8562976" y="2415659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/>
              <a:t>output</a:t>
            </a:r>
            <a:endParaRPr lang="zh-TW" altLang="en-US" sz="320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B923F8BB-9CC8-EB0F-A830-97E148BAF4B6}"/>
              </a:ext>
            </a:extLst>
          </p:cNvPr>
          <p:cNvSpPr txBox="1"/>
          <p:nvPr/>
        </p:nvSpPr>
        <p:spPr>
          <a:xfrm>
            <a:off x="8039100" y="3724275"/>
            <a:ext cx="45878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/>
              <a:t>=</a:t>
            </a:r>
            <a:endParaRPr lang="zh-TW" altLang="en-US" sz="400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89ABA1-AF27-C9F3-A743-6C97803DCB9A}"/>
              </a:ext>
            </a:extLst>
          </p:cNvPr>
          <p:cNvSpPr/>
          <p:nvPr/>
        </p:nvSpPr>
        <p:spPr>
          <a:xfrm>
            <a:off x="981075" y="2466975"/>
            <a:ext cx="1933575" cy="192405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16865C45-A1DD-F3B6-F1B9-BB5979E72646}"/>
              </a:ext>
            </a:extLst>
          </p:cNvPr>
          <p:cNvSpPr/>
          <p:nvPr/>
        </p:nvSpPr>
        <p:spPr>
          <a:xfrm>
            <a:off x="1882775" y="338653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369B152E-DD7D-69D4-D26A-4EA240D348E6}"/>
              </a:ext>
            </a:extLst>
          </p:cNvPr>
          <p:cNvSpPr/>
          <p:nvPr/>
        </p:nvSpPr>
        <p:spPr>
          <a:xfrm>
            <a:off x="2540794" y="338653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30279DB-672D-78CA-499E-F39B756C4227}"/>
              </a:ext>
            </a:extLst>
          </p:cNvPr>
          <p:cNvSpPr/>
          <p:nvPr/>
        </p:nvSpPr>
        <p:spPr>
          <a:xfrm>
            <a:off x="3175000" y="338653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B0E2F985-E438-09A3-F7DF-D1982878CDF0}"/>
              </a:ext>
            </a:extLst>
          </p:cNvPr>
          <p:cNvSpPr/>
          <p:nvPr/>
        </p:nvSpPr>
        <p:spPr>
          <a:xfrm>
            <a:off x="1876425" y="402788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7B2A0E07-0EC7-0053-3A42-757277AF82D8}"/>
              </a:ext>
            </a:extLst>
          </p:cNvPr>
          <p:cNvSpPr/>
          <p:nvPr/>
        </p:nvSpPr>
        <p:spPr>
          <a:xfrm>
            <a:off x="2534444" y="402788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7D5345AA-F5A7-B96D-3D2A-B095AAF16D28}"/>
              </a:ext>
            </a:extLst>
          </p:cNvPr>
          <p:cNvSpPr/>
          <p:nvPr/>
        </p:nvSpPr>
        <p:spPr>
          <a:xfrm>
            <a:off x="3168650" y="402788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>
            <a:extLst>
              <a:ext uri="{FF2B5EF4-FFF2-40B4-BE49-F238E27FC236}">
                <a16:creationId xmlns:a16="http://schemas.microsoft.com/office/drawing/2014/main" id="{1C5001DF-6CFE-D44D-18DB-208C10FC6873}"/>
              </a:ext>
            </a:extLst>
          </p:cNvPr>
          <p:cNvSpPr/>
          <p:nvPr/>
        </p:nvSpPr>
        <p:spPr>
          <a:xfrm>
            <a:off x="1876425" y="466288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>
            <a:extLst>
              <a:ext uri="{FF2B5EF4-FFF2-40B4-BE49-F238E27FC236}">
                <a16:creationId xmlns:a16="http://schemas.microsoft.com/office/drawing/2014/main" id="{D472DB16-9273-3114-C9D6-C0D2575C25DF}"/>
              </a:ext>
            </a:extLst>
          </p:cNvPr>
          <p:cNvSpPr/>
          <p:nvPr/>
        </p:nvSpPr>
        <p:spPr>
          <a:xfrm>
            <a:off x="2534444" y="466288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橢圓 35">
            <a:extLst>
              <a:ext uri="{FF2B5EF4-FFF2-40B4-BE49-F238E27FC236}">
                <a16:creationId xmlns:a16="http://schemas.microsoft.com/office/drawing/2014/main" id="{9F8A840D-8E86-4F44-C74D-E9247B4900EE}"/>
              </a:ext>
            </a:extLst>
          </p:cNvPr>
          <p:cNvSpPr/>
          <p:nvPr/>
        </p:nvSpPr>
        <p:spPr>
          <a:xfrm>
            <a:off x="3168650" y="4662884"/>
            <a:ext cx="120650" cy="120650"/>
          </a:xfrm>
          <a:prstGeom prst="ellipse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手繪多邊形: 圖案 36">
            <a:extLst>
              <a:ext uri="{FF2B5EF4-FFF2-40B4-BE49-F238E27FC236}">
                <a16:creationId xmlns:a16="http://schemas.microsoft.com/office/drawing/2014/main" id="{13420F3F-5FD0-3AD4-5B57-667EF8F0AC88}"/>
              </a:ext>
            </a:extLst>
          </p:cNvPr>
          <p:cNvSpPr/>
          <p:nvPr/>
        </p:nvSpPr>
        <p:spPr>
          <a:xfrm>
            <a:off x="1890917" y="3435350"/>
            <a:ext cx="1538083" cy="1301750"/>
          </a:xfrm>
          <a:custGeom>
            <a:avLst/>
            <a:gdLst>
              <a:gd name="connsiteX0" fmla="*/ 45833 w 1538083"/>
              <a:gd name="connsiteY0" fmla="*/ 0 h 1301750"/>
              <a:gd name="connsiteX1" fmla="*/ 591933 w 1538083"/>
              <a:gd name="connsiteY1" fmla="*/ 6350 h 1301750"/>
              <a:gd name="connsiteX2" fmla="*/ 642733 w 1538083"/>
              <a:gd name="connsiteY2" fmla="*/ 12700 h 1301750"/>
              <a:gd name="connsiteX3" fmla="*/ 985633 w 1538083"/>
              <a:gd name="connsiteY3" fmla="*/ 19050 h 1301750"/>
              <a:gd name="connsiteX4" fmla="*/ 1347583 w 1538083"/>
              <a:gd name="connsiteY4" fmla="*/ 19050 h 1301750"/>
              <a:gd name="connsiteX5" fmla="*/ 1372983 w 1538083"/>
              <a:gd name="connsiteY5" fmla="*/ 6350 h 1301750"/>
              <a:gd name="connsiteX6" fmla="*/ 1334883 w 1538083"/>
              <a:gd name="connsiteY6" fmla="*/ 19050 h 1301750"/>
              <a:gd name="connsiteX7" fmla="*/ 1239633 w 1538083"/>
              <a:gd name="connsiteY7" fmla="*/ 63500 h 1301750"/>
              <a:gd name="connsiteX8" fmla="*/ 1201533 w 1538083"/>
              <a:gd name="connsiteY8" fmla="*/ 95250 h 1301750"/>
              <a:gd name="connsiteX9" fmla="*/ 1074533 w 1538083"/>
              <a:gd name="connsiteY9" fmla="*/ 165100 h 1301750"/>
              <a:gd name="connsiteX10" fmla="*/ 934833 w 1538083"/>
              <a:gd name="connsiteY10" fmla="*/ 234950 h 1301750"/>
              <a:gd name="connsiteX11" fmla="*/ 801483 w 1538083"/>
              <a:gd name="connsiteY11" fmla="*/ 304800 h 1301750"/>
              <a:gd name="connsiteX12" fmla="*/ 712583 w 1538083"/>
              <a:gd name="connsiteY12" fmla="*/ 342900 h 1301750"/>
              <a:gd name="connsiteX13" fmla="*/ 642733 w 1538083"/>
              <a:gd name="connsiteY13" fmla="*/ 368300 h 1301750"/>
              <a:gd name="connsiteX14" fmla="*/ 572883 w 1538083"/>
              <a:gd name="connsiteY14" fmla="*/ 406400 h 1301750"/>
              <a:gd name="connsiteX15" fmla="*/ 509383 w 1538083"/>
              <a:gd name="connsiteY15" fmla="*/ 431800 h 1301750"/>
              <a:gd name="connsiteX16" fmla="*/ 407783 w 1538083"/>
              <a:gd name="connsiteY16" fmla="*/ 476250 h 1301750"/>
              <a:gd name="connsiteX17" fmla="*/ 318883 w 1538083"/>
              <a:gd name="connsiteY17" fmla="*/ 508000 h 1301750"/>
              <a:gd name="connsiteX18" fmla="*/ 287133 w 1538083"/>
              <a:gd name="connsiteY18" fmla="*/ 527050 h 1301750"/>
              <a:gd name="connsiteX19" fmla="*/ 198233 w 1538083"/>
              <a:gd name="connsiteY19" fmla="*/ 565150 h 1301750"/>
              <a:gd name="connsiteX20" fmla="*/ 134733 w 1538083"/>
              <a:gd name="connsiteY20" fmla="*/ 603250 h 1301750"/>
              <a:gd name="connsiteX21" fmla="*/ 109333 w 1538083"/>
              <a:gd name="connsiteY21" fmla="*/ 622300 h 1301750"/>
              <a:gd name="connsiteX22" fmla="*/ 20433 w 1538083"/>
              <a:gd name="connsiteY22" fmla="*/ 654050 h 1301750"/>
              <a:gd name="connsiteX23" fmla="*/ 1383 w 1538083"/>
              <a:gd name="connsiteY23" fmla="*/ 660400 h 1301750"/>
              <a:gd name="connsiteX24" fmla="*/ 490333 w 1538083"/>
              <a:gd name="connsiteY24" fmla="*/ 654050 h 1301750"/>
              <a:gd name="connsiteX25" fmla="*/ 1315833 w 1538083"/>
              <a:gd name="connsiteY25" fmla="*/ 673100 h 1301750"/>
              <a:gd name="connsiteX26" fmla="*/ 1265033 w 1538083"/>
              <a:gd name="connsiteY26" fmla="*/ 698500 h 1301750"/>
              <a:gd name="connsiteX27" fmla="*/ 1157083 w 1538083"/>
              <a:gd name="connsiteY27" fmla="*/ 742950 h 1301750"/>
              <a:gd name="connsiteX28" fmla="*/ 985633 w 1538083"/>
              <a:gd name="connsiteY28" fmla="*/ 850900 h 1301750"/>
              <a:gd name="connsiteX29" fmla="*/ 845933 w 1538083"/>
              <a:gd name="connsiteY29" fmla="*/ 927100 h 1301750"/>
              <a:gd name="connsiteX30" fmla="*/ 744333 w 1538083"/>
              <a:gd name="connsiteY30" fmla="*/ 958850 h 1301750"/>
              <a:gd name="connsiteX31" fmla="*/ 674483 w 1538083"/>
              <a:gd name="connsiteY31" fmla="*/ 990600 h 1301750"/>
              <a:gd name="connsiteX32" fmla="*/ 566533 w 1538083"/>
              <a:gd name="connsiteY32" fmla="*/ 1028700 h 1301750"/>
              <a:gd name="connsiteX33" fmla="*/ 433183 w 1538083"/>
              <a:gd name="connsiteY33" fmla="*/ 1054100 h 1301750"/>
              <a:gd name="connsiteX34" fmla="*/ 337933 w 1538083"/>
              <a:gd name="connsiteY34" fmla="*/ 1098550 h 1301750"/>
              <a:gd name="connsiteX35" fmla="*/ 293483 w 1538083"/>
              <a:gd name="connsiteY35" fmla="*/ 1111250 h 1301750"/>
              <a:gd name="connsiteX36" fmla="*/ 229983 w 1538083"/>
              <a:gd name="connsiteY36" fmla="*/ 1136650 h 1301750"/>
              <a:gd name="connsiteX37" fmla="*/ 172833 w 1538083"/>
              <a:gd name="connsiteY37" fmla="*/ 1149350 h 1301750"/>
              <a:gd name="connsiteX38" fmla="*/ 147433 w 1538083"/>
              <a:gd name="connsiteY38" fmla="*/ 1162050 h 1301750"/>
              <a:gd name="connsiteX39" fmla="*/ 128383 w 1538083"/>
              <a:gd name="connsiteY39" fmla="*/ 1168400 h 1301750"/>
              <a:gd name="connsiteX40" fmla="*/ 83933 w 1538083"/>
              <a:gd name="connsiteY40" fmla="*/ 1225550 h 1301750"/>
              <a:gd name="connsiteX41" fmla="*/ 64883 w 1538083"/>
              <a:gd name="connsiteY41" fmla="*/ 1270000 h 1301750"/>
              <a:gd name="connsiteX42" fmla="*/ 45833 w 1538083"/>
              <a:gd name="connsiteY42" fmla="*/ 1289050 h 1301750"/>
              <a:gd name="connsiteX43" fmla="*/ 26783 w 1538083"/>
              <a:gd name="connsiteY43" fmla="*/ 1301750 h 1301750"/>
              <a:gd name="connsiteX44" fmla="*/ 363333 w 1538083"/>
              <a:gd name="connsiteY44" fmla="*/ 1295400 h 1301750"/>
              <a:gd name="connsiteX45" fmla="*/ 1538083 w 1538083"/>
              <a:gd name="connsiteY45" fmla="*/ 1289050 h 1301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1538083" h="1301750">
                <a:moveTo>
                  <a:pt x="45833" y="0"/>
                </a:moveTo>
                <a:lnTo>
                  <a:pt x="591933" y="6350"/>
                </a:lnTo>
                <a:cubicBezTo>
                  <a:pt x="608994" y="6713"/>
                  <a:pt x="625677" y="12150"/>
                  <a:pt x="642733" y="12700"/>
                </a:cubicBezTo>
                <a:cubicBezTo>
                  <a:pt x="756993" y="16386"/>
                  <a:pt x="871333" y="16933"/>
                  <a:pt x="985633" y="19050"/>
                </a:cubicBezTo>
                <a:cubicBezTo>
                  <a:pt x="1134313" y="31440"/>
                  <a:pt x="1120323" y="32964"/>
                  <a:pt x="1347583" y="19050"/>
                </a:cubicBezTo>
                <a:cubicBezTo>
                  <a:pt x="1357031" y="18472"/>
                  <a:pt x="1382449" y="6350"/>
                  <a:pt x="1372983" y="6350"/>
                </a:cubicBezTo>
                <a:cubicBezTo>
                  <a:pt x="1359596" y="6350"/>
                  <a:pt x="1347418" y="14350"/>
                  <a:pt x="1334883" y="19050"/>
                </a:cubicBezTo>
                <a:cubicBezTo>
                  <a:pt x="1299477" y="32327"/>
                  <a:pt x="1269518" y="41766"/>
                  <a:pt x="1239633" y="63500"/>
                </a:cubicBezTo>
                <a:cubicBezTo>
                  <a:pt x="1226263" y="73223"/>
                  <a:pt x="1215612" y="86586"/>
                  <a:pt x="1201533" y="95250"/>
                </a:cubicBezTo>
                <a:cubicBezTo>
                  <a:pt x="1160386" y="120571"/>
                  <a:pt x="1115962" y="140243"/>
                  <a:pt x="1074533" y="165100"/>
                </a:cubicBezTo>
                <a:cubicBezTo>
                  <a:pt x="934861" y="248903"/>
                  <a:pt x="1092428" y="158540"/>
                  <a:pt x="934833" y="234950"/>
                </a:cubicBezTo>
                <a:cubicBezTo>
                  <a:pt x="889681" y="256842"/>
                  <a:pt x="847605" y="285034"/>
                  <a:pt x="801483" y="304800"/>
                </a:cubicBezTo>
                <a:cubicBezTo>
                  <a:pt x="771850" y="317500"/>
                  <a:pt x="742517" y="330926"/>
                  <a:pt x="712583" y="342900"/>
                </a:cubicBezTo>
                <a:cubicBezTo>
                  <a:pt x="689580" y="352101"/>
                  <a:pt x="665287" y="358048"/>
                  <a:pt x="642733" y="368300"/>
                </a:cubicBezTo>
                <a:cubicBezTo>
                  <a:pt x="618588" y="379275"/>
                  <a:pt x="596828" y="394997"/>
                  <a:pt x="572883" y="406400"/>
                </a:cubicBezTo>
                <a:cubicBezTo>
                  <a:pt x="552300" y="416201"/>
                  <a:pt x="530269" y="422662"/>
                  <a:pt x="509383" y="431800"/>
                </a:cubicBezTo>
                <a:cubicBezTo>
                  <a:pt x="411507" y="474621"/>
                  <a:pt x="547702" y="423780"/>
                  <a:pt x="407783" y="476250"/>
                </a:cubicBezTo>
                <a:cubicBezTo>
                  <a:pt x="378320" y="487299"/>
                  <a:pt x="347884" y="495789"/>
                  <a:pt x="318883" y="508000"/>
                </a:cubicBezTo>
                <a:cubicBezTo>
                  <a:pt x="307508" y="512789"/>
                  <a:pt x="298287" y="521766"/>
                  <a:pt x="287133" y="527050"/>
                </a:cubicBezTo>
                <a:cubicBezTo>
                  <a:pt x="257996" y="540852"/>
                  <a:pt x="198233" y="565150"/>
                  <a:pt x="198233" y="565150"/>
                </a:cubicBezTo>
                <a:cubicBezTo>
                  <a:pt x="130523" y="632860"/>
                  <a:pt x="201587" y="573537"/>
                  <a:pt x="134733" y="603250"/>
                </a:cubicBezTo>
                <a:cubicBezTo>
                  <a:pt x="125062" y="607548"/>
                  <a:pt x="119004" y="618002"/>
                  <a:pt x="109333" y="622300"/>
                </a:cubicBezTo>
                <a:cubicBezTo>
                  <a:pt x="80579" y="635080"/>
                  <a:pt x="50106" y="643577"/>
                  <a:pt x="20433" y="654050"/>
                </a:cubicBezTo>
                <a:cubicBezTo>
                  <a:pt x="14121" y="656278"/>
                  <a:pt x="-5310" y="660487"/>
                  <a:pt x="1383" y="660400"/>
                </a:cubicBezTo>
                <a:lnTo>
                  <a:pt x="490333" y="654050"/>
                </a:lnTo>
                <a:cubicBezTo>
                  <a:pt x="765500" y="660400"/>
                  <a:pt x="1041045" y="657333"/>
                  <a:pt x="1315833" y="673100"/>
                </a:cubicBezTo>
                <a:cubicBezTo>
                  <a:pt x="1334734" y="674184"/>
                  <a:pt x="1282362" y="690875"/>
                  <a:pt x="1265033" y="698500"/>
                </a:cubicBezTo>
                <a:cubicBezTo>
                  <a:pt x="1229414" y="714172"/>
                  <a:pt x="1189985" y="722170"/>
                  <a:pt x="1157083" y="742950"/>
                </a:cubicBezTo>
                <a:lnTo>
                  <a:pt x="985633" y="850900"/>
                </a:lnTo>
                <a:cubicBezTo>
                  <a:pt x="944191" y="876226"/>
                  <a:pt x="890820" y="909466"/>
                  <a:pt x="845933" y="927100"/>
                </a:cubicBezTo>
                <a:cubicBezTo>
                  <a:pt x="812908" y="940074"/>
                  <a:pt x="777606" y="946527"/>
                  <a:pt x="744333" y="958850"/>
                </a:cubicBezTo>
                <a:cubicBezTo>
                  <a:pt x="720349" y="967733"/>
                  <a:pt x="698055" y="980675"/>
                  <a:pt x="674483" y="990600"/>
                </a:cubicBezTo>
                <a:cubicBezTo>
                  <a:pt x="656223" y="998288"/>
                  <a:pt x="583832" y="1024375"/>
                  <a:pt x="566533" y="1028700"/>
                </a:cubicBezTo>
                <a:cubicBezTo>
                  <a:pt x="518027" y="1040827"/>
                  <a:pt x="481048" y="1040804"/>
                  <a:pt x="433183" y="1054100"/>
                </a:cubicBezTo>
                <a:cubicBezTo>
                  <a:pt x="349068" y="1077465"/>
                  <a:pt x="414444" y="1065760"/>
                  <a:pt x="337933" y="1098550"/>
                </a:cubicBezTo>
                <a:cubicBezTo>
                  <a:pt x="323769" y="1104620"/>
                  <a:pt x="308014" y="1106121"/>
                  <a:pt x="293483" y="1111250"/>
                </a:cubicBezTo>
                <a:cubicBezTo>
                  <a:pt x="271985" y="1118837"/>
                  <a:pt x="251452" y="1128982"/>
                  <a:pt x="229983" y="1136650"/>
                </a:cubicBezTo>
                <a:cubicBezTo>
                  <a:pt x="218570" y="1140726"/>
                  <a:pt x="182895" y="1147338"/>
                  <a:pt x="172833" y="1149350"/>
                </a:cubicBezTo>
                <a:cubicBezTo>
                  <a:pt x="164366" y="1153583"/>
                  <a:pt x="156134" y="1158321"/>
                  <a:pt x="147433" y="1162050"/>
                </a:cubicBezTo>
                <a:cubicBezTo>
                  <a:pt x="141281" y="1164687"/>
                  <a:pt x="133116" y="1163667"/>
                  <a:pt x="128383" y="1168400"/>
                </a:cubicBezTo>
                <a:cubicBezTo>
                  <a:pt x="111318" y="1185465"/>
                  <a:pt x="83933" y="1225550"/>
                  <a:pt x="83933" y="1225550"/>
                </a:cubicBezTo>
                <a:cubicBezTo>
                  <a:pt x="78751" y="1241096"/>
                  <a:pt x="74691" y="1256268"/>
                  <a:pt x="64883" y="1270000"/>
                </a:cubicBezTo>
                <a:cubicBezTo>
                  <a:pt x="59663" y="1277308"/>
                  <a:pt x="52732" y="1283301"/>
                  <a:pt x="45833" y="1289050"/>
                </a:cubicBezTo>
                <a:cubicBezTo>
                  <a:pt x="39970" y="1293936"/>
                  <a:pt x="19153" y="1301597"/>
                  <a:pt x="26783" y="1301750"/>
                </a:cubicBezTo>
                <a:lnTo>
                  <a:pt x="363333" y="1295400"/>
                </a:lnTo>
                <a:cubicBezTo>
                  <a:pt x="785890" y="1242580"/>
                  <a:pt x="397068" y="1289050"/>
                  <a:pt x="1538083" y="1289050"/>
                </a:cubicBezTo>
              </a:path>
            </a:pathLst>
          </a:custGeom>
          <a:noFill/>
          <a:ln>
            <a:solidFill>
              <a:srgbClr val="0000FF"/>
            </a:solidFill>
            <a:prstDash val="sysDash"/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CA1B602-90C7-9DF2-B1B6-65796E599157}"/>
              </a:ext>
            </a:extLst>
          </p:cNvPr>
          <p:cNvSpPr/>
          <p:nvPr/>
        </p:nvSpPr>
        <p:spPr>
          <a:xfrm>
            <a:off x="2247900" y="3724275"/>
            <a:ext cx="1933575" cy="1924050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71267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5AD343A-A0B5-C15C-847F-1D544893B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39</a:t>
            </a:fld>
            <a:endParaRPr lang="zh-TW" altLang="en-US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822AC8D9-720C-77E0-1FF8-3B7CE896D967}"/>
              </a:ext>
            </a:extLst>
          </p:cNvPr>
          <p:cNvSpPr txBox="1"/>
          <p:nvPr/>
        </p:nvSpPr>
        <p:spPr>
          <a:xfrm>
            <a:off x="0" y="879773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特徵圖反映了影像中</a:t>
            </a:r>
            <a:r>
              <a:rPr lang="zh-TW" altLang="en-US">
                <a:solidFill>
                  <a:srgbClr val="FF0000"/>
                </a:solidFill>
              </a:rPr>
              <a:t>斜線</a:t>
            </a:r>
            <a:r>
              <a:rPr lang="zh-TW" altLang="en-US"/>
              <a:t>的特徵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A47635C-78DF-D897-23E0-0EDE82235D25}"/>
              </a:ext>
            </a:extLst>
          </p:cNvPr>
          <p:cNvGraphicFramePr>
            <a:graphicFrameLocks noGrp="1"/>
          </p:cNvGraphicFramePr>
          <p:nvPr/>
        </p:nvGraphicFramePr>
        <p:xfrm>
          <a:off x="5641977" y="3091390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32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5CAAEE1-4B50-4CF1-5A10-21DA3D3E77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5218479"/>
              </p:ext>
            </p:extLst>
          </p:nvPr>
        </p:nvGraphicFramePr>
        <p:xfrm>
          <a:off x="9242427" y="3100915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EDED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EF0F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EDE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EF0F0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320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TW" altLang="en-US" sz="32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rgbClr val="FDB1B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124A8191-FACF-A386-AA1E-32F6D6E7E53A}"/>
              </a:ext>
            </a:extLst>
          </p:cNvPr>
          <p:cNvSpPr txBox="1"/>
          <p:nvPr/>
        </p:nvSpPr>
        <p:spPr>
          <a:xfrm>
            <a:off x="8562976" y="2291834"/>
            <a:ext cx="31623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特徵圖</a:t>
            </a:r>
            <a:r>
              <a:rPr lang="en-US" altLang="zh-TW" sz="32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(Feature)</a:t>
            </a:r>
            <a:endParaRPr lang="zh-TW" altLang="en-US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C5F29AA4-95AC-04EF-3314-FEF99BB30CA4}"/>
              </a:ext>
            </a:extLst>
          </p:cNvPr>
          <p:cNvCxnSpPr/>
          <p:nvPr/>
        </p:nvCxnSpPr>
        <p:spPr>
          <a:xfrm>
            <a:off x="5838825" y="3276600"/>
            <a:ext cx="1504950" cy="15240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08B204A5-2C4D-7E08-100D-BA0BD3EFCF51}"/>
              </a:ext>
            </a:extLst>
          </p:cNvPr>
          <p:cNvCxnSpPr>
            <a:cxnSpLocks/>
          </p:cNvCxnSpPr>
          <p:nvPr/>
        </p:nvCxnSpPr>
        <p:spPr>
          <a:xfrm flipV="1">
            <a:off x="5829300" y="3276600"/>
            <a:ext cx="1524000" cy="156210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3" name="表格 32">
            <a:extLst>
              <a:ext uri="{FF2B5EF4-FFF2-40B4-BE49-F238E27FC236}">
                <a16:creationId xmlns:a16="http://schemas.microsoft.com/office/drawing/2014/main" id="{E9C53B6B-8BAB-4746-97E4-FC01FB4B9D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6263617"/>
              </p:ext>
            </p:extLst>
          </p:nvPr>
        </p:nvGraphicFramePr>
        <p:xfrm>
          <a:off x="984250" y="2481791"/>
          <a:ext cx="3197225" cy="318558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29838298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369149540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0389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1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6EA92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/>
                        <a:t>0</a:t>
                      </a:r>
                      <a:endParaRPr lang="zh-TW" altLang="en-US" sz="2800"/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27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99591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補空白</a:t>
            </a:r>
            <a:r>
              <a:rPr lang="en-US" altLang="zh-TW"/>
              <a:t>Pad</a:t>
            </a:r>
            <a:endParaRPr lang="zh-TW" altLang="en-US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5BC3D40A-3C2F-0785-91E1-082892B27B9D}"/>
              </a:ext>
            </a:extLst>
          </p:cNvPr>
          <p:cNvSpPr txBox="1"/>
          <p:nvPr/>
        </p:nvSpPr>
        <p:spPr>
          <a:xfrm>
            <a:off x="3332508" y="1968468"/>
            <a:ext cx="2430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Padding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10BCA84D-E388-AF5B-679B-43F09F571803}"/>
              </a:ext>
            </a:extLst>
          </p:cNvPr>
          <p:cNvSpPr txBox="1"/>
          <p:nvPr/>
        </p:nvSpPr>
        <p:spPr>
          <a:xfrm>
            <a:off x="6823753" y="2518029"/>
            <a:ext cx="11010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endParaRPr lang="zh-TW" altLang="en-US" sz="24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E5D51063-568E-4153-8D9A-4D25A4E6C2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699305"/>
              </p:ext>
            </p:extLst>
          </p:nvPr>
        </p:nvGraphicFramePr>
        <p:xfrm>
          <a:off x="3189142" y="2533681"/>
          <a:ext cx="2685185" cy="2675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37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1829838298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369149540"/>
                    </a:ext>
                  </a:extLst>
                </a:gridCol>
              </a:tblGrid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12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13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14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17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18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19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210389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76796" marR="76796" marT="38398" marB="38398" anchor="ctr"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327783"/>
                  </a:ext>
                </a:extLst>
              </a:tr>
            </a:tbl>
          </a:graphicData>
        </a:graphic>
      </p:graphicFrame>
      <p:graphicFrame>
        <p:nvGraphicFramePr>
          <p:cNvPr id="34" name="表格 33">
            <a:extLst>
              <a:ext uri="{FF2B5EF4-FFF2-40B4-BE49-F238E27FC236}">
                <a16:creationId xmlns:a16="http://schemas.microsoft.com/office/drawing/2014/main" id="{A81A79C0-55A4-3ED8-369B-9262E10DC1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015964"/>
              </p:ext>
            </p:extLst>
          </p:nvPr>
        </p:nvGraphicFramePr>
        <p:xfrm>
          <a:off x="6507550" y="3079351"/>
          <a:ext cx="1629687" cy="16219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29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543229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543229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67ED4396-9141-C123-9B02-404D108BA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8436212"/>
              </p:ext>
            </p:extLst>
          </p:nvPr>
        </p:nvGraphicFramePr>
        <p:xfrm>
          <a:off x="9234054" y="2906281"/>
          <a:ext cx="2148148" cy="21403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37">
                  <a:extLst>
                    <a:ext uri="{9D8B030D-6E8A-4147-A177-3AD203B41FA5}">
                      <a16:colId xmlns:a16="http://schemas.microsoft.com/office/drawing/2014/main" val="1418073191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3086415998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1405263833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3821831854"/>
                    </a:ext>
                  </a:extLst>
                </a:gridCol>
              </a:tblGrid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772606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927739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12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13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14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169342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17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18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19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754478"/>
                  </a:ext>
                </a:extLst>
              </a:tr>
            </a:tbl>
          </a:graphicData>
        </a:graphic>
      </p:graphicFrame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D9A5A564-0BA4-6E2E-F2F8-4DFF61ED96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8565401"/>
              </p:ext>
            </p:extLst>
          </p:nvPr>
        </p:nvGraphicFramePr>
        <p:xfrm>
          <a:off x="9227659" y="2890005"/>
          <a:ext cx="1629687" cy="162195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43229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543229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543229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5406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7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700">
                        <a:solidFill>
                          <a:srgbClr val="C00000"/>
                        </a:solidFill>
                      </a:endParaRPr>
                    </a:p>
                  </a:txBody>
                  <a:tcPr marL="77622" marR="77622" marT="38811" marB="38811"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42" name="表格 41">
            <a:extLst>
              <a:ext uri="{FF2B5EF4-FFF2-40B4-BE49-F238E27FC236}">
                <a16:creationId xmlns:a16="http://schemas.microsoft.com/office/drawing/2014/main" id="{46F580C6-19E3-2453-91B9-D4448E842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9468"/>
              </p:ext>
            </p:extLst>
          </p:nvPr>
        </p:nvGraphicFramePr>
        <p:xfrm>
          <a:off x="939800" y="3100244"/>
          <a:ext cx="1611111" cy="16052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7037">
                  <a:extLst>
                    <a:ext uri="{9D8B030D-6E8A-4147-A177-3AD203B41FA5}">
                      <a16:colId xmlns:a16="http://schemas.microsoft.com/office/drawing/2014/main" val="738406071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2409655242"/>
                    </a:ext>
                  </a:extLst>
                </a:gridCol>
                <a:gridCol w="537037">
                  <a:extLst>
                    <a:ext uri="{9D8B030D-6E8A-4147-A177-3AD203B41FA5}">
                      <a16:colId xmlns:a16="http://schemas.microsoft.com/office/drawing/2014/main" val="749220113"/>
                    </a:ext>
                  </a:extLst>
                </a:gridCol>
              </a:tblGrid>
              <a:tr h="53508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4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4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762147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12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13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14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8711160"/>
                  </a:ext>
                </a:extLst>
              </a:tr>
              <a:tr h="53508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17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18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19</a:t>
                      </a:r>
                      <a:endParaRPr lang="zh-TW" altLang="en-US" sz="2400"/>
                    </a:p>
                  </a:txBody>
                  <a:tcPr marL="76796" marR="76796" marT="38398" marB="38398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07599"/>
                  </a:ext>
                </a:extLst>
              </a:tr>
            </a:tbl>
          </a:graphicData>
        </a:graphic>
      </p:graphicFrame>
      <p:sp>
        <p:nvSpPr>
          <p:cNvPr id="43" name="文字方塊 42">
            <a:extLst>
              <a:ext uri="{FF2B5EF4-FFF2-40B4-BE49-F238E27FC236}">
                <a16:creationId xmlns:a16="http://schemas.microsoft.com/office/drawing/2014/main" id="{FCDEE9A3-67A5-99CA-FD4D-E1401DA3B987}"/>
              </a:ext>
            </a:extLst>
          </p:cNvPr>
          <p:cNvSpPr txBox="1"/>
          <p:nvPr/>
        </p:nvSpPr>
        <p:spPr>
          <a:xfrm>
            <a:off x="575453" y="2564214"/>
            <a:ext cx="24309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</a:t>
            </a:r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7B958AFA-4758-EFFB-BC8D-4429D758ACA7}"/>
              </a:ext>
            </a:extLst>
          </p:cNvPr>
          <p:cNvSpPr txBox="1"/>
          <p:nvPr/>
        </p:nvSpPr>
        <p:spPr>
          <a:xfrm>
            <a:off x="9095898" y="2310211"/>
            <a:ext cx="23849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可以算到邊邊了</a:t>
            </a:r>
          </a:p>
        </p:txBody>
      </p:sp>
    </p:spTree>
    <p:extLst>
      <p:ext uri="{BB962C8B-B14F-4D97-AF65-F5344CB8AC3E}">
        <p14:creationId xmlns:p14="http://schemas.microsoft.com/office/powerpoint/2010/main" val="14493168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F83C62B-2797-DB1A-82D3-3EFD59E3B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41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67DCAE7-07DD-8B1B-B5BE-DCF10E1ADB43}"/>
                  </a:ext>
                </a:extLst>
              </p:cNvPr>
              <p:cNvSpPr txBox="1"/>
              <p:nvPr/>
            </p:nvSpPr>
            <p:spPr>
              <a:xfrm>
                <a:off x="406398" y="1564197"/>
                <a:ext cx="3860801" cy="157299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2000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TW" altLang="ar-AE" sz="20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ar-AE" altLang="zh-TW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  <m:r>
                                <a:rPr lang="ar-AE" altLang="zh-TW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sub>
                              </m:sSub>
                              <m:r>
                                <a:rPr lang="ar-AE" altLang="zh-TW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altLang="zh-TW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d>
                      <m:r>
                        <a:rPr lang="ar-AE" altLang="zh-TW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zh-TW" sz="20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altLang="zh-TW" sz="2000" dirty="0"/>
              </a:p>
              <a:p>
                <a:pPr>
                  <a:buNone/>
                </a:pPr>
                <a:endParaRPr lang="ar-AE" altLang="zh-TW" sz="2000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ar-AE" sz="2000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zh-TW" altLang="ar-AE" sz="20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sub>
                      </m:sSub>
                      <m:r>
                        <a:rPr lang="ar-AE" altLang="zh-TW" sz="20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ar-AE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ar-AE" altLang="zh-TW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ar-AE" altLang="zh-TW" sz="2000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TW" altLang="ar-AE" sz="2000" i="1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ar-AE" altLang="zh-TW" sz="2000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ar-AE" altLang="zh-TW" sz="20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ar-AE" altLang="zh-TW" sz="20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num>
                            <m:den>
                              <m:r>
                                <a:rPr lang="zh-TW" altLang="ar-AE" sz="20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den>
                          </m:f>
                        </m:e>
                      </m:d>
                      <m:r>
                        <a:rPr lang="ar-AE" altLang="zh-TW" sz="2000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ar-AE" altLang="zh-TW" sz="2000" i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ar-AE" altLang="zh-TW" sz="2000" dirty="0"/>
              </a:p>
            </p:txBody>
          </p:sp>
        </mc:Choice>
        <mc:Fallback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767DCAE7-07DD-8B1B-B5BE-DCF10E1AD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8" y="1564197"/>
                <a:ext cx="3860801" cy="157299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47B3D76E-B3D9-7665-6474-14016A93280F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輸出大小公式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7F93027E-D96D-EB79-417B-9AE26CC110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69466"/>
              </p:ext>
            </p:extLst>
          </p:nvPr>
        </p:nvGraphicFramePr>
        <p:xfrm>
          <a:off x="4532745" y="1556887"/>
          <a:ext cx="7345218" cy="443799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953655">
                  <a:extLst>
                    <a:ext uri="{9D8B030D-6E8A-4147-A177-3AD203B41FA5}">
                      <a16:colId xmlns:a16="http://schemas.microsoft.com/office/drawing/2014/main" val="629644510"/>
                    </a:ext>
                  </a:extLst>
                </a:gridCol>
                <a:gridCol w="1653309">
                  <a:extLst>
                    <a:ext uri="{9D8B030D-6E8A-4147-A177-3AD203B41FA5}">
                      <a16:colId xmlns:a16="http://schemas.microsoft.com/office/drawing/2014/main" val="1198352284"/>
                    </a:ext>
                  </a:extLst>
                </a:gridCol>
                <a:gridCol w="1893455">
                  <a:extLst>
                    <a:ext uri="{9D8B030D-6E8A-4147-A177-3AD203B41FA5}">
                      <a16:colId xmlns:a16="http://schemas.microsoft.com/office/drawing/2014/main" val="3959992953"/>
                    </a:ext>
                  </a:extLst>
                </a:gridCol>
                <a:gridCol w="2844799">
                  <a:extLst>
                    <a:ext uri="{9D8B030D-6E8A-4147-A177-3AD203B41FA5}">
                      <a16:colId xmlns:a16="http://schemas.microsoft.com/office/drawing/2014/main" val="775029160"/>
                    </a:ext>
                  </a:extLst>
                </a:gridCol>
              </a:tblGrid>
              <a:tr h="58594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符號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中文名稱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英文名稱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說明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2633500"/>
                  </a:ext>
                </a:extLst>
              </a:tr>
              <a:tr h="642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輸入 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Input Width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輸入影像或特徵圖的寬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1066903"/>
                  </a:ext>
                </a:extLst>
              </a:tr>
              <a:tr h="642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</a:t>
                      </a:r>
                      <a:endParaRPr lang="de-DE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輸入 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Input Height</a:t>
                      </a:r>
                      <a:endParaRPr lang="de-DE" b="0" dirty="0"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輸入影像或特徵圖的高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012121"/>
                  </a:ext>
                </a:extLst>
              </a:tr>
              <a:tr h="642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卷積核大小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Kernel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濾波器的邊長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3032800"/>
                  </a:ext>
                </a:extLst>
              </a:tr>
              <a:tr h="642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補零數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Padding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邊界填充 </a:t>
                      </a:r>
                      <a:r>
                        <a:rPr lang="en-US" altLang="zh-TW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0 </a:t>
                      </a: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的大小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182142"/>
                  </a:ext>
                </a:extLst>
              </a:tr>
              <a:tr h="642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步幅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Stride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卷積核每次移動的間隔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9699565"/>
                  </a:ext>
                </a:extLst>
              </a:tr>
              <a:tr h="64200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輸出大小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de-DE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Output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TW" altLang="en-US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卷積後得到的邊長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20835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966777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B8DF411-C442-B3E9-A1CB-A4CAF1581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42</a:t>
            </a:fld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3F4261D-EBAD-67A2-44A9-9A60F67F8018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濾波器名稱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F0764F5-CA0F-0B27-554C-05967429EBB3}"/>
              </a:ext>
            </a:extLst>
          </p:cNvPr>
          <p:cNvSpPr txBox="1"/>
          <p:nvPr/>
        </p:nvSpPr>
        <p:spPr>
          <a:xfrm>
            <a:off x="858984" y="1325480"/>
            <a:ext cx="9910616" cy="3894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書本常見的名稱：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濾波器（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filter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遮罩（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mask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核心（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kernel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模板（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template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窗（</a:t>
            </a:r>
            <a:r>
              <a:rPr lang="en-US" altLang="zh-TW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window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5403424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094"/>
          <a:stretch/>
        </p:blipFill>
        <p:spPr bwMode="auto">
          <a:xfrm>
            <a:off x="592007" y="1085107"/>
            <a:ext cx="11072052" cy="2422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卷積</a:t>
            </a:r>
            <a:r>
              <a:rPr lang="en-US" altLang="zh-TW"/>
              <a:t>(Convolution)</a:t>
            </a:r>
            <a:r>
              <a:rPr lang="zh-TW" altLang="en-US"/>
              <a:t>特性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3BD63EA3-90D0-65B1-F25A-B4F27509CA26}"/>
              </a:ext>
            </a:extLst>
          </p:cNvPr>
          <p:cNvSpPr txBox="1"/>
          <p:nvPr/>
        </p:nvSpPr>
        <p:spPr>
          <a:xfrm>
            <a:off x="849744" y="4156364"/>
            <a:ext cx="10608994" cy="22213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交換性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不論它們的順序如何，卷積結果都是一樣的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結合性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無論先對哪兩個函數進行卷積，結果都是一樣的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分配性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卷積對於函數的加法是可以分配的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9CF690B-E90F-D606-6F0C-568B13D24AA6}"/>
              </a:ext>
            </a:extLst>
          </p:cNvPr>
          <p:cNvSpPr txBox="1"/>
          <p:nvPr/>
        </p:nvSpPr>
        <p:spPr>
          <a:xfrm>
            <a:off x="858979" y="3588389"/>
            <a:ext cx="78878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條件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在沒有邊界條件干擾的情況下才成立</a:t>
            </a:r>
          </a:p>
        </p:txBody>
      </p:sp>
      <p:sp>
        <p:nvSpPr>
          <p:cNvPr id="3" name="星形: 五角 2">
            <a:extLst>
              <a:ext uri="{FF2B5EF4-FFF2-40B4-BE49-F238E27FC236}">
                <a16:creationId xmlns:a16="http://schemas.microsoft.com/office/drawing/2014/main" id="{95EC1C88-2621-3288-1343-248EE4D2CC72}"/>
              </a:ext>
            </a:extLst>
          </p:cNvPr>
          <p:cNvSpPr/>
          <p:nvPr/>
        </p:nvSpPr>
        <p:spPr>
          <a:xfrm>
            <a:off x="258619" y="4341091"/>
            <a:ext cx="471054" cy="443345"/>
          </a:xfrm>
          <a:prstGeom prst="star5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87263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相關性</a:t>
            </a:r>
            <a:r>
              <a:rPr lang="en-US" altLang="zh-TW"/>
              <a:t>(Correlation) vs. </a:t>
            </a:r>
            <a:r>
              <a:rPr lang="zh-TW" altLang="en-US"/>
              <a:t>卷積</a:t>
            </a:r>
            <a:r>
              <a:rPr lang="en-US" altLang="zh-TW"/>
              <a:t>(Convolution)</a:t>
            </a:r>
            <a:endParaRPr lang="zh-TW" alt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8AC011B5-45FC-B11E-38E1-FD70ECA6507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40" t="75359" r="20427" b="-1059"/>
          <a:stretch/>
        </p:blipFill>
        <p:spPr bwMode="auto">
          <a:xfrm>
            <a:off x="3248024" y="4410074"/>
            <a:ext cx="8030292" cy="1524001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74B13DC-7684-6A08-4781-FDCD5A984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088" t="35524" r="20279" b="38776"/>
          <a:stretch/>
        </p:blipFill>
        <p:spPr bwMode="auto">
          <a:xfrm>
            <a:off x="3248024" y="2124074"/>
            <a:ext cx="8030292" cy="1524001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9CE3D1C-0383-03EA-8604-DCEA97054A76}"/>
              </a:ext>
            </a:extLst>
          </p:cNvPr>
          <p:cNvSpPr txBox="1"/>
          <p:nvPr/>
        </p:nvSpPr>
        <p:spPr>
          <a:xfrm>
            <a:off x="790575" y="2596634"/>
            <a:ext cx="190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>
                <a:latin typeface="標楷體" panose="03000509000000000000" pitchFamily="65" charset="-120"/>
                <a:ea typeface="標楷體" panose="03000509000000000000" pitchFamily="65" charset="-120"/>
              </a:rPr>
              <a:t>相關性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8601424-6BC7-BA3E-710E-41E96D17587F}"/>
              </a:ext>
            </a:extLst>
          </p:cNvPr>
          <p:cNvSpPr txBox="1"/>
          <p:nvPr/>
        </p:nvSpPr>
        <p:spPr>
          <a:xfrm>
            <a:off x="790575" y="4873109"/>
            <a:ext cx="1905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3600">
                <a:latin typeface="標楷體" panose="03000509000000000000" pitchFamily="65" charset="-120"/>
                <a:ea typeface="標楷體" panose="03000509000000000000" pitchFamily="65" charset="-120"/>
              </a:rPr>
              <a:t>卷積</a:t>
            </a:r>
          </a:p>
        </p:txBody>
      </p: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00D85F30-8A39-C6E7-51FE-A3F685FCA4E8}"/>
              </a:ext>
            </a:extLst>
          </p:cNvPr>
          <p:cNvCxnSpPr>
            <a:cxnSpLocks/>
          </p:cNvCxnSpPr>
          <p:nvPr/>
        </p:nvCxnSpPr>
        <p:spPr>
          <a:xfrm>
            <a:off x="9291637" y="5136357"/>
            <a:ext cx="2047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C95590FD-5FAA-7D6D-C92A-15B771A9DD76}"/>
              </a:ext>
            </a:extLst>
          </p:cNvPr>
          <p:cNvCxnSpPr>
            <a:cxnSpLocks/>
          </p:cNvCxnSpPr>
          <p:nvPr/>
        </p:nvCxnSpPr>
        <p:spPr>
          <a:xfrm>
            <a:off x="10260806" y="5138738"/>
            <a:ext cx="20478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565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1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731" t="31090" r="62282" b="49937"/>
          <a:stretch/>
        </p:blipFill>
        <p:spPr bwMode="auto">
          <a:xfrm>
            <a:off x="9503456" y="425634"/>
            <a:ext cx="2050944" cy="45961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03724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卷積</a:t>
            </a:r>
            <a:r>
              <a:rPr lang="en-US" altLang="zh-TW" dirty="0"/>
              <a:t>(Convolution)</a:t>
            </a:r>
            <a:r>
              <a:rPr lang="zh-TW" altLang="en-US" dirty="0"/>
              <a:t>特性</a:t>
            </a:r>
            <a:r>
              <a:rPr lang="en-US" altLang="zh-TW" dirty="0">
                <a:highlight>
                  <a:srgbClr val="C0C0C0"/>
                </a:highlight>
              </a:rPr>
              <a:t>(</a:t>
            </a:r>
            <a:r>
              <a:rPr lang="en-US" altLang="zh-TW" dirty="0">
                <a:highlight>
                  <a:srgbClr val="C0C0C0"/>
                </a:highlight>
                <a:sym typeface="Wingdings" panose="05000000000000000000" pitchFamily="2" charset="2"/>
              </a:rPr>
              <a:t>1):</a:t>
            </a:r>
            <a:r>
              <a:rPr lang="zh-TW" altLang="en-US" dirty="0">
                <a:highlight>
                  <a:srgbClr val="C0C0C0"/>
                </a:highlight>
              </a:rPr>
              <a:t>交換性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EEDF54A-0765-AE6D-E9E3-D405655C97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212419"/>
              </p:ext>
            </p:extLst>
          </p:nvPr>
        </p:nvGraphicFramePr>
        <p:xfrm>
          <a:off x="254581" y="1844482"/>
          <a:ext cx="1918335" cy="1911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</a:tbl>
          </a:graphicData>
        </a:graphic>
      </p:graphicFrame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F910237-F874-D4B0-B76F-EE68F99854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8268541"/>
              </p:ext>
            </p:extLst>
          </p:nvPr>
        </p:nvGraphicFramePr>
        <p:xfrm>
          <a:off x="2566271" y="1835245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-1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-2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-1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06947508-179C-D27E-31DC-DDECBD84B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7793549"/>
              </p:ext>
            </p:extLst>
          </p:nvPr>
        </p:nvGraphicFramePr>
        <p:xfrm>
          <a:off x="10061577" y="1987645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-21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6" name="文字方塊 5">
            <a:extLst>
              <a:ext uri="{FF2B5EF4-FFF2-40B4-BE49-F238E27FC236}">
                <a16:creationId xmlns:a16="http://schemas.microsoft.com/office/drawing/2014/main" id="{4722B1F7-06C4-A02A-0F6B-D31D002ACA41}"/>
              </a:ext>
            </a:extLst>
          </p:cNvPr>
          <p:cNvSpPr txBox="1"/>
          <p:nvPr/>
        </p:nvSpPr>
        <p:spPr>
          <a:xfrm>
            <a:off x="1089894" y="879763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3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2EF89A17-79AF-D6AA-365D-C0F757A44C20}"/>
              </a:ext>
            </a:extLst>
          </p:cNvPr>
          <p:cNvSpPr txBox="1"/>
          <p:nvPr/>
        </p:nvSpPr>
        <p:spPr>
          <a:xfrm>
            <a:off x="3385129" y="110143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A5F20B5C-EA56-5467-D462-2D429CB26D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7665819"/>
              </p:ext>
            </p:extLst>
          </p:nvPr>
        </p:nvGraphicFramePr>
        <p:xfrm>
          <a:off x="4990816" y="1849100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-1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-2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00FF"/>
                          </a:solidFill>
                        </a:rPr>
                        <a:t>-1</a:t>
                      </a:r>
                      <a:endParaRPr lang="zh-TW" altLang="en-US" sz="280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AB9A58-CEFB-C7C9-16E3-E6BDFF62DC38}"/>
              </a:ext>
            </a:extLst>
          </p:cNvPr>
          <p:cNvSpPr txBox="1"/>
          <p:nvPr/>
        </p:nvSpPr>
        <p:spPr>
          <a:xfrm>
            <a:off x="5394038" y="1152237"/>
            <a:ext cx="14039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翻轉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044DA0B-556D-FCA8-F70C-89FE35D4B356}"/>
              </a:ext>
            </a:extLst>
          </p:cNvPr>
          <p:cNvSpPr txBox="1"/>
          <p:nvPr/>
        </p:nvSpPr>
        <p:spPr>
          <a:xfrm>
            <a:off x="10547927" y="1464024"/>
            <a:ext cx="80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</a:t>
            </a:r>
            <a:endParaRPr lang="zh-TW" altLang="en-US" sz="2400"/>
          </a:p>
        </p:txBody>
      </p:sp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176B31D5-F490-0904-C457-E85CF07086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618444"/>
              </p:ext>
            </p:extLst>
          </p:nvPr>
        </p:nvGraphicFramePr>
        <p:xfrm>
          <a:off x="2559053" y="4509173"/>
          <a:ext cx="1918335" cy="1911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7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8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C00000"/>
                          </a:solidFill>
                        </a:rPr>
                        <a:t>9</a:t>
                      </a:r>
                      <a:endParaRPr lang="zh-TW" altLang="en-US" sz="280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2B143436-2E3D-692E-3A2C-A0E77E7C8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8194602"/>
              </p:ext>
            </p:extLst>
          </p:nvPr>
        </p:nvGraphicFramePr>
        <p:xfrm>
          <a:off x="271034" y="4499936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-1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-2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-1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A78A02D8-635E-6650-2780-E2C34D056F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239611"/>
              </p:ext>
            </p:extLst>
          </p:nvPr>
        </p:nvGraphicFramePr>
        <p:xfrm>
          <a:off x="10047722" y="4652336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-9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9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-20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-8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-21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-6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20" name="文字方塊 19">
            <a:extLst>
              <a:ext uri="{FF2B5EF4-FFF2-40B4-BE49-F238E27FC236}">
                <a16:creationId xmlns:a16="http://schemas.microsoft.com/office/drawing/2014/main" id="{9D948F74-447F-9AC3-4FB6-73BFC84E1332}"/>
              </a:ext>
            </a:extLst>
          </p:cNvPr>
          <p:cNvSpPr txBox="1"/>
          <p:nvPr/>
        </p:nvSpPr>
        <p:spPr>
          <a:xfrm>
            <a:off x="3394366" y="3895436"/>
            <a:ext cx="2984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A4EFFEE8-3B3C-BC3E-4345-18F4EDEBC31D}"/>
              </a:ext>
            </a:extLst>
          </p:cNvPr>
          <p:cNvSpPr txBox="1"/>
          <p:nvPr/>
        </p:nvSpPr>
        <p:spPr>
          <a:xfrm>
            <a:off x="1089892" y="3895436"/>
            <a:ext cx="38985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32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F1C15BD2-DB6B-404A-C667-6580BAAB62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118047"/>
              </p:ext>
            </p:extLst>
          </p:nvPr>
        </p:nvGraphicFramePr>
        <p:xfrm>
          <a:off x="4976961" y="4513791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4EC2A49A-EEE3-8071-8EEA-DFC5CFC86D43}"/>
              </a:ext>
            </a:extLst>
          </p:cNvPr>
          <p:cNvSpPr txBox="1"/>
          <p:nvPr/>
        </p:nvSpPr>
        <p:spPr>
          <a:xfrm>
            <a:off x="5380183" y="3909291"/>
            <a:ext cx="1350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i="1">
                <a:latin typeface="Times New Roman" panose="02020603050405020304" pitchFamily="18" charset="0"/>
                <a:cs typeface="Times New Roman" panose="02020603050405020304" pitchFamily="18" charset="0"/>
              </a:rPr>
              <a:t>f’ 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翻轉</a:t>
            </a:r>
            <a:r>
              <a:rPr lang="en-US" altLang="zh-TW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2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ABF96F04-466C-9229-FF83-8164C005E804}"/>
              </a:ext>
            </a:extLst>
          </p:cNvPr>
          <p:cNvSpPr txBox="1"/>
          <p:nvPr/>
        </p:nvSpPr>
        <p:spPr>
          <a:xfrm>
            <a:off x="10534072" y="4128715"/>
            <a:ext cx="80356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24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結果</a:t>
            </a:r>
            <a:endParaRPr lang="zh-TW" altLang="en-US" sz="2400"/>
          </a:p>
        </p:txBody>
      </p:sp>
      <p:sp>
        <p:nvSpPr>
          <p:cNvPr id="31" name="手繪多邊形: 圖案 30">
            <a:extLst>
              <a:ext uri="{FF2B5EF4-FFF2-40B4-BE49-F238E27FC236}">
                <a16:creationId xmlns:a16="http://schemas.microsoft.com/office/drawing/2014/main" id="{802FA105-E669-BC35-362F-11598FADCE56}"/>
              </a:ext>
            </a:extLst>
          </p:cNvPr>
          <p:cNvSpPr/>
          <p:nvPr/>
        </p:nvSpPr>
        <p:spPr>
          <a:xfrm rot="21369388">
            <a:off x="11046392" y="2950250"/>
            <a:ext cx="970593" cy="2595152"/>
          </a:xfrm>
          <a:custGeom>
            <a:avLst/>
            <a:gdLst>
              <a:gd name="connsiteX0" fmla="*/ 129309 w 970593"/>
              <a:gd name="connsiteY0" fmla="*/ 0 h 2715491"/>
              <a:gd name="connsiteX1" fmla="*/ 969818 w 970593"/>
              <a:gd name="connsiteY1" fmla="*/ 1496291 h 2715491"/>
              <a:gd name="connsiteX2" fmla="*/ 0 w 970593"/>
              <a:gd name="connsiteY2" fmla="*/ 2715491 h 271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593" h="2715491">
                <a:moveTo>
                  <a:pt x="129309" y="0"/>
                </a:moveTo>
                <a:cubicBezTo>
                  <a:pt x="560339" y="521854"/>
                  <a:pt x="991369" y="1043709"/>
                  <a:pt x="969818" y="1496291"/>
                </a:cubicBezTo>
                <a:cubicBezTo>
                  <a:pt x="948267" y="1948873"/>
                  <a:pt x="474133" y="2332182"/>
                  <a:pt x="0" y="2715491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27C2EB12-88C8-7F03-430C-A91B8ECEB68C}"/>
              </a:ext>
            </a:extLst>
          </p:cNvPr>
          <p:cNvSpPr txBox="1"/>
          <p:nvPr/>
        </p:nvSpPr>
        <p:spPr>
          <a:xfrm>
            <a:off x="11360942" y="404552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C100970-19F5-1C01-C31C-D29DF48FF8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442405"/>
              </p:ext>
            </p:extLst>
          </p:nvPr>
        </p:nvGraphicFramePr>
        <p:xfrm>
          <a:off x="7094108" y="1285683"/>
          <a:ext cx="1918335" cy="191135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39445">
                  <a:extLst>
                    <a:ext uri="{9D8B030D-6E8A-4147-A177-3AD203B41FA5}">
                      <a16:colId xmlns:a16="http://schemas.microsoft.com/office/drawing/2014/main" val="3726362657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2521738682"/>
                    </a:ext>
                  </a:extLst>
                </a:gridCol>
                <a:gridCol w="639445">
                  <a:extLst>
                    <a:ext uri="{9D8B030D-6E8A-4147-A177-3AD203B41FA5}">
                      <a16:colId xmlns:a16="http://schemas.microsoft.com/office/drawing/2014/main" val="1836234598"/>
                    </a:ext>
                  </a:extLst>
                </a:gridCol>
              </a:tblGrid>
              <a:tr h="63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TW" altLang="en-US" sz="2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437140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079043"/>
                  </a:ext>
                </a:extLst>
              </a:tr>
              <a:tr h="6371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zh-TW" altLang="en-US" sz="2800" kern="120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C00000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zh-TW" altLang="en-US" sz="2800" kern="1200" dirty="0">
                        <a:solidFill>
                          <a:srgbClr val="C0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2911192"/>
                  </a:ext>
                </a:extLst>
              </a:tr>
            </a:tbl>
          </a:graphicData>
        </a:graphic>
      </p:graphicFrame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4CFB1519-CC9E-3A27-3255-6F3422B642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965439"/>
              </p:ext>
            </p:extLst>
          </p:nvPr>
        </p:nvGraphicFramePr>
        <p:xfrm>
          <a:off x="7092090" y="4116628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-1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-2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-1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rgbClr val="FBE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8" name="文字方塊 7">
            <a:extLst>
              <a:ext uri="{FF2B5EF4-FFF2-40B4-BE49-F238E27FC236}">
                <a16:creationId xmlns:a16="http://schemas.microsoft.com/office/drawing/2014/main" id="{79D6ED1F-103E-5922-754E-DFB02FBE5802}"/>
              </a:ext>
            </a:extLst>
          </p:cNvPr>
          <p:cNvSpPr txBox="1"/>
          <p:nvPr/>
        </p:nvSpPr>
        <p:spPr>
          <a:xfrm>
            <a:off x="489529" y="1440873"/>
            <a:ext cx="1450108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TW" sz="16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16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要</a:t>
            </a:r>
            <a:r>
              <a:rPr lang="en-US" altLang="zh-TW" sz="1600" dirty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padding = 1)</a:t>
            </a:r>
            <a:endParaRPr lang="zh-TW" altLang="en-US" sz="1600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6ABA120-AD74-B2A0-4902-CA97602EFF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6874821"/>
              </p:ext>
            </p:extLst>
          </p:nvPr>
        </p:nvGraphicFramePr>
        <p:xfrm>
          <a:off x="7867942" y="2038444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TW" altLang="en-US" sz="28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zh-TW" altLang="en-US" sz="2800" kern="120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-2</a:t>
                      </a:r>
                      <a:endParaRPr lang="zh-TW" altLang="en-US" sz="2800" kern="120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zh-TW" altLang="en-US" sz="2800" kern="120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zh-TW" altLang="en-US" sz="28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TW" sz="2800" kern="12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-1</a:t>
                      </a:r>
                      <a:endParaRPr lang="zh-TW" altLang="en-US" sz="2800" kern="12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solidFill>
                      <a:srgbClr val="D9F2D0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27" name="表格 26">
            <a:extLst>
              <a:ext uri="{FF2B5EF4-FFF2-40B4-BE49-F238E27FC236}">
                <a16:creationId xmlns:a16="http://schemas.microsoft.com/office/drawing/2014/main" id="{A4D4F618-2705-F329-1603-046346510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1296360"/>
              </p:ext>
            </p:extLst>
          </p:nvPr>
        </p:nvGraphicFramePr>
        <p:xfrm>
          <a:off x="7872560" y="4832446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9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8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7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8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solidFill>
                      <a:srgbClr val="D9F2D0">
                        <a:alpha val="5882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9" name="箭號: 向右 8">
            <a:extLst>
              <a:ext uri="{FF2B5EF4-FFF2-40B4-BE49-F238E27FC236}">
                <a16:creationId xmlns:a16="http://schemas.microsoft.com/office/drawing/2014/main" id="{F1137A0E-96B2-1546-30CF-5E9A410E432F}"/>
              </a:ext>
            </a:extLst>
          </p:cNvPr>
          <p:cNvSpPr/>
          <p:nvPr/>
        </p:nvSpPr>
        <p:spPr>
          <a:xfrm>
            <a:off x="4599710" y="2697019"/>
            <a:ext cx="295563" cy="249381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3E1CA23D-D682-67D2-EF58-B1523D5F3CF3}"/>
              </a:ext>
            </a:extLst>
          </p:cNvPr>
          <p:cNvSpPr/>
          <p:nvPr/>
        </p:nvSpPr>
        <p:spPr>
          <a:xfrm>
            <a:off x="4595092" y="5361710"/>
            <a:ext cx="295563" cy="249381"/>
          </a:xfrm>
          <a:prstGeom prst="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10371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C28674B0-2C01-C0A3-103E-6294C915C4B1}"/>
              </a:ext>
            </a:extLst>
          </p:cNvPr>
          <p:cNvSpPr/>
          <p:nvPr/>
        </p:nvSpPr>
        <p:spPr>
          <a:xfrm>
            <a:off x="3839874" y="229321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1FC15E8-0802-B3DE-4792-2CD2A48E31AC}"/>
              </a:ext>
            </a:extLst>
          </p:cNvPr>
          <p:cNvSpPr/>
          <p:nvPr/>
        </p:nvSpPr>
        <p:spPr>
          <a:xfrm>
            <a:off x="1801524" y="229321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1" y="260648"/>
            <a:ext cx="932872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卷積</a:t>
            </a:r>
            <a:r>
              <a:rPr lang="en-US" altLang="zh-TW" dirty="0"/>
              <a:t>(Convolution)</a:t>
            </a:r>
            <a:r>
              <a:rPr lang="zh-TW" altLang="en-US" dirty="0"/>
              <a:t>特性</a:t>
            </a:r>
            <a:r>
              <a:rPr lang="en-US" altLang="zh-TW" dirty="0">
                <a:highlight>
                  <a:srgbClr val="C0C0C0"/>
                </a:highlight>
              </a:rPr>
              <a:t>(</a:t>
            </a:r>
            <a:r>
              <a:rPr lang="en-US" altLang="zh-TW" dirty="0">
                <a:highlight>
                  <a:srgbClr val="C0C0C0"/>
                </a:highlight>
                <a:sym typeface="Wingdings" panose="05000000000000000000" pitchFamily="2" charset="2"/>
              </a:rPr>
              <a:t>2):</a:t>
            </a:r>
            <a:r>
              <a:rPr lang="zh-TW" altLang="en-US" dirty="0">
                <a:highlight>
                  <a:srgbClr val="C0C0C0"/>
                </a:highlight>
              </a:rPr>
              <a:t>結合性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797A1E3-FBA3-28E2-87C7-9FE1A5743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3986" y="390346"/>
            <a:ext cx="3043905" cy="488627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7352C386-DF63-8561-1BC7-59E51D91E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5403200"/>
              </p:ext>
            </p:extLst>
          </p:nvPr>
        </p:nvGraphicFramePr>
        <p:xfrm>
          <a:off x="3371273" y="1320029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4C3DF145-644A-88C8-7E71-C0C2EB66A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8177469"/>
              </p:ext>
            </p:extLst>
          </p:nvPr>
        </p:nvGraphicFramePr>
        <p:xfrm>
          <a:off x="5537200" y="1315411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73D8098-1D26-B96E-D87E-B05DB8BFC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663385"/>
              </p:ext>
            </p:extLst>
          </p:nvPr>
        </p:nvGraphicFramePr>
        <p:xfrm>
          <a:off x="7693892" y="1310792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3C564ACE-F021-E1C3-688A-365CDE2AC943}"/>
              </a:ext>
            </a:extLst>
          </p:cNvPr>
          <p:cNvSpPr txBox="1"/>
          <p:nvPr/>
        </p:nvSpPr>
        <p:spPr>
          <a:xfrm>
            <a:off x="3001818" y="1283855"/>
            <a:ext cx="272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4C5614FF-B39F-6DAF-72FF-94A4309115F2}"/>
              </a:ext>
            </a:extLst>
          </p:cNvPr>
          <p:cNvSpPr txBox="1"/>
          <p:nvPr/>
        </p:nvSpPr>
        <p:spPr>
          <a:xfrm>
            <a:off x="5196905" y="1260764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C189CC78-3FF4-668A-8684-57206A73F532}"/>
              </a:ext>
            </a:extLst>
          </p:cNvPr>
          <p:cNvSpPr txBox="1"/>
          <p:nvPr/>
        </p:nvSpPr>
        <p:spPr>
          <a:xfrm>
            <a:off x="7314056" y="129309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3C98D8C-8856-1A5C-25E8-FA5C833DE2E3}"/>
              </a:ext>
            </a:extLst>
          </p:cNvPr>
          <p:cNvSpPr txBox="1"/>
          <p:nvPr/>
        </p:nvSpPr>
        <p:spPr>
          <a:xfrm>
            <a:off x="997529" y="3731492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＊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E4342836-5E7A-3618-8797-24A9FE7EA3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58368"/>
              </p:ext>
            </p:extLst>
          </p:nvPr>
        </p:nvGraphicFramePr>
        <p:xfrm>
          <a:off x="2327565" y="2299084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graphicFrame>
        <p:nvGraphicFramePr>
          <p:cNvPr id="21" name="表格 20">
            <a:extLst>
              <a:ext uri="{FF2B5EF4-FFF2-40B4-BE49-F238E27FC236}">
                <a16:creationId xmlns:a16="http://schemas.microsoft.com/office/drawing/2014/main" id="{94D43E71-60A9-38DA-D9DF-3D61F7E788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989310"/>
              </p:ext>
            </p:extLst>
          </p:nvPr>
        </p:nvGraphicFramePr>
        <p:xfrm>
          <a:off x="2304472" y="2885592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29" name="文字方塊 28">
            <a:extLst>
              <a:ext uri="{FF2B5EF4-FFF2-40B4-BE49-F238E27FC236}">
                <a16:creationId xmlns:a16="http://schemas.microsoft.com/office/drawing/2014/main" id="{9722B458-A243-9576-2872-FD74F635BF06}"/>
              </a:ext>
            </a:extLst>
          </p:cNvPr>
          <p:cNvSpPr txBox="1"/>
          <p:nvPr/>
        </p:nvSpPr>
        <p:spPr>
          <a:xfrm>
            <a:off x="2826480" y="3408218"/>
            <a:ext cx="461665" cy="2157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graphicFrame>
        <p:nvGraphicFramePr>
          <p:cNvPr id="30" name="表格 29">
            <a:extLst>
              <a:ext uri="{FF2B5EF4-FFF2-40B4-BE49-F238E27FC236}">
                <a16:creationId xmlns:a16="http://schemas.microsoft.com/office/drawing/2014/main" id="{0D138BFB-2112-057A-8C7A-CBC1BED6D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883179"/>
              </p:ext>
            </p:extLst>
          </p:nvPr>
        </p:nvGraphicFramePr>
        <p:xfrm>
          <a:off x="1796471" y="3689158"/>
          <a:ext cx="2516910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82">
                  <a:extLst>
                    <a:ext uri="{9D8B030D-6E8A-4147-A177-3AD203B41FA5}">
                      <a16:colId xmlns:a16="http://schemas.microsoft.com/office/drawing/2014/main" val="4254666052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623273295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13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16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12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31" name="文字方塊 30">
            <a:extLst>
              <a:ext uri="{FF2B5EF4-FFF2-40B4-BE49-F238E27FC236}">
                <a16:creationId xmlns:a16="http://schemas.microsoft.com/office/drawing/2014/main" id="{E2876EDF-E3EF-066E-D0D8-CAAD5C2E064A}"/>
              </a:ext>
            </a:extLst>
          </p:cNvPr>
          <p:cNvSpPr txBox="1"/>
          <p:nvPr/>
        </p:nvSpPr>
        <p:spPr>
          <a:xfrm>
            <a:off x="5832768" y="374534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＊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＊ 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2" name="表格 31">
            <a:extLst>
              <a:ext uri="{FF2B5EF4-FFF2-40B4-BE49-F238E27FC236}">
                <a16:creationId xmlns:a16="http://schemas.microsoft.com/office/drawing/2014/main" id="{E7C5B020-5E38-6B87-4FFE-1A79EAE24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686300"/>
              </p:ext>
            </p:extLst>
          </p:nvPr>
        </p:nvGraphicFramePr>
        <p:xfrm>
          <a:off x="8151093" y="2297449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8D2F21E4-A88F-B9C8-2FA9-F784825662E6}"/>
              </a:ext>
            </a:extLst>
          </p:cNvPr>
          <p:cNvSpPr/>
          <p:nvPr/>
        </p:nvSpPr>
        <p:spPr>
          <a:xfrm>
            <a:off x="9654166" y="229090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DC312B-B632-8EC4-5D28-3D091884035C}"/>
              </a:ext>
            </a:extLst>
          </p:cNvPr>
          <p:cNvSpPr/>
          <p:nvPr/>
        </p:nvSpPr>
        <p:spPr>
          <a:xfrm>
            <a:off x="7643524" y="229090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5" name="表格 34">
            <a:extLst>
              <a:ext uri="{FF2B5EF4-FFF2-40B4-BE49-F238E27FC236}">
                <a16:creationId xmlns:a16="http://schemas.microsoft.com/office/drawing/2014/main" id="{E0A5AF54-7BC6-DC3C-5131-1C4563889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147076"/>
              </p:ext>
            </p:extLst>
          </p:nvPr>
        </p:nvGraphicFramePr>
        <p:xfrm>
          <a:off x="7684654" y="2871740"/>
          <a:ext cx="2521525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305">
                  <a:extLst>
                    <a:ext uri="{9D8B030D-6E8A-4147-A177-3AD203B41FA5}">
                      <a16:colId xmlns:a16="http://schemas.microsoft.com/office/drawing/2014/main" val="2012537126"/>
                    </a:ext>
                  </a:extLst>
                </a:gridCol>
                <a:gridCol w="504305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4305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4305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  <a:gridCol w="504305">
                  <a:extLst>
                    <a:ext uri="{9D8B030D-6E8A-4147-A177-3AD203B41FA5}">
                      <a16:colId xmlns:a16="http://schemas.microsoft.com/office/drawing/2014/main" val="3692722133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zh-TW" altLang="en-US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16</a:t>
                      </a:r>
                      <a:endParaRPr lang="zh-TW" altLang="en-US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13</a:t>
                      </a:r>
                      <a:endParaRPr lang="zh-TW" altLang="en-US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0</a:t>
                      </a:r>
                      <a:endParaRPr lang="zh-TW" altLang="en-US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6CC03D90-5E6E-62E9-1936-115CB2D1EA1D}"/>
              </a:ext>
            </a:extLst>
          </p:cNvPr>
          <p:cNvCxnSpPr/>
          <p:nvPr/>
        </p:nvCxnSpPr>
        <p:spPr>
          <a:xfrm>
            <a:off x="0" y="1995055"/>
            <a:ext cx="12192000" cy="0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>
            <a:extLst>
              <a:ext uri="{FF2B5EF4-FFF2-40B4-BE49-F238E27FC236}">
                <a16:creationId xmlns:a16="http://schemas.microsoft.com/office/drawing/2014/main" id="{C972B39A-2761-EF12-FE97-04F0BD11B702}"/>
              </a:ext>
            </a:extLst>
          </p:cNvPr>
          <p:cNvCxnSpPr>
            <a:cxnSpLocks/>
          </p:cNvCxnSpPr>
          <p:nvPr/>
        </p:nvCxnSpPr>
        <p:spPr>
          <a:xfrm>
            <a:off x="0" y="4267200"/>
            <a:ext cx="12192000" cy="83127"/>
          </a:xfrm>
          <a:prstGeom prst="line">
            <a:avLst/>
          </a:prstGeom>
          <a:ln>
            <a:solidFill>
              <a:schemeClr val="tx1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5" name="表格 54">
            <a:extLst>
              <a:ext uri="{FF2B5EF4-FFF2-40B4-BE49-F238E27FC236}">
                <a16:creationId xmlns:a16="http://schemas.microsoft.com/office/drawing/2014/main" id="{D8060D45-7471-BB9D-F622-D594A33105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247732"/>
              </p:ext>
            </p:extLst>
          </p:nvPr>
        </p:nvGraphicFramePr>
        <p:xfrm>
          <a:off x="7236688" y="3689157"/>
          <a:ext cx="3495968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424">
                  <a:extLst>
                    <a:ext uri="{9D8B030D-6E8A-4147-A177-3AD203B41FA5}">
                      <a16:colId xmlns:a16="http://schemas.microsoft.com/office/drawing/2014/main" val="2581557589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1374554018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3058692974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3744523581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21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83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72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36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60" name="矩形 59">
            <a:extLst>
              <a:ext uri="{FF2B5EF4-FFF2-40B4-BE49-F238E27FC236}">
                <a16:creationId xmlns:a16="http://schemas.microsoft.com/office/drawing/2014/main" id="{D2F31046-D08A-9A18-E3C8-F007D40A76F9}"/>
              </a:ext>
            </a:extLst>
          </p:cNvPr>
          <p:cNvSpPr/>
          <p:nvPr/>
        </p:nvSpPr>
        <p:spPr>
          <a:xfrm>
            <a:off x="4338638" y="229321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AC6D0A83-07A8-E0E7-9E62-588698472B3C}"/>
              </a:ext>
            </a:extLst>
          </p:cNvPr>
          <p:cNvSpPr/>
          <p:nvPr/>
        </p:nvSpPr>
        <p:spPr>
          <a:xfrm>
            <a:off x="1293525" y="229321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0A40509E-2658-B812-9AD6-F393985D1139}"/>
              </a:ext>
            </a:extLst>
          </p:cNvPr>
          <p:cNvSpPr/>
          <p:nvPr/>
        </p:nvSpPr>
        <p:spPr>
          <a:xfrm>
            <a:off x="10162166" y="229090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6E63921A-3953-7064-519E-2CE5F01A3917}"/>
              </a:ext>
            </a:extLst>
          </p:cNvPr>
          <p:cNvSpPr/>
          <p:nvPr/>
        </p:nvSpPr>
        <p:spPr>
          <a:xfrm>
            <a:off x="7144761" y="229090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8B0B57BF-4E7D-B0F3-C03B-82CB3B0A806E}"/>
              </a:ext>
            </a:extLst>
          </p:cNvPr>
          <p:cNvSpPr txBox="1"/>
          <p:nvPr/>
        </p:nvSpPr>
        <p:spPr>
          <a:xfrm>
            <a:off x="8714661" y="3412836"/>
            <a:ext cx="461665" cy="2157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885A5470-AB0F-28C7-0E7A-9B16E141C779}"/>
              </a:ext>
            </a:extLst>
          </p:cNvPr>
          <p:cNvSpPr/>
          <p:nvPr/>
        </p:nvSpPr>
        <p:spPr>
          <a:xfrm>
            <a:off x="6641378" y="229090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09BC946-EA96-892E-3277-05B677999A27}"/>
              </a:ext>
            </a:extLst>
          </p:cNvPr>
          <p:cNvSpPr/>
          <p:nvPr/>
        </p:nvSpPr>
        <p:spPr>
          <a:xfrm>
            <a:off x="6133379" y="229090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B3BDC26-3BD0-A6D5-FAB8-BEDD4A87ACEF}"/>
              </a:ext>
            </a:extLst>
          </p:cNvPr>
          <p:cNvSpPr/>
          <p:nvPr/>
        </p:nvSpPr>
        <p:spPr>
          <a:xfrm>
            <a:off x="11162579" y="229090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5834ECE-8BCE-7837-2B26-F0DA3700BDAE}"/>
              </a:ext>
            </a:extLst>
          </p:cNvPr>
          <p:cNvSpPr/>
          <p:nvPr/>
        </p:nvSpPr>
        <p:spPr>
          <a:xfrm>
            <a:off x="10663816" y="2290907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80902296-7C52-3436-BCD1-D6338ADE986B}"/>
              </a:ext>
            </a:extLst>
          </p:cNvPr>
          <p:cNvSpPr/>
          <p:nvPr/>
        </p:nvSpPr>
        <p:spPr>
          <a:xfrm>
            <a:off x="3816784" y="4579218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AE6B88B8-3050-47FE-74F6-F447C805D62D}"/>
              </a:ext>
            </a:extLst>
          </p:cNvPr>
          <p:cNvSpPr/>
          <p:nvPr/>
        </p:nvSpPr>
        <p:spPr>
          <a:xfrm>
            <a:off x="1796906" y="4579218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5BDA9F62-0957-5EF3-43A7-D01657602205}"/>
              </a:ext>
            </a:extLst>
          </p:cNvPr>
          <p:cNvSpPr txBox="1"/>
          <p:nvPr/>
        </p:nvSpPr>
        <p:spPr>
          <a:xfrm>
            <a:off x="2821862" y="5694219"/>
            <a:ext cx="461665" cy="2157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9F6A8017-040E-1B0A-329F-BAAA53F920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9475484"/>
              </p:ext>
            </p:extLst>
          </p:nvPr>
        </p:nvGraphicFramePr>
        <p:xfrm>
          <a:off x="1791853" y="5975159"/>
          <a:ext cx="2516910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82">
                  <a:extLst>
                    <a:ext uri="{9D8B030D-6E8A-4147-A177-3AD203B41FA5}">
                      <a16:colId xmlns:a16="http://schemas.microsoft.com/office/drawing/2014/main" val="4254666052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623273295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13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28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27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18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81" name="文字方塊 80">
            <a:extLst>
              <a:ext uri="{FF2B5EF4-FFF2-40B4-BE49-F238E27FC236}">
                <a16:creationId xmlns:a16="http://schemas.microsoft.com/office/drawing/2014/main" id="{EBA78B4D-EEA3-1399-AAB6-AF7199C3C790}"/>
              </a:ext>
            </a:extLst>
          </p:cNvPr>
          <p:cNvSpPr txBox="1"/>
          <p:nvPr/>
        </p:nvSpPr>
        <p:spPr>
          <a:xfrm>
            <a:off x="1080655" y="6003638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＊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D1E29882-D18D-A9BA-1F99-7FB0684BAA36}"/>
              </a:ext>
            </a:extLst>
          </p:cNvPr>
          <p:cNvSpPr txBox="1"/>
          <p:nvPr/>
        </p:nvSpPr>
        <p:spPr>
          <a:xfrm>
            <a:off x="5869712" y="6035963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＊ 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＊ 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3" name="表格 82">
            <a:extLst>
              <a:ext uri="{FF2B5EF4-FFF2-40B4-BE49-F238E27FC236}">
                <a16:creationId xmlns:a16="http://schemas.microsoft.com/office/drawing/2014/main" id="{C1D9470B-B9CD-ABC9-74C6-F73A3B2FB3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437691"/>
              </p:ext>
            </p:extLst>
          </p:nvPr>
        </p:nvGraphicFramePr>
        <p:xfrm>
          <a:off x="7232070" y="5975158"/>
          <a:ext cx="3495968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424">
                  <a:extLst>
                    <a:ext uri="{9D8B030D-6E8A-4147-A177-3AD203B41FA5}">
                      <a16:colId xmlns:a16="http://schemas.microsoft.com/office/drawing/2014/main" val="2581557589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1374554018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3058692974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3744523581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21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54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83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72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36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84" name="矩形 83">
            <a:extLst>
              <a:ext uri="{FF2B5EF4-FFF2-40B4-BE49-F238E27FC236}">
                <a16:creationId xmlns:a16="http://schemas.microsoft.com/office/drawing/2014/main" id="{5A2757EB-9D30-C9F6-8B05-6F2CFD05D276}"/>
              </a:ext>
            </a:extLst>
          </p:cNvPr>
          <p:cNvSpPr/>
          <p:nvPr/>
        </p:nvSpPr>
        <p:spPr>
          <a:xfrm>
            <a:off x="4315548" y="4579218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FD23A642-5690-2D0A-EC93-6E2939D7E3B9}"/>
              </a:ext>
            </a:extLst>
          </p:cNvPr>
          <p:cNvSpPr/>
          <p:nvPr/>
        </p:nvSpPr>
        <p:spPr>
          <a:xfrm>
            <a:off x="1288907" y="4579218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9D32D392-AAC9-C21F-B5C1-F9FF15D40FC3}"/>
              </a:ext>
            </a:extLst>
          </p:cNvPr>
          <p:cNvSpPr/>
          <p:nvPr/>
        </p:nvSpPr>
        <p:spPr>
          <a:xfrm>
            <a:off x="10157548" y="4576908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B6840F8D-8D77-A186-BB91-9C9E414003B4}"/>
              </a:ext>
            </a:extLst>
          </p:cNvPr>
          <p:cNvSpPr/>
          <p:nvPr/>
        </p:nvSpPr>
        <p:spPr>
          <a:xfrm>
            <a:off x="7140143" y="4576908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88" name="文字方塊 87">
            <a:extLst>
              <a:ext uri="{FF2B5EF4-FFF2-40B4-BE49-F238E27FC236}">
                <a16:creationId xmlns:a16="http://schemas.microsoft.com/office/drawing/2014/main" id="{2510E7B8-E49F-299B-C153-C9521CE5BDAA}"/>
              </a:ext>
            </a:extLst>
          </p:cNvPr>
          <p:cNvSpPr txBox="1"/>
          <p:nvPr/>
        </p:nvSpPr>
        <p:spPr>
          <a:xfrm>
            <a:off x="8710043" y="5698837"/>
            <a:ext cx="461665" cy="2157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3AA7FEAA-B0EC-2175-4C77-489A876C562C}"/>
              </a:ext>
            </a:extLst>
          </p:cNvPr>
          <p:cNvSpPr/>
          <p:nvPr/>
        </p:nvSpPr>
        <p:spPr>
          <a:xfrm>
            <a:off x="6636760" y="4576908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AEFCAA2-462F-7563-0A21-EB97EEBEE785}"/>
              </a:ext>
            </a:extLst>
          </p:cNvPr>
          <p:cNvSpPr/>
          <p:nvPr/>
        </p:nvSpPr>
        <p:spPr>
          <a:xfrm>
            <a:off x="10659198" y="4576908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94" name="表格 93">
            <a:extLst>
              <a:ext uri="{FF2B5EF4-FFF2-40B4-BE49-F238E27FC236}">
                <a16:creationId xmlns:a16="http://schemas.microsoft.com/office/drawing/2014/main" id="{94D1D0F8-7B71-9B25-48A5-D16A3D0CB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4923230"/>
              </p:ext>
            </p:extLst>
          </p:nvPr>
        </p:nvGraphicFramePr>
        <p:xfrm>
          <a:off x="2304473" y="4585084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graphicFrame>
        <p:nvGraphicFramePr>
          <p:cNvPr id="97" name="表格 96">
            <a:extLst>
              <a:ext uri="{FF2B5EF4-FFF2-40B4-BE49-F238E27FC236}">
                <a16:creationId xmlns:a16="http://schemas.microsoft.com/office/drawing/2014/main" id="{A4FBC0D5-FDA8-6C2B-1BB1-03DF0948D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702542"/>
              </p:ext>
            </p:extLst>
          </p:nvPr>
        </p:nvGraphicFramePr>
        <p:xfrm>
          <a:off x="7652326" y="4585088"/>
          <a:ext cx="2516910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82">
                  <a:extLst>
                    <a:ext uri="{9D8B030D-6E8A-4147-A177-3AD203B41FA5}">
                      <a16:colId xmlns:a16="http://schemas.microsoft.com/office/drawing/2014/main" val="4254666052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623273295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13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28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27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18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98" name="手繪多邊形: 圖案 97">
            <a:extLst>
              <a:ext uri="{FF2B5EF4-FFF2-40B4-BE49-F238E27FC236}">
                <a16:creationId xmlns:a16="http://schemas.microsoft.com/office/drawing/2014/main" id="{C05B5586-EB68-16A6-A5A8-1EEE9D3FE41B}"/>
              </a:ext>
            </a:extLst>
          </p:cNvPr>
          <p:cNvSpPr/>
          <p:nvPr/>
        </p:nvSpPr>
        <p:spPr>
          <a:xfrm rot="21369388">
            <a:off x="10797311" y="3980873"/>
            <a:ext cx="970593" cy="2096655"/>
          </a:xfrm>
          <a:custGeom>
            <a:avLst/>
            <a:gdLst>
              <a:gd name="connsiteX0" fmla="*/ 129309 w 970593"/>
              <a:gd name="connsiteY0" fmla="*/ 0 h 2715491"/>
              <a:gd name="connsiteX1" fmla="*/ 969818 w 970593"/>
              <a:gd name="connsiteY1" fmla="*/ 1496291 h 2715491"/>
              <a:gd name="connsiteX2" fmla="*/ 0 w 970593"/>
              <a:gd name="connsiteY2" fmla="*/ 2715491 h 271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0593" h="2715491">
                <a:moveTo>
                  <a:pt x="129309" y="0"/>
                </a:moveTo>
                <a:cubicBezTo>
                  <a:pt x="560339" y="521854"/>
                  <a:pt x="991369" y="1043709"/>
                  <a:pt x="969818" y="1496291"/>
                </a:cubicBezTo>
                <a:cubicBezTo>
                  <a:pt x="948267" y="1948873"/>
                  <a:pt x="474133" y="2332182"/>
                  <a:pt x="0" y="2715491"/>
                </a:cubicBezTo>
              </a:path>
            </a:pathLst>
          </a:custGeom>
          <a:noFill/>
          <a:ln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9" name="文字方塊 98">
            <a:extLst>
              <a:ext uri="{FF2B5EF4-FFF2-40B4-BE49-F238E27FC236}">
                <a16:creationId xmlns:a16="http://schemas.microsoft.com/office/drawing/2014/main" id="{765DE1FE-D88A-29DD-2235-0F07F52BC598}"/>
              </a:ext>
            </a:extLst>
          </p:cNvPr>
          <p:cNvSpPr txBox="1"/>
          <p:nvPr/>
        </p:nvSpPr>
        <p:spPr>
          <a:xfrm>
            <a:off x="11194472" y="5855855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7F05DEE-4875-31E6-B4F0-106B842256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662638"/>
              </p:ext>
            </p:extLst>
          </p:nvPr>
        </p:nvGraphicFramePr>
        <p:xfrm>
          <a:off x="8164945" y="5171592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4" name="文字方塊 3">
            <a:extLst>
              <a:ext uri="{FF2B5EF4-FFF2-40B4-BE49-F238E27FC236}">
                <a16:creationId xmlns:a16="http://schemas.microsoft.com/office/drawing/2014/main" id="{F72EE476-D628-4645-D7F0-65B0B9D25E02}"/>
              </a:ext>
            </a:extLst>
          </p:cNvPr>
          <p:cNvSpPr txBox="1"/>
          <p:nvPr/>
        </p:nvSpPr>
        <p:spPr>
          <a:xfrm>
            <a:off x="120072" y="2346037"/>
            <a:ext cx="107593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Padding=2</a:t>
            </a:r>
            <a:endParaRPr lang="zh-TW" alt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0AB82D1-5020-3EA9-CC49-B88D22089C67}"/>
              </a:ext>
            </a:extLst>
          </p:cNvPr>
          <p:cNvSpPr txBox="1"/>
          <p:nvPr/>
        </p:nvSpPr>
        <p:spPr>
          <a:xfrm>
            <a:off x="5001489" y="2322946"/>
            <a:ext cx="107593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Padding=4</a:t>
            </a:r>
            <a:endParaRPr lang="zh-TW" alt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B22075A-201B-825F-0925-C7F07FA8ABD9}"/>
              </a:ext>
            </a:extLst>
          </p:cNvPr>
          <p:cNvSpPr txBox="1"/>
          <p:nvPr/>
        </p:nvSpPr>
        <p:spPr>
          <a:xfrm>
            <a:off x="1879601" y="2941843"/>
            <a:ext cx="401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h’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2081077-6CEF-402D-6959-EA239065133E}"/>
              </a:ext>
            </a:extLst>
          </p:cNvPr>
          <p:cNvSpPr txBox="1"/>
          <p:nvPr/>
        </p:nvSpPr>
        <p:spPr>
          <a:xfrm>
            <a:off x="6585527" y="2909516"/>
            <a:ext cx="10483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＊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D8A39E3-AE39-D640-94CC-3ABDCB2E9D9F}"/>
              </a:ext>
            </a:extLst>
          </p:cNvPr>
          <p:cNvSpPr txBox="1"/>
          <p:nvPr/>
        </p:nvSpPr>
        <p:spPr>
          <a:xfrm>
            <a:off x="2923309" y="1907370"/>
            <a:ext cx="281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1A44653-8510-6F8A-5DC4-88EF51BE90BF}"/>
              </a:ext>
            </a:extLst>
          </p:cNvPr>
          <p:cNvSpPr txBox="1"/>
          <p:nvPr/>
        </p:nvSpPr>
        <p:spPr>
          <a:xfrm>
            <a:off x="8765309" y="1948932"/>
            <a:ext cx="281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5AF1C150-3DF3-49C0-B8AA-AD7208BCEE34}"/>
              </a:ext>
            </a:extLst>
          </p:cNvPr>
          <p:cNvSpPr txBox="1"/>
          <p:nvPr/>
        </p:nvSpPr>
        <p:spPr>
          <a:xfrm>
            <a:off x="1893456" y="5209370"/>
            <a:ext cx="401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endParaRPr lang="zh-TW" altLang="en-US" dirty="0"/>
          </a:p>
        </p:txBody>
      </p:sp>
      <p:sp>
        <p:nvSpPr>
          <p:cNvPr id="25" name="文字方塊 24">
            <a:extLst>
              <a:ext uri="{FF2B5EF4-FFF2-40B4-BE49-F238E27FC236}">
                <a16:creationId xmlns:a16="http://schemas.microsoft.com/office/drawing/2014/main" id="{371D719A-6C0E-6162-01D8-E84D6556825E}"/>
              </a:ext>
            </a:extLst>
          </p:cNvPr>
          <p:cNvSpPr txBox="1"/>
          <p:nvPr/>
        </p:nvSpPr>
        <p:spPr>
          <a:xfrm>
            <a:off x="2923309" y="4225695"/>
            <a:ext cx="2817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38C418F-54CF-AA65-41E0-FFBC13DE7338}"/>
              </a:ext>
            </a:extLst>
          </p:cNvPr>
          <p:cNvSpPr txBox="1"/>
          <p:nvPr/>
        </p:nvSpPr>
        <p:spPr>
          <a:xfrm>
            <a:off x="8612909" y="4253347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＊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0CA0EF83-6C4B-4D7C-6158-8281F90DAC13}"/>
              </a:ext>
            </a:extLst>
          </p:cNvPr>
          <p:cNvSpPr txBox="1"/>
          <p:nvPr/>
        </p:nvSpPr>
        <p:spPr>
          <a:xfrm>
            <a:off x="7786256" y="5237079"/>
            <a:ext cx="401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h’</a:t>
            </a:r>
            <a:endParaRPr lang="zh-TW" altLang="en-US" dirty="0"/>
          </a:p>
        </p:txBody>
      </p:sp>
      <p:graphicFrame>
        <p:nvGraphicFramePr>
          <p:cNvPr id="36" name="表格 35">
            <a:extLst>
              <a:ext uri="{FF2B5EF4-FFF2-40B4-BE49-F238E27FC236}">
                <a16:creationId xmlns:a16="http://schemas.microsoft.com/office/drawing/2014/main" id="{8E016BF9-EBC3-DD64-F17D-D4425DC2F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9890269"/>
              </p:ext>
            </p:extLst>
          </p:nvPr>
        </p:nvGraphicFramePr>
        <p:xfrm>
          <a:off x="2328572" y="5180829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15435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8109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 dirty="0"/>
              <a:t>卷積</a:t>
            </a:r>
            <a:r>
              <a:rPr lang="en-US" altLang="zh-TW" dirty="0"/>
              <a:t>(Convolution)</a:t>
            </a:r>
            <a:r>
              <a:rPr lang="zh-TW" altLang="en-US" dirty="0"/>
              <a:t>特性</a:t>
            </a:r>
            <a:r>
              <a:rPr lang="en-US" altLang="zh-TW" dirty="0">
                <a:highlight>
                  <a:srgbClr val="C0C0C0"/>
                </a:highlight>
              </a:rPr>
              <a:t>(</a:t>
            </a:r>
            <a:r>
              <a:rPr lang="en-US" altLang="zh-TW" dirty="0">
                <a:highlight>
                  <a:srgbClr val="C0C0C0"/>
                </a:highlight>
                <a:sym typeface="Wingdings" panose="05000000000000000000" pitchFamily="2" charset="2"/>
              </a:rPr>
              <a:t>3):</a:t>
            </a:r>
            <a:r>
              <a:rPr lang="zh-TW" altLang="en-US" dirty="0">
                <a:highlight>
                  <a:srgbClr val="C0C0C0"/>
                </a:highlight>
              </a:rPr>
              <a:t>分配性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1B0FBC7-393B-28BC-E03F-71266C304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4" t="11187" r="-894" b="-11187"/>
          <a:stretch/>
        </p:blipFill>
        <p:spPr>
          <a:xfrm>
            <a:off x="7954240" y="382697"/>
            <a:ext cx="4134427" cy="495369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0BBCEDF-5591-B248-9058-70C26C8F8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19956"/>
              </p:ext>
            </p:extLst>
          </p:nvPr>
        </p:nvGraphicFramePr>
        <p:xfrm>
          <a:off x="3371273" y="1320029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585D988B-1318-6117-FB37-3428626C0F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6469345"/>
              </p:ext>
            </p:extLst>
          </p:nvPr>
        </p:nvGraphicFramePr>
        <p:xfrm>
          <a:off x="5537200" y="1315411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TW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B345072-D336-EE77-D177-3642D728FD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601404"/>
              </p:ext>
            </p:extLst>
          </p:nvPr>
        </p:nvGraphicFramePr>
        <p:xfrm>
          <a:off x="7693892" y="1310792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02714059-3517-3571-7F78-A31163A31DF6}"/>
              </a:ext>
            </a:extLst>
          </p:cNvPr>
          <p:cNvSpPr txBox="1"/>
          <p:nvPr/>
        </p:nvSpPr>
        <p:spPr>
          <a:xfrm>
            <a:off x="3001818" y="1283855"/>
            <a:ext cx="272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E6D9F35-9A86-5BC7-BE99-8AD06E5B5418}"/>
              </a:ext>
            </a:extLst>
          </p:cNvPr>
          <p:cNvSpPr txBox="1"/>
          <p:nvPr/>
        </p:nvSpPr>
        <p:spPr>
          <a:xfrm>
            <a:off x="5196905" y="1260764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2F7E6C9-11F3-5C75-5AAF-D77719AC6CF5}"/>
              </a:ext>
            </a:extLst>
          </p:cNvPr>
          <p:cNvSpPr txBox="1"/>
          <p:nvPr/>
        </p:nvSpPr>
        <p:spPr>
          <a:xfrm>
            <a:off x="7314056" y="129309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92DF276-4D54-F1A2-0D6F-F56E397C509D}"/>
              </a:ext>
            </a:extLst>
          </p:cNvPr>
          <p:cNvSpPr txBox="1"/>
          <p:nvPr/>
        </p:nvSpPr>
        <p:spPr>
          <a:xfrm>
            <a:off x="2729345" y="2373747"/>
            <a:ext cx="6335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C4F79AA-661C-2A4C-568B-12438F8541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1205000"/>
              </p:ext>
            </p:extLst>
          </p:nvPr>
        </p:nvGraphicFramePr>
        <p:xfrm>
          <a:off x="401779" y="2529993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4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5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C00000"/>
                          </a:solidFill>
                        </a:rPr>
                        <a:t>6</a:t>
                      </a:r>
                      <a:endParaRPr lang="zh-TW" altLang="en-US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C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2E323F7D-3F50-10C8-7FF1-725BC7D75A9A}"/>
              </a:ext>
            </a:extLst>
          </p:cNvPr>
          <p:cNvSpPr txBox="1"/>
          <p:nvPr/>
        </p:nvSpPr>
        <p:spPr>
          <a:xfrm rot="5400000">
            <a:off x="1898220" y="2918691"/>
            <a:ext cx="461665" cy="2157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 dirty="0"/>
              <a:t>=</a:t>
            </a:r>
            <a:endParaRPr lang="zh-TW" altLang="en-US" dirty="0"/>
          </a:p>
        </p:txBody>
      </p:sp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4561B97A-A6ED-6179-6691-08D8C6AF7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7996668"/>
              </p:ext>
            </p:extLst>
          </p:nvPr>
        </p:nvGraphicFramePr>
        <p:xfrm>
          <a:off x="2336794" y="2793230"/>
          <a:ext cx="151014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82">
                  <a:extLst>
                    <a:ext uri="{9D8B030D-6E8A-4147-A177-3AD203B41FA5}">
                      <a16:colId xmlns:a16="http://schemas.microsoft.com/office/drawing/2014/main" val="4254666052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623273295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19" name="文字方塊 18">
            <a:extLst>
              <a:ext uri="{FF2B5EF4-FFF2-40B4-BE49-F238E27FC236}">
                <a16:creationId xmlns:a16="http://schemas.microsoft.com/office/drawing/2014/main" id="{B6328381-5C10-761B-6D70-48656601D750}"/>
              </a:ext>
            </a:extLst>
          </p:cNvPr>
          <p:cNvSpPr txBox="1"/>
          <p:nvPr/>
        </p:nvSpPr>
        <p:spPr>
          <a:xfrm>
            <a:off x="1256145" y="6303817"/>
            <a:ext cx="124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＊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902031C-5A6C-7631-7B27-B007475895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6382999"/>
              </p:ext>
            </p:extLst>
          </p:nvPr>
        </p:nvGraphicFramePr>
        <p:xfrm>
          <a:off x="1219197" y="4347922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DB5D72DC-430E-7AE6-227D-52A662218AD8}"/>
              </a:ext>
            </a:extLst>
          </p:cNvPr>
          <p:cNvSpPr/>
          <p:nvPr/>
        </p:nvSpPr>
        <p:spPr>
          <a:xfrm>
            <a:off x="2722270" y="4341380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FB936A9-F202-F2C1-B491-109450FA1B91}"/>
              </a:ext>
            </a:extLst>
          </p:cNvPr>
          <p:cNvSpPr/>
          <p:nvPr/>
        </p:nvSpPr>
        <p:spPr>
          <a:xfrm>
            <a:off x="711628" y="4341380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307204ED-094E-2689-D9C2-8D6E0AAD7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8167578"/>
              </p:ext>
            </p:extLst>
          </p:nvPr>
        </p:nvGraphicFramePr>
        <p:xfrm>
          <a:off x="1223812" y="4922213"/>
          <a:ext cx="1512915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305">
                  <a:extLst>
                    <a:ext uri="{9D8B030D-6E8A-4147-A177-3AD203B41FA5}">
                      <a16:colId xmlns:a16="http://schemas.microsoft.com/office/drawing/2014/main" val="2012537126"/>
                    </a:ext>
                  </a:extLst>
                </a:gridCol>
                <a:gridCol w="504305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4305">
                  <a:extLst>
                    <a:ext uri="{9D8B030D-6E8A-4147-A177-3AD203B41FA5}">
                      <a16:colId xmlns:a16="http://schemas.microsoft.com/office/drawing/2014/main" val="3692722133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8</a:t>
                      </a:r>
                      <a:endParaRPr lang="zh-TW" altLang="en-US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6</a:t>
                      </a:r>
                      <a:endParaRPr lang="zh-TW" altLang="en-US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A966D238-555B-9484-5512-81587C037ED2}"/>
              </a:ext>
            </a:extLst>
          </p:cNvPr>
          <p:cNvCxnSpPr/>
          <p:nvPr/>
        </p:nvCxnSpPr>
        <p:spPr>
          <a:xfrm>
            <a:off x="0" y="1995055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0CD44DF6-784A-7980-FC54-6268181FC544}"/>
              </a:ext>
            </a:extLst>
          </p:cNvPr>
          <p:cNvCxnSpPr>
            <a:cxnSpLocks/>
          </p:cNvCxnSpPr>
          <p:nvPr/>
        </p:nvCxnSpPr>
        <p:spPr>
          <a:xfrm>
            <a:off x="4073236" y="2004291"/>
            <a:ext cx="0" cy="484447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表格 25">
            <a:extLst>
              <a:ext uri="{FF2B5EF4-FFF2-40B4-BE49-F238E27FC236}">
                <a16:creationId xmlns:a16="http://schemas.microsoft.com/office/drawing/2014/main" id="{E6B60A6F-DB79-B930-159A-68CBD1E89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636723"/>
              </p:ext>
            </p:extLst>
          </p:nvPr>
        </p:nvGraphicFramePr>
        <p:xfrm>
          <a:off x="785082" y="5825067"/>
          <a:ext cx="2497120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424">
                  <a:extLst>
                    <a:ext uri="{9D8B030D-6E8A-4147-A177-3AD203B41FA5}">
                      <a16:colId xmlns:a16="http://schemas.microsoft.com/office/drawing/2014/main" val="1374554018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3058692974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374452358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32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29" name="矩形 28">
            <a:extLst>
              <a:ext uri="{FF2B5EF4-FFF2-40B4-BE49-F238E27FC236}">
                <a16:creationId xmlns:a16="http://schemas.microsoft.com/office/drawing/2014/main" id="{3DE70151-F8F0-2643-8318-8E5B77093996}"/>
              </a:ext>
            </a:extLst>
          </p:cNvPr>
          <p:cNvSpPr/>
          <p:nvPr/>
        </p:nvSpPr>
        <p:spPr>
          <a:xfrm>
            <a:off x="3230270" y="4341380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CD6F94-5E69-854D-39FD-61E72A22BAF5}"/>
              </a:ext>
            </a:extLst>
          </p:cNvPr>
          <p:cNvSpPr/>
          <p:nvPr/>
        </p:nvSpPr>
        <p:spPr>
          <a:xfrm>
            <a:off x="212865" y="4341380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BD9964D6-E066-6736-C061-377C52546EB2}"/>
              </a:ext>
            </a:extLst>
          </p:cNvPr>
          <p:cNvSpPr txBox="1"/>
          <p:nvPr/>
        </p:nvSpPr>
        <p:spPr>
          <a:xfrm>
            <a:off x="1782765" y="5463309"/>
            <a:ext cx="461665" cy="2157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CEDFE78-C067-1C49-6089-F38548D89587}"/>
              </a:ext>
            </a:extLst>
          </p:cNvPr>
          <p:cNvSpPr/>
          <p:nvPr/>
        </p:nvSpPr>
        <p:spPr>
          <a:xfrm>
            <a:off x="7068993" y="2898199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FDFF130C-18C5-F662-5F08-4B3BC525249F}"/>
              </a:ext>
            </a:extLst>
          </p:cNvPr>
          <p:cNvSpPr/>
          <p:nvPr/>
        </p:nvSpPr>
        <p:spPr>
          <a:xfrm>
            <a:off x="5049115" y="2898199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38" name="表格 37">
            <a:extLst>
              <a:ext uri="{FF2B5EF4-FFF2-40B4-BE49-F238E27FC236}">
                <a16:creationId xmlns:a16="http://schemas.microsoft.com/office/drawing/2014/main" id="{32353322-A9F4-1530-4F56-961E1E0BD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659746"/>
              </p:ext>
            </p:extLst>
          </p:nvPr>
        </p:nvGraphicFramePr>
        <p:xfrm>
          <a:off x="5552063" y="3490574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6</a:t>
                      </a:r>
                      <a:endParaRPr lang="zh-TW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FF0000"/>
                          </a:solidFill>
                        </a:rPr>
                        <a:t>5</a:t>
                      </a:r>
                      <a:endParaRPr lang="zh-TW" altLang="en-US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4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39" name="文字方塊 38">
            <a:extLst>
              <a:ext uri="{FF2B5EF4-FFF2-40B4-BE49-F238E27FC236}">
                <a16:creationId xmlns:a16="http://schemas.microsoft.com/office/drawing/2014/main" id="{BBBAEB4D-608F-DDCD-F52C-9B70DE76ACF8}"/>
              </a:ext>
            </a:extLst>
          </p:cNvPr>
          <p:cNvSpPr txBox="1"/>
          <p:nvPr/>
        </p:nvSpPr>
        <p:spPr>
          <a:xfrm>
            <a:off x="6074071" y="4013200"/>
            <a:ext cx="461665" cy="2157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graphicFrame>
        <p:nvGraphicFramePr>
          <p:cNvPr id="40" name="表格 39">
            <a:extLst>
              <a:ext uri="{FF2B5EF4-FFF2-40B4-BE49-F238E27FC236}">
                <a16:creationId xmlns:a16="http://schemas.microsoft.com/office/drawing/2014/main" id="{1992572C-5361-3A2D-4E67-6A26621330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602606"/>
              </p:ext>
            </p:extLst>
          </p:nvPr>
        </p:nvGraphicFramePr>
        <p:xfrm>
          <a:off x="5044062" y="4294140"/>
          <a:ext cx="2516910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82">
                  <a:extLst>
                    <a:ext uri="{9D8B030D-6E8A-4147-A177-3AD203B41FA5}">
                      <a16:colId xmlns:a16="http://schemas.microsoft.com/office/drawing/2014/main" val="4254666052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623273295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13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28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27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5">
                              <a:lumMod val="75000"/>
                            </a:schemeClr>
                          </a:solidFill>
                        </a:rPr>
                        <a:t>18</a:t>
                      </a:r>
                      <a:endParaRPr lang="zh-TW" altLang="en-US">
                        <a:solidFill>
                          <a:schemeClr val="accent5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5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41" name="文字方塊 40">
            <a:extLst>
              <a:ext uri="{FF2B5EF4-FFF2-40B4-BE49-F238E27FC236}">
                <a16:creationId xmlns:a16="http://schemas.microsoft.com/office/drawing/2014/main" id="{288DDFE4-548E-B9A0-39D6-AA9D7CBC8225}"/>
              </a:ext>
            </a:extLst>
          </p:cNvPr>
          <p:cNvSpPr txBox="1"/>
          <p:nvPr/>
        </p:nvSpPr>
        <p:spPr>
          <a:xfrm>
            <a:off x="4332864" y="4322619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＊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6D1402EF-60B7-3AF0-EB43-92A62FB454B2}"/>
              </a:ext>
            </a:extLst>
          </p:cNvPr>
          <p:cNvSpPr/>
          <p:nvPr/>
        </p:nvSpPr>
        <p:spPr>
          <a:xfrm>
            <a:off x="7567757" y="2898199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F5B76BC-58D2-F1A6-D442-CAF495B7D72A}"/>
              </a:ext>
            </a:extLst>
          </p:cNvPr>
          <p:cNvSpPr/>
          <p:nvPr/>
        </p:nvSpPr>
        <p:spPr>
          <a:xfrm>
            <a:off x="4541116" y="2898199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54" name="表格 53">
            <a:extLst>
              <a:ext uri="{FF2B5EF4-FFF2-40B4-BE49-F238E27FC236}">
                <a16:creationId xmlns:a16="http://schemas.microsoft.com/office/drawing/2014/main" id="{18D36390-ADA8-A36A-0C3D-CB353D142E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4793768"/>
              </p:ext>
            </p:extLst>
          </p:nvPr>
        </p:nvGraphicFramePr>
        <p:xfrm>
          <a:off x="5556682" y="2904065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57" name="文字方塊 56">
            <a:extLst>
              <a:ext uri="{FF2B5EF4-FFF2-40B4-BE49-F238E27FC236}">
                <a16:creationId xmlns:a16="http://schemas.microsoft.com/office/drawing/2014/main" id="{B5FF9062-29F1-5284-C1B3-7363BF6EA296}"/>
              </a:ext>
            </a:extLst>
          </p:cNvPr>
          <p:cNvSpPr txBox="1"/>
          <p:nvPr/>
        </p:nvSpPr>
        <p:spPr>
          <a:xfrm>
            <a:off x="4765962" y="5615711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一樣</a:t>
            </a:r>
          </a:p>
        </p:txBody>
      </p:sp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AF2F9279-D928-CB62-C28C-F238EFC18F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773573"/>
              </p:ext>
            </p:extLst>
          </p:nvPr>
        </p:nvGraphicFramePr>
        <p:xfrm>
          <a:off x="406397" y="3098028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1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206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62" name="矩形 61">
            <a:extLst>
              <a:ext uri="{FF2B5EF4-FFF2-40B4-BE49-F238E27FC236}">
                <a16:creationId xmlns:a16="http://schemas.microsoft.com/office/drawing/2014/main" id="{FA3358E9-8221-DE18-7101-17C1B794E8A2}"/>
              </a:ext>
            </a:extLst>
          </p:cNvPr>
          <p:cNvSpPr/>
          <p:nvPr/>
        </p:nvSpPr>
        <p:spPr>
          <a:xfrm>
            <a:off x="10989831" y="2893580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C501368-553A-1FFB-3BDC-D24CD37DD507}"/>
              </a:ext>
            </a:extLst>
          </p:cNvPr>
          <p:cNvSpPr/>
          <p:nvPr/>
        </p:nvSpPr>
        <p:spPr>
          <a:xfrm>
            <a:off x="8969953" y="2893580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D73127AC-83F1-BFBE-40A9-BBD2B1F043D6}"/>
              </a:ext>
            </a:extLst>
          </p:cNvPr>
          <p:cNvSpPr txBox="1"/>
          <p:nvPr/>
        </p:nvSpPr>
        <p:spPr>
          <a:xfrm>
            <a:off x="9994909" y="4008581"/>
            <a:ext cx="461665" cy="21576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zh-TW"/>
              <a:t>=</a:t>
            </a:r>
            <a:endParaRPr lang="zh-TW" altLang="en-US"/>
          </a:p>
        </p:txBody>
      </p:sp>
      <p:graphicFrame>
        <p:nvGraphicFramePr>
          <p:cNvPr id="66" name="表格 65">
            <a:extLst>
              <a:ext uri="{FF2B5EF4-FFF2-40B4-BE49-F238E27FC236}">
                <a16:creationId xmlns:a16="http://schemas.microsoft.com/office/drawing/2014/main" id="{0A26ED54-625C-370B-AC32-5A74C54A39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1173005"/>
              </p:ext>
            </p:extLst>
          </p:nvPr>
        </p:nvGraphicFramePr>
        <p:xfrm>
          <a:off x="8964900" y="4289521"/>
          <a:ext cx="2516910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3382">
                  <a:extLst>
                    <a:ext uri="{9D8B030D-6E8A-4147-A177-3AD203B41FA5}">
                      <a16:colId xmlns:a16="http://schemas.microsoft.com/office/drawing/2014/main" val="4254666052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  <a:gridCol w="503382">
                  <a:extLst>
                    <a:ext uri="{9D8B030D-6E8A-4147-A177-3AD203B41FA5}">
                      <a16:colId xmlns:a16="http://schemas.microsoft.com/office/drawing/2014/main" val="623273295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0</a:t>
                      </a:r>
                      <a:endParaRPr lang="zh-TW" alt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1</a:t>
                      </a:r>
                      <a:endParaRPr lang="zh-TW" alt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zh-TW" alt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zh-TW" altLang="en-US">
                        <a:solidFill>
                          <a:schemeClr val="accent2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sp>
        <p:nvSpPr>
          <p:cNvPr id="67" name="文字方塊 66">
            <a:extLst>
              <a:ext uri="{FF2B5EF4-FFF2-40B4-BE49-F238E27FC236}">
                <a16:creationId xmlns:a16="http://schemas.microsoft.com/office/drawing/2014/main" id="{A280DFCC-4EE4-72E2-F845-F5310AB2A90E}"/>
              </a:ext>
            </a:extLst>
          </p:cNvPr>
          <p:cNvSpPr txBox="1"/>
          <p:nvPr/>
        </p:nvSpPr>
        <p:spPr>
          <a:xfrm>
            <a:off x="8253702" y="4318000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 ＊</a:t>
            </a:r>
            <a:r>
              <a:rPr lang="en-US" altLang="zh-TW" i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F6A8E3EE-A0EB-1185-244C-7D6CA0F7BFF2}"/>
              </a:ext>
            </a:extLst>
          </p:cNvPr>
          <p:cNvSpPr/>
          <p:nvPr/>
        </p:nvSpPr>
        <p:spPr>
          <a:xfrm>
            <a:off x="11488595" y="2893580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09C5D93A-8976-DFF8-F5B3-F6A25161E955}"/>
              </a:ext>
            </a:extLst>
          </p:cNvPr>
          <p:cNvSpPr/>
          <p:nvPr/>
        </p:nvSpPr>
        <p:spPr>
          <a:xfrm>
            <a:off x="8461954" y="2893580"/>
            <a:ext cx="504825" cy="4572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>
                <a:solidFill>
                  <a:schemeClr val="tx1"/>
                </a:solidFill>
              </a:rPr>
              <a:t>0</a:t>
            </a:r>
            <a:endParaRPr lang="zh-TW" altLang="en-US">
              <a:solidFill>
                <a:schemeClr val="tx1"/>
              </a:solidFill>
            </a:endParaRPr>
          </a:p>
        </p:txBody>
      </p:sp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743AFE0A-D2B1-8D84-9B73-14DA7BCDBB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2620408"/>
              </p:ext>
            </p:extLst>
          </p:nvPr>
        </p:nvGraphicFramePr>
        <p:xfrm>
          <a:off x="9477520" y="2899446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1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2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/>
                        <a:t>3</a:t>
                      </a:r>
                      <a:endParaRPr lang="zh-TW" altLang="en-US"/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graphicFrame>
        <p:nvGraphicFramePr>
          <p:cNvPr id="71" name="表格 70">
            <a:extLst>
              <a:ext uri="{FF2B5EF4-FFF2-40B4-BE49-F238E27FC236}">
                <a16:creationId xmlns:a16="http://schemas.microsoft.com/office/drawing/2014/main" id="{5DA1BF53-68F2-3750-A05D-AD7B2FB14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6492440"/>
              </p:ext>
            </p:extLst>
          </p:nvPr>
        </p:nvGraphicFramePr>
        <p:xfrm>
          <a:off x="9462655" y="3476719"/>
          <a:ext cx="1505526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1842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501842">
                  <a:extLst>
                    <a:ext uri="{9D8B030D-6E8A-4147-A177-3AD203B41FA5}">
                      <a16:colId xmlns:a16="http://schemas.microsoft.com/office/drawing/2014/main" val="404160782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2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rgbClr val="0000FF"/>
                          </a:solidFill>
                        </a:rPr>
                        <a:t>0</a:t>
                      </a:r>
                      <a:endParaRPr lang="zh-TW" altLang="en-US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graphicFrame>
        <p:nvGraphicFramePr>
          <p:cNvPr id="76" name="表格 75">
            <a:extLst>
              <a:ext uri="{FF2B5EF4-FFF2-40B4-BE49-F238E27FC236}">
                <a16:creationId xmlns:a16="http://schemas.microsoft.com/office/drawing/2014/main" id="{03747901-4FA3-0B93-5BC2-15692BEE4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246462"/>
              </p:ext>
            </p:extLst>
          </p:nvPr>
        </p:nvGraphicFramePr>
        <p:xfrm>
          <a:off x="7028869" y="5834303"/>
          <a:ext cx="2497120" cy="4441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9424">
                  <a:extLst>
                    <a:ext uri="{9D8B030D-6E8A-4147-A177-3AD203B41FA5}">
                      <a16:colId xmlns:a16="http://schemas.microsoft.com/office/drawing/2014/main" val="1374554018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3058692974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874553479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1088885131"/>
                    </a:ext>
                  </a:extLst>
                </a:gridCol>
                <a:gridCol w="499424">
                  <a:extLst>
                    <a:ext uri="{9D8B030D-6E8A-4147-A177-3AD203B41FA5}">
                      <a16:colId xmlns:a16="http://schemas.microsoft.com/office/drawing/2014/main" val="3744523581"/>
                    </a:ext>
                  </a:extLst>
                </a:gridCol>
              </a:tblGrid>
              <a:tr h="444117"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14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32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34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24</a:t>
                      </a:r>
                      <a:endParaRPr lang="zh-TW" altLang="en-US">
                        <a:solidFill>
                          <a:schemeClr val="accent6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L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accent6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0994319"/>
                  </a:ext>
                </a:extLst>
              </a:tr>
            </a:tbl>
          </a:graphicData>
        </a:graphic>
      </p:graphicFrame>
      <p:cxnSp>
        <p:nvCxnSpPr>
          <p:cNvPr id="78" name="直線單箭頭接點 77">
            <a:extLst>
              <a:ext uri="{FF2B5EF4-FFF2-40B4-BE49-F238E27FC236}">
                <a16:creationId xmlns:a16="http://schemas.microsoft.com/office/drawing/2014/main" id="{6E548C6F-87AB-90E6-B49B-586D73F21646}"/>
              </a:ext>
            </a:extLst>
          </p:cNvPr>
          <p:cNvCxnSpPr>
            <a:cxnSpLocks/>
            <a:stCxn id="40" idx="2"/>
            <a:endCxn id="76" idx="0"/>
          </p:cNvCxnSpPr>
          <p:nvPr/>
        </p:nvCxnSpPr>
        <p:spPr>
          <a:xfrm>
            <a:off x="6302517" y="4738257"/>
            <a:ext cx="1974912" cy="1096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80" name="直線單箭頭接點 79">
            <a:extLst>
              <a:ext uri="{FF2B5EF4-FFF2-40B4-BE49-F238E27FC236}">
                <a16:creationId xmlns:a16="http://schemas.microsoft.com/office/drawing/2014/main" id="{323E79C6-C775-38E3-E347-E51AA0788B9F}"/>
              </a:ext>
            </a:extLst>
          </p:cNvPr>
          <p:cNvCxnSpPr>
            <a:cxnSpLocks/>
            <a:stCxn id="66" idx="2"/>
            <a:endCxn id="76" idx="0"/>
          </p:cNvCxnSpPr>
          <p:nvPr/>
        </p:nvCxnSpPr>
        <p:spPr>
          <a:xfrm flipH="1">
            <a:off x="8277429" y="4733638"/>
            <a:ext cx="1945926" cy="11006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A98CE227-C65D-7657-4C40-64A9FE250FC7}"/>
              </a:ext>
            </a:extLst>
          </p:cNvPr>
          <p:cNvSpPr txBox="1"/>
          <p:nvPr/>
        </p:nvSpPr>
        <p:spPr>
          <a:xfrm>
            <a:off x="8091054" y="5347856"/>
            <a:ext cx="3770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800"/>
              <a:t>+</a:t>
            </a:r>
            <a:endParaRPr lang="zh-TW" altLang="en-US" sz="2800"/>
          </a:p>
        </p:txBody>
      </p:sp>
      <p:cxnSp>
        <p:nvCxnSpPr>
          <p:cNvPr id="102" name="直線單箭頭接點 101">
            <a:extLst>
              <a:ext uri="{FF2B5EF4-FFF2-40B4-BE49-F238E27FC236}">
                <a16:creationId xmlns:a16="http://schemas.microsoft.com/office/drawing/2014/main" id="{4697B29D-941B-7C49-CF27-4A6B57DF1906}"/>
              </a:ext>
            </a:extLst>
          </p:cNvPr>
          <p:cNvCxnSpPr>
            <a:cxnSpLocks/>
          </p:cNvCxnSpPr>
          <p:nvPr/>
        </p:nvCxnSpPr>
        <p:spPr>
          <a:xfrm>
            <a:off x="3454400" y="6059055"/>
            <a:ext cx="3408218" cy="0"/>
          </a:xfrm>
          <a:prstGeom prst="straightConnector1">
            <a:avLst/>
          </a:prstGeom>
          <a:ln w="1905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文字方塊 4">
            <a:extLst>
              <a:ext uri="{FF2B5EF4-FFF2-40B4-BE49-F238E27FC236}">
                <a16:creationId xmlns:a16="http://schemas.microsoft.com/office/drawing/2014/main" id="{477A6E88-61F3-322E-4117-F0661668160B}"/>
              </a:ext>
            </a:extLst>
          </p:cNvPr>
          <p:cNvSpPr txBox="1"/>
          <p:nvPr/>
        </p:nvSpPr>
        <p:spPr>
          <a:xfrm>
            <a:off x="101600" y="2516971"/>
            <a:ext cx="274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824FEE0-BA88-CD1A-35D9-A964D04E8080}"/>
              </a:ext>
            </a:extLst>
          </p:cNvPr>
          <p:cNvSpPr txBox="1"/>
          <p:nvPr/>
        </p:nvSpPr>
        <p:spPr>
          <a:xfrm>
            <a:off x="101600" y="3057298"/>
            <a:ext cx="274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endParaRPr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E1E47EB-F3C7-3979-2936-12277A2A40C1}"/>
              </a:ext>
            </a:extLst>
          </p:cNvPr>
          <p:cNvSpPr txBox="1"/>
          <p:nvPr/>
        </p:nvSpPr>
        <p:spPr>
          <a:xfrm>
            <a:off x="1814945" y="3948607"/>
            <a:ext cx="274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B1E3591-DBE9-1D8A-31BB-CCBEBD8F4CB8}"/>
              </a:ext>
            </a:extLst>
          </p:cNvPr>
          <p:cNvSpPr txBox="1"/>
          <p:nvPr/>
        </p:nvSpPr>
        <p:spPr>
          <a:xfrm>
            <a:off x="341745" y="4955310"/>
            <a:ext cx="8643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TW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zh-TW" alt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7831DB1-9FB9-9379-15BE-262A2C12C42E}"/>
              </a:ext>
            </a:extLst>
          </p:cNvPr>
          <p:cNvSpPr txBox="1"/>
          <p:nvPr/>
        </p:nvSpPr>
        <p:spPr>
          <a:xfrm>
            <a:off x="6188363" y="2484643"/>
            <a:ext cx="274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F684C8F1-6431-B220-7DD2-9F7F7BF485C1}"/>
              </a:ext>
            </a:extLst>
          </p:cNvPr>
          <p:cNvSpPr txBox="1"/>
          <p:nvPr/>
        </p:nvSpPr>
        <p:spPr>
          <a:xfrm>
            <a:off x="10081490" y="2489261"/>
            <a:ext cx="274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zh-TW" altLang="en-US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5297524C-D563-0CF2-5CAC-5E605631B14A}"/>
              </a:ext>
            </a:extLst>
          </p:cNvPr>
          <p:cNvSpPr txBox="1"/>
          <p:nvPr/>
        </p:nvSpPr>
        <p:spPr>
          <a:xfrm>
            <a:off x="193963" y="3906982"/>
            <a:ext cx="1075936" cy="33855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TW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Padding=2</a:t>
            </a:r>
            <a:endParaRPr lang="zh-TW" altLang="en-US" sz="16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4D42D0A-DB57-6040-5C9D-EE76B382B4DC}"/>
              </a:ext>
            </a:extLst>
          </p:cNvPr>
          <p:cNvSpPr txBox="1"/>
          <p:nvPr/>
        </p:nvSpPr>
        <p:spPr>
          <a:xfrm>
            <a:off x="8996218" y="3523734"/>
            <a:ext cx="3994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h'</a:t>
            </a:r>
            <a:endParaRPr lang="zh-TW" altLang="en-US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D1B5ABD6-B919-43CA-C65F-27DD408C9698}"/>
              </a:ext>
            </a:extLst>
          </p:cNvPr>
          <p:cNvSpPr txBox="1"/>
          <p:nvPr/>
        </p:nvSpPr>
        <p:spPr>
          <a:xfrm>
            <a:off x="5098474" y="3519116"/>
            <a:ext cx="4017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g’</a:t>
            </a:r>
            <a:endParaRPr lang="zh-TW" altLang="en-US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DEC6F67F-E2AB-54AC-1DD0-83FF1096F9E7}"/>
              </a:ext>
            </a:extLst>
          </p:cNvPr>
          <p:cNvSpPr txBox="1"/>
          <p:nvPr/>
        </p:nvSpPr>
        <p:spPr>
          <a:xfrm>
            <a:off x="7384472" y="6308435"/>
            <a:ext cx="18703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＊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(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＊</a:t>
            </a:r>
            <a:r>
              <a:rPr lang="zh-TW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22307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BE7394-C3B3-03F9-654D-6CD1AE2D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48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6AD3B9D-8245-60EF-F183-61A843DDEBDB}"/>
              </a:ext>
            </a:extLst>
          </p:cNvPr>
          <p:cNvSpPr txBox="1"/>
          <p:nvPr/>
        </p:nvSpPr>
        <p:spPr>
          <a:xfrm>
            <a:off x="738907" y="909981"/>
            <a:ext cx="10945092" cy="2221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卷積核的倒轉原本只是一個數學必要步驟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邊緣檢測時</a:t>
            </a:r>
            <a:r>
              <a:rPr lang="zh-TW" altLang="en-US" sz="32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卷積核本身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才決定特徵提取效果的關鍵</a:t>
            </a:r>
            <a:endParaRPr lang="en-US" altLang="zh-TW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卷積核倒轉在</a:t>
            </a:r>
            <a:r>
              <a:rPr lang="zh-TW" altLang="en-US" sz="3200" dirty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訊號處理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比較有用、單純影像還好。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FA8E047-78AE-1EC0-CB67-EE549D4BF5DA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但是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7E06578-94F6-DCA0-21EE-57D46FCF2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64" y="3377263"/>
            <a:ext cx="4991797" cy="3096057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583A4B09-E779-77AE-2AAC-D908034EF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7238" y="3818915"/>
            <a:ext cx="2981741" cy="47631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E5ACBD28-97A0-213D-692C-DA22E324232E}"/>
              </a:ext>
            </a:extLst>
          </p:cNvPr>
          <p:cNvSpPr txBox="1"/>
          <p:nvPr/>
        </p:nvSpPr>
        <p:spPr>
          <a:xfrm>
            <a:off x="6558280" y="3833090"/>
            <a:ext cx="1495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卷積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有翻轉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8A4BDC4-03B7-1E33-9D70-211E53DD0180}"/>
              </a:ext>
            </a:extLst>
          </p:cNvPr>
          <p:cNvSpPr txBox="1"/>
          <p:nvPr/>
        </p:nvSpPr>
        <p:spPr>
          <a:xfrm>
            <a:off x="6364316" y="4881418"/>
            <a:ext cx="17082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相關性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不翻轉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8CA042E-A469-4859-C44E-BEA397C16D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4947" y="4787572"/>
            <a:ext cx="2981741" cy="552527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9FB6F90E-7A8D-494F-6FC4-37E12BD2B0EB}"/>
              </a:ext>
            </a:extLst>
          </p:cNvPr>
          <p:cNvSpPr txBox="1"/>
          <p:nvPr/>
        </p:nvSpPr>
        <p:spPr>
          <a:xfrm>
            <a:off x="6197600" y="563886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系統在 輸入發生前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(n=1)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就先輸出了 → 不符合因果。</a:t>
            </a:r>
          </a:p>
        </p:txBody>
      </p:sp>
    </p:spTree>
    <p:extLst>
      <p:ext uri="{BB962C8B-B14F-4D97-AF65-F5344CB8AC3E}">
        <p14:creationId xmlns:p14="http://schemas.microsoft.com/office/powerpoint/2010/main" val="246922137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79FA42BE-F0CA-4B85-D262-CD04C1E800BC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模型如何學會抓特徵</a:t>
            </a: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(1/2)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40731179-63D4-7E5C-86D8-A51AF1FC93CC}"/>
              </a:ext>
            </a:extLst>
          </p:cNvPr>
          <p:cNvGrpSpPr/>
          <p:nvPr/>
        </p:nvGrpSpPr>
        <p:grpSpPr>
          <a:xfrm>
            <a:off x="3103419" y="4687421"/>
            <a:ext cx="8839200" cy="1789626"/>
            <a:chOff x="1385455" y="4373715"/>
            <a:chExt cx="10594108" cy="214493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626B651E-6808-2333-09BB-41E8FDCAA9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8550"/>
            <a:stretch/>
          </p:blipFill>
          <p:spPr bwMode="auto">
            <a:xfrm>
              <a:off x="1871683" y="4373715"/>
              <a:ext cx="10107880" cy="20221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F571FDDA-2891-D4D4-D6D0-5FCE3F8EFDA5}"/>
                </a:ext>
              </a:extLst>
            </p:cNvPr>
            <p:cNvSpPr txBox="1"/>
            <p:nvPr/>
          </p:nvSpPr>
          <p:spPr>
            <a:xfrm>
              <a:off x="1385455" y="5965326"/>
              <a:ext cx="959092" cy="55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rPr>
                <a:t>邊緣</a:t>
              </a:r>
            </a:p>
          </p:txBody>
        </p:sp>
        <p:sp>
          <p:nvSpPr>
            <p:cNvPr id="4" name="文字方塊 3">
              <a:extLst>
                <a:ext uri="{FF2B5EF4-FFF2-40B4-BE49-F238E27FC236}">
                  <a16:creationId xmlns:a16="http://schemas.microsoft.com/office/drawing/2014/main" id="{C25189A2-A777-218E-170C-283545FB8C0D}"/>
                </a:ext>
              </a:extLst>
            </p:cNvPr>
            <p:cNvSpPr txBox="1"/>
            <p:nvPr/>
          </p:nvSpPr>
          <p:spPr>
            <a:xfrm>
              <a:off x="4705927" y="5965326"/>
              <a:ext cx="959092" cy="55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rPr>
                <a:t>器官</a:t>
              </a:r>
            </a:p>
          </p:txBody>
        </p:sp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0048F8E2-929A-9594-6E1F-D253DAF6B2B9}"/>
                </a:ext>
              </a:extLst>
            </p:cNvPr>
            <p:cNvSpPr txBox="1"/>
            <p:nvPr/>
          </p:nvSpPr>
          <p:spPr>
            <a:xfrm>
              <a:off x="8169298" y="5965326"/>
              <a:ext cx="959092" cy="55332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/>
                  <a:ea typeface="標楷體"/>
                  <a:cs typeface="+mn-cs"/>
                </a:rPr>
                <a:t>面部</a:t>
              </a:r>
            </a:p>
          </p:txBody>
        </p:sp>
      </p:grpSp>
      <p:pic>
        <p:nvPicPr>
          <p:cNvPr id="1030" name="Picture 6" descr="opencv+CNN算法实现实时数字识别（完整教程）_opencv cnn-CSDN博客">
            <a:extLst>
              <a:ext uri="{FF2B5EF4-FFF2-40B4-BE49-F238E27FC236}">
                <a16:creationId xmlns:a16="http://schemas.microsoft.com/office/drawing/2014/main" id="{D005CF0E-F3EA-14AF-A6A8-A113A53A2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19419" y="1227640"/>
            <a:ext cx="5560290" cy="2795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19FE67C2-D04D-7B5E-5AFB-528688B82641}"/>
              </a:ext>
            </a:extLst>
          </p:cNvPr>
          <p:cNvSpPr txBox="1"/>
          <p:nvPr/>
        </p:nvSpPr>
        <p:spPr>
          <a:xfrm>
            <a:off x="563417" y="1967345"/>
            <a:ext cx="2876108" cy="954107"/>
          </a:xfrm>
          <a:prstGeom prst="rect">
            <a:avLst/>
          </a:prstGeom>
          <a:solidFill>
            <a:srgbClr val="FFB9B9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傳統電腦視覺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人類自定義</a:t>
            </a:r>
            <a:r>
              <a:rPr kumimoji="0" lang="en-US" altLang="zh-TW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kernal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A359794-8D0B-AE6A-12F1-996BA84E9A9D}"/>
              </a:ext>
            </a:extLst>
          </p:cNvPr>
          <p:cNvSpPr txBox="1"/>
          <p:nvPr/>
        </p:nvSpPr>
        <p:spPr>
          <a:xfrm>
            <a:off x="360794" y="4946074"/>
            <a:ext cx="3235181" cy="954107"/>
          </a:xfrm>
          <a:prstGeom prst="rect">
            <a:avLst/>
          </a:prstGeom>
          <a:solidFill>
            <a:srgbClr val="CDCDFF"/>
          </a:solidFill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現在電腦視覺</a:t>
            </a:r>
            <a:endParaRPr kumimoji="0" lang="en-US" altLang="zh-TW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讓模型自己學</a:t>
            </a:r>
            <a:r>
              <a:rPr kumimoji="0" lang="en-US" altLang="zh-TW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kernel</a:t>
            </a: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/>
              <a:ea typeface="標楷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614353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eature maps outputs of CNN–DNN model | Download Scientific Diagram">
            <a:extLst>
              <a:ext uri="{FF2B5EF4-FFF2-40B4-BE49-F238E27FC236}">
                <a16:creationId xmlns:a16="http://schemas.microsoft.com/office/drawing/2014/main" id="{F4B7DF57-4688-51C3-17C4-2D0087C22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1559" y="2415021"/>
            <a:ext cx="11557468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D62533A-D95C-E56D-11B4-E1DAD277A1EB}"/>
              </a:ext>
            </a:extLst>
          </p:cNvPr>
          <p:cNvSpPr txBox="1"/>
          <p:nvPr/>
        </p:nvSpPr>
        <p:spPr>
          <a:xfrm>
            <a:off x="0" y="161364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模型如何學會抓特徵</a:t>
            </a:r>
            <a:r>
              <a:rPr kumimoji="0" lang="en-US" altLang="zh-TW" sz="4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(2/2)</a:t>
            </a:r>
            <a:endParaRPr kumimoji="0" lang="zh-TW" alt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1346A59-06C4-7982-769D-EAABA3B95BBF}"/>
              </a:ext>
            </a:extLst>
          </p:cNvPr>
          <p:cNvSpPr txBox="1"/>
          <p:nvPr/>
        </p:nvSpPr>
        <p:spPr>
          <a:xfrm>
            <a:off x="438439" y="1392959"/>
            <a:ext cx="2435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透過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kernel</a:t>
            </a: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 </a:t>
            </a:r>
            <a:r>
              <a:rPr kumimoji="0" lang="zh-TW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/>
                <a:ea typeface="標楷體"/>
                <a:cs typeface="+mn-cs"/>
              </a:rPr>
              <a:t>掃瞄出特徵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0EA304-8BE0-BE83-60EA-C7A9771A2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042" y="1159125"/>
            <a:ext cx="761742" cy="736350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805E812-FD97-2944-F5C8-FF9B31329BC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94"/>
          <a:stretch/>
        </p:blipFill>
        <p:spPr>
          <a:xfrm>
            <a:off x="6985240" y="1241425"/>
            <a:ext cx="802068" cy="758825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7D888C88-513F-1A12-9312-8B7A506258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704" r="33905" b="35096"/>
          <a:stretch/>
        </p:blipFill>
        <p:spPr>
          <a:xfrm>
            <a:off x="9926921" y="1419225"/>
            <a:ext cx="936294" cy="771526"/>
          </a:xfrm>
          <a:prstGeom prst="rect">
            <a:avLst/>
          </a:prstGeom>
          <a:ln w="28575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831978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</a:t>
            </a:r>
            <a:r>
              <a:rPr lang="zh-TW" altLang="en-US"/>
              <a:t>均值濾波 </a:t>
            </a:r>
            <a:r>
              <a:rPr lang="en-US" altLang="zh-TW"/>
              <a:t>(</a:t>
            </a:r>
            <a:r>
              <a:rPr lang="zh-TW" altLang="en-US"/>
              <a:t>模糊</a:t>
            </a:r>
            <a:r>
              <a:rPr lang="en-US" altLang="zh-TW"/>
              <a:t>)</a:t>
            </a:r>
            <a:endParaRPr lang="zh-TW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09E133-101D-AB41-5439-EF03A21E80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69133"/>
          <a:stretch/>
        </p:blipFill>
        <p:spPr bwMode="auto">
          <a:xfrm>
            <a:off x="1038577" y="1971986"/>
            <a:ext cx="4505530" cy="352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9634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743" b="4818"/>
          <a:stretch/>
        </p:blipFill>
        <p:spPr bwMode="auto">
          <a:xfrm>
            <a:off x="5909841" y="1616070"/>
            <a:ext cx="5275395" cy="4523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ECEF0E08-8D91-A2BE-9D51-6D681E4A88C9}"/>
              </a:ext>
            </a:extLst>
          </p:cNvPr>
          <p:cNvSpPr txBox="1"/>
          <p:nvPr/>
        </p:nvSpPr>
        <p:spPr>
          <a:xfrm>
            <a:off x="6619550" y="1730311"/>
            <a:ext cx="646331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原圖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AF0B8BE-CBFD-24D3-66B6-32ADEBFC861F}"/>
              </a:ext>
            </a:extLst>
          </p:cNvPr>
          <p:cNvSpPr txBox="1"/>
          <p:nvPr/>
        </p:nvSpPr>
        <p:spPr>
          <a:xfrm>
            <a:off x="8877841" y="1734929"/>
            <a:ext cx="53091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*</a:t>
            </a:r>
            <a:r>
              <a:rPr lang="en-US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endParaRPr lang="zh-TW" altLang="en-US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CD17E0A-9F1F-52B5-02B5-51DC4CAEA825}"/>
              </a:ext>
            </a:extLst>
          </p:cNvPr>
          <p:cNvSpPr txBox="1"/>
          <p:nvPr/>
        </p:nvSpPr>
        <p:spPr>
          <a:xfrm>
            <a:off x="6638023" y="3993220"/>
            <a:ext cx="76174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*</a:t>
            </a:r>
            <a:r>
              <a:rPr lang="en-US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11</a:t>
            </a:r>
            <a:endParaRPr lang="zh-TW" altLang="en-US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A1CBCD1-C67F-84D7-07E1-2573B106C7DF}"/>
              </a:ext>
            </a:extLst>
          </p:cNvPr>
          <p:cNvSpPr txBox="1"/>
          <p:nvPr/>
        </p:nvSpPr>
        <p:spPr>
          <a:xfrm>
            <a:off x="8896314" y="3979366"/>
            <a:ext cx="76174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21</a:t>
            </a:r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*</a:t>
            </a:r>
            <a:r>
              <a:rPr lang="en-US" altLang="zh-TW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21</a:t>
            </a:r>
            <a:endParaRPr lang="zh-TW" altLang="en-US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723767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2432B0C-EE8D-0093-1925-37873A21A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52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C87515-E33B-FB7A-D763-7DDCA9C633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" t="1020"/>
          <a:stretch/>
        </p:blipFill>
        <p:spPr>
          <a:xfrm>
            <a:off x="166255" y="1126834"/>
            <a:ext cx="7973590" cy="5452563"/>
          </a:xfrm>
          <a:prstGeom prst="rect">
            <a:avLst/>
          </a:prstGeom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15BCBF9-A399-28D3-55B8-3EC9388074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496" r="69133"/>
          <a:stretch/>
        </p:blipFill>
        <p:spPr bwMode="auto">
          <a:xfrm>
            <a:off x="8342722" y="2258313"/>
            <a:ext cx="3849278" cy="3523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C8EEDC3B-BF2C-D853-A67D-3E6F7BC9CA87}"/>
              </a:ext>
            </a:extLst>
          </p:cNvPr>
          <p:cNvSpPr/>
          <p:nvPr/>
        </p:nvSpPr>
        <p:spPr>
          <a:xfrm>
            <a:off x="7546109" y="2539737"/>
            <a:ext cx="3061143" cy="3426953"/>
          </a:xfrm>
          <a:custGeom>
            <a:avLst/>
            <a:gdLst>
              <a:gd name="connsiteX0" fmla="*/ 0 w 3061143"/>
              <a:gd name="connsiteY0" fmla="*/ 138808 h 3426953"/>
              <a:gd name="connsiteX1" fmla="*/ 572655 w 3061143"/>
              <a:gd name="connsiteY1" fmla="*/ 18735 h 3426953"/>
              <a:gd name="connsiteX2" fmla="*/ 1699491 w 3061143"/>
              <a:gd name="connsiteY2" fmla="*/ 111099 h 3426953"/>
              <a:gd name="connsiteX3" fmla="*/ 2918691 w 3061143"/>
              <a:gd name="connsiteY3" fmla="*/ 1025499 h 3426953"/>
              <a:gd name="connsiteX4" fmla="*/ 2770909 w 3061143"/>
              <a:gd name="connsiteY4" fmla="*/ 2290880 h 3426953"/>
              <a:gd name="connsiteX5" fmla="*/ 544946 w 3061143"/>
              <a:gd name="connsiteY5" fmla="*/ 3426953 h 34269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061143" h="3426953" extrusionOk="0">
                <a:moveTo>
                  <a:pt x="0" y="138808"/>
                </a:moveTo>
                <a:cubicBezTo>
                  <a:pt x="153125" y="116151"/>
                  <a:pt x="248858" y="22371"/>
                  <a:pt x="572655" y="18735"/>
                </a:cubicBezTo>
                <a:cubicBezTo>
                  <a:pt x="886301" y="26283"/>
                  <a:pt x="1387704" y="-143692"/>
                  <a:pt x="1699491" y="111099"/>
                </a:cubicBezTo>
                <a:cubicBezTo>
                  <a:pt x="2137363" y="219808"/>
                  <a:pt x="2674246" y="638197"/>
                  <a:pt x="2918691" y="1025499"/>
                </a:cubicBezTo>
                <a:cubicBezTo>
                  <a:pt x="2992612" y="1477353"/>
                  <a:pt x="3209258" y="1803537"/>
                  <a:pt x="2770909" y="2290880"/>
                </a:cubicBezTo>
                <a:cubicBezTo>
                  <a:pt x="2358208" y="2657963"/>
                  <a:pt x="1482378" y="3111321"/>
                  <a:pt x="544946" y="3426953"/>
                </a:cubicBezTo>
              </a:path>
            </a:pathLst>
          </a:custGeom>
          <a:noFill/>
          <a:ln w="76200">
            <a:solidFill>
              <a:srgbClr val="FFD10F"/>
            </a:solidFill>
            <a:extLst>
              <a:ext uri="{C807C97D-BFC1-408E-A445-0C87EB9F89A2}">
                <ask:lineSketchStyleProps xmlns:ask="http://schemas.microsoft.com/office/drawing/2018/sketchyshapes" sd="605854978">
                  <a:custGeom>
                    <a:avLst/>
                    <a:gdLst>
                      <a:gd name="connsiteX0" fmla="*/ 0 w 3061143"/>
                      <a:gd name="connsiteY0" fmla="*/ 138808 h 3426953"/>
                      <a:gd name="connsiteX1" fmla="*/ 572655 w 3061143"/>
                      <a:gd name="connsiteY1" fmla="*/ 18735 h 3426953"/>
                      <a:gd name="connsiteX2" fmla="*/ 1699491 w 3061143"/>
                      <a:gd name="connsiteY2" fmla="*/ 111099 h 3426953"/>
                      <a:gd name="connsiteX3" fmla="*/ 2918691 w 3061143"/>
                      <a:gd name="connsiteY3" fmla="*/ 1025499 h 3426953"/>
                      <a:gd name="connsiteX4" fmla="*/ 2770909 w 3061143"/>
                      <a:gd name="connsiteY4" fmla="*/ 2290880 h 3426953"/>
                      <a:gd name="connsiteX5" fmla="*/ 544946 w 3061143"/>
                      <a:gd name="connsiteY5" fmla="*/ 3426953 h 342695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061143" h="3426953">
                        <a:moveTo>
                          <a:pt x="0" y="138808"/>
                        </a:moveTo>
                        <a:cubicBezTo>
                          <a:pt x="144703" y="81080"/>
                          <a:pt x="289407" y="23353"/>
                          <a:pt x="572655" y="18735"/>
                        </a:cubicBezTo>
                        <a:cubicBezTo>
                          <a:pt x="855903" y="14117"/>
                          <a:pt x="1308485" y="-56695"/>
                          <a:pt x="1699491" y="111099"/>
                        </a:cubicBezTo>
                        <a:cubicBezTo>
                          <a:pt x="2090497" y="278893"/>
                          <a:pt x="2740121" y="662202"/>
                          <a:pt x="2918691" y="1025499"/>
                        </a:cubicBezTo>
                        <a:cubicBezTo>
                          <a:pt x="3097261" y="1388796"/>
                          <a:pt x="3166533" y="1890638"/>
                          <a:pt x="2770909" y="2290880"/>
                        </a:cubicBezTo>
                        <a:cubicBezTo>
                          <a:pt x="2375285" y="2691122"/>
                          <a:pt x="1460115" y="3059037"/>
                          <a:pt x="544946" y="3426953"/>
                        </a:cubicBezTo>
                      </a:path>
                    </a:pathLst>
                  </a:cu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FFD10F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97376-8EB6-1C6D-F620-350D437346ED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</a:t>
            </a:r>
            <a:r>
              <a:rPr lang="zh-TW" altLang="en-US"/>
              <a:t>均值濾波 </a:t>
            </a:r>
            <a:r>
              <a:rPr lang="en-US" altLang="zh-TW"/>
              <a:t>(</a:t>
            </a:r>
            <a:r>
              <a:rPr lang="zh-TW" altLang="en-US"/>
              <a:t>模糊</a:t>
            </a:r>
            <a:r>
              <a:rPr lang="en-US" altLang="zh-TW"/>
              <a:t>)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70628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</a:t>
            </a:r>
            <a:r>
              <a:rPr lang="zh-TW" altLang="en-US"/>
              <a:t>高斯濾波 </a:t>
            </a:r>
            <a:r>
              <a:rPr lang="en-US" altLang="zh-TW"/>
              <a:t>(</a:t>
            </a:r>
            <a:r>
              <a:rPr lang="zh-TW" altLang="en-US"/>
              <a:t>模糊</a:t>
            </a:r>
            <a:r>
              <a:rPr lang="en-US" altLang="zh-TW"/>
              <a:t>)</a:t>
            </a:r>
            <a:endParaRPr lang="zh-TW" altLang="en-US"/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20883"/>
          <a:stretch/>
        </p:blipFill>
        <p:spPr bwMode="auto">
          <a:xfrm>
            <a:off x="2975891" y="1048247"/>
            <a:ext cx="6094218" cy="2593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1A7CD1A-8C4F-0762-A4D8-FAD0A5FBD1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862"/>
          <a:stretch/>
        </p:blipFill>
        <p:spPr bwMode="auto">
          <a:xfrm>
            <a:off x="2529529" y="3919877"/>
            <a:ext cx="7128792" cy="2250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F4E36F3-6F9D-2917-DDFD-C8EF2CAAEFB9}"/>
                  </a:ext>
                </a:extLst>
              </p:cNvPr>
              <p:cNvSpPr txBox="1"/>
              <p:nvPr/>
            </p:nvSpPr>
            <p:spPr>
              <a:xfrm>
                <a:off x="5271702" y="3562503"/>
                <a:ext cx="1633011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rgbClr val="FF0000"/>
                    </a:solidFill>
                  </a:rPr>
                  <a:t>21×21</a:t>
                </a:r>
                <a:r>
                  <a:rPr lang="zh-TW" altLang="en-US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3.5</m:t>
                    </m:r>
                  </m:oMath>
                </a14:m>
                <a:endParaRPr lang="zh-TW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CF4E36F3-6F9D-2917-DDFD-C8EF2CAAE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1702" y="3562503"/>
                <a:ext cx="1633011" cy="369332"/>
              </a:xfrm>
              <a:prstGeom prst="rect">
                <a:avLst/>
              </a:prstGeom>
              <a:blipFill>
                <a:blip r:embed="rId5"/>
                <a:stretch>
                  <a:fillRect l="-2963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9874AD1-6BEC-BDED-6090-E38E89DAAE9B}"/>
                  </a:ext>
                </a:extLst>
              </p:cNvPr>
              <p:cNvSpPr txBox="1"/>
              <p:nvPr/>
            </p:nvSpPr>
            <p:spPr>
              <a:xfrm>
                <a:off x="7594648" y="3567121"/>
                <a:ext cx="1456681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TW">
                    <a:solidFill>
                      <a:srgbClr val="FF0000"/>
                    </a:solidFill>
                  </a:rPr>
                  <a:t>43×43</a:t>
                </a:r>
                <a:r>
                  <a:rPr lang="zh-TW" altLang="en-US">
                    <a:solidFill>
                      <a:srgbClr val="FF0000"/>
                    </a:solidFill>
                  </a:rPr>
                  <a:t>  </a:t>
                </a:r>
                <a14:m>
                  <m:oMath xmlns:m="http://schemas.openxmlformats.org/officeDocument/2006/math">
                    <m:r>
                      <a:rPr lang="zh-TW" altLang="en-US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altLang="zh-TW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TW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endParaRPr lang="zh-TW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49874AD1-6BEC-BDED-6090-E38E89DAAE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648" y="3567121"/>
                <a:ext cx="1456681" cy="369332"/>
              </a:xfrm>
              <a:prstGeom prst="rect">
                <a:avLst/>
              </a:prstGeom>
              <a:blipFill>
                <a:blip r:embed="rId6"/>
                <a:stretch>
                  <a:fillRect l="-3320" t="-6349" b="-2222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212817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47CDB23-E568-BD99-1B20-DC68C17B5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54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DA287C1-91F2-C871-36D5-78D14496DC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245" y="2564918"/>
            <a:ext cx="2753109" cy="276263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E73686E-94DA-26F2-EC8B-779A0D0C2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2415" y="2575351"/>
            <a:ext cx="2724530" cy="271500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8F919CF-B2F1-33AC-D83F-DCBE3D1A0F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959" y="2561061"/>
            <a:ext cx="2762636" cy="274358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2F2DB3E8-CF81-CC70-0F15-4AA0E2A6737E}"/>
              </a:ext>
            </a:extLst>
          </p:cNvPr>
          <p:cNvSpPr txBox="1"/>
          <p:nvPr/>
        </p:nvSpPr>
        <p:spPr>
          <a:xfrm>
            <a:off x="979054" y="517237"/>
            <a:ext cx="41216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同樣都是</a:t>
            </a:r>
            <a:r>
              <a:rPr lang="en-US" altLang="zh-TW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*</a:t>
            </a:r>
            <a:r>
              <a:rPr lang="en-US" altLang="zh-TW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的遮罩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157D96A9-F311-3999-678D-9E296FAB5BFA}"/>
              </a:ext>
            </a:extLst>
          </p:cNvPr>
          <p:cNvSpPr txBox="1"/>
          <p:nvPr/>
        </p:nvSpPr>
        <p:spPr>
          <a:xfrm>
            <a:off x="5218545" y="1902691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均值濾波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80841E2-61BC-05C4-04FC-0EAF6CC3677F}"/>
              </a:ext>
            </a:extLst>
          </p:cNvPr>
          <p:cNvSpPr txBox="1"/>
          <p:nvPr/>
        </p:nvSpPr>
        <p:spPr>
          <a:xfrm>
            <a:off x="8899236" y="1861128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>
                <a:latin typeface="標楷體" panose="03000509000000000000" pitchFamily="65" charset="-120"/>
                <a:ea typeface="標楷體" panose="03000509000000000000" pitchFamily="65" charset="-120"/>
              </a:rPr>
              <a:t>高斯濾波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B55C1D9-21AB-23DC-079B-7FC48C497FD5}"/>
              </a:ext>
            </a:extLst>
          </p:cNvPr>
          <p:cNvSpPr txBox="1"/>
          <p:nvPr/>
        </p:nvSpPr>
        <p:spPr>
          <a:xfrm>
            <a:off x="8617528" y="5394037"/>
            <a:ext cx="23391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較能保留原圖</a:t>
            </a:r>
          </a:p>
        </p:txBody>
      </p:sp>
    </p:spTree>
    <p:extLst>
      <p:ext uri="{BB962C8B-B14F-4D97-AF65-F5344CB8AC3E}">
        <p14:creationId xmlns:p14="http://schemas.microsoft.com/office/powerpoint/2010/main" val="37088955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</a:t>
            </a:r>
            <a:r>
              <a:rPr lang="zh-TW" altLang="en-US"/>
              <a:t>中值</a:t>
            </a:r>
            <a:r>
              <a:rPr lang="en-US" altLang="zh-TW"/>
              <a:t>(Median)</a:t>
            </a:r>
            <a:r>
              <a:rPr lang="zh-TW" altLang="en-US"/>
              <a:t>濾波 </a:t>
            </a:r>
            <a:r>
              <a:rPr lang="en-US" altLang="zh-TW"/>
              <a:t>(</a:t>
            </a:r>
            <a:r>
              <a:rPr lang="zh-TW" altLang="en-US"/>
              <a:t>去除胡椒</a:t>
            </a:r>
            <a:r>
              <a:rPr lang="zh-TW" altLang="en-US">
                <a:solidFill>
                  <a:srgbClr val="FF0000"/>
                </a:solidFill>
              </a:rPr>
              <a:t>超猛</a:t>
            </a:r>
            <a:r>
              <a:rPr lang="en-US" altLang="zh-TW"/>
              <a:t>)</a:t>
            </a:r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9F44F85-C949-05FA-BADD-E512AC94B1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9420" y="4079739"/>
            <a:ext cx="2610745" cy="261546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FDD60318-8528-3293-2323-A1D864306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7017" y="4070409"/>
            <a:ext cx="2604888" cy="2609599"/>
          </a:xfrm>
          <a:prstGeom prst="rect">
            <a:avLst/>
          </a:prstGeom>
        </p:spPr>
      </p:pic>
      <p:sp>
        <p:nvSpPr>
          <p:cNvPr id="10" name="箭號: 向右 9">
            <a:extLst>
              <a:ext uri="{FF2B5EF4-FFF2-40B4-BE49-F238E27FC236}">
                <a16:creationId xmlns:a16="http://schemas.microsoft.com/office/drawing/2014/main" id="{4C83452C-0DA3-EE86-8ED7-4E232BDA4402}"/>
              </a:ext>
            </a:extLst>
          </p:cNvPr>
          <p:cNvSpPr/>
          <p:nvPr/>
        </p:nvSpPr>
        <p:spPr>
          <a:xfrm>
            <a:off x="4045527" y="5015345"/>
            <a:ext cx="1454465" cy="720436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E0C385-3C77-F0EB-EF3F-30168A50B89E}"/>
              </a:ext>
            </a:extLst>
          </p:cNvPr>
          <p:cNvSpPr txBox="1"/>
          <p:nvPr/>
        </p:nvSpPr>
        <p:spPr>
          <a:xfrm>
            <a:off x="1394692" y="359294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原圖含有噪點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0FBEFA9-DFCD-5BCD-9979-A5F8C9D0462B}"/>
              </a:ext>
            </a:extLst>
          </p:cNvPr>
          <p:cNvSpPr txBox="1"/>
          <p:nvPr/>
        </p:nvSpPr>
        <p:spPr>
          <a:xfrm>
            <a:off x="6054437" y="3606801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去除高頻噪點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ADF7A63C-A4EB-5B65-9C60-6753DC426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444779"/>
              </p:ext>
            </p:extLst>
          </p:nvPr>
        </p:nvGraphicFramePr>
        <p:xfrm>
          <a:off x="478853" y="1558155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6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97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0291DCAD-F8A1-6197-8EB2-47F5C5F1CD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248227"/>
              </p:ext>
            </p:extLst>
          </p:nvPr>
        </p:nvGraphicFramePr>
        <p:xfrm>
          <a:off x="3371271" y="1634064"/>
          <a:ext cx="5791203" cy="665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3467">
                  <a:extLst>
                    <a:ext uri="{9D8B030D-6E8A-4147-A177-3AD203B41FA5}">
                      <a16:colId xmlns:a16="http://schemas.microsoft.com/office/drawing/2014/main" val="2971601756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3636915132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3956236976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2109969627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572519386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1354524773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662190677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4268439876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1851089170"/>
                    </a:ext>
                  </a:extLst>
                </a:gridCol>
              </a:tblGrid>
              <a:tr h="6657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6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97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19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996899"/>
                  </a:ext>
                </a:extLst>
              </a:tr>
            </a:tbl>
          </a:graphicData>
        </a:graphic>
      </p:graphicFrame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13625CD-42F9-DA3A-DB14-7EDDC7FB93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572997"/>
              </p:ext>
            </p:extLst>
          </p:nvPr>
        </p:nvGraphicFramePr>
        <p:xfrm>
          <a:off x="3357415" y="2756282"/>
          <a:ext cx="5791203" cy="66579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3467">
                  <a:extLst>
                    <a:ext uri="{9D8B030D-6E8A-4147-A177-3AD203B41FA5}">
                      <a16:colId xmlns:a16="http://schemas.microsoft.com/office/drawing/2014/main" val="2971601756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3636915132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3956236976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2109969627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572519386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1354524773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662190677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4268439876"/>
                    </a:ext>
                  </a:extLst>
                </a:gridCol>
                <a:gridCol w="643467">
                  <a:extLst>
                    <a:ext uri="{9D8B030D-6E8A-4147-A177-3AD203B41FA5}">
                      <a16:colId xmlns:a16="http://schemas.microsoft.com/office/drawing/2014/main" val="1851089170"/>
                    </a:ext>
                  </a:extLst>
                </a:gridCol>
              </a:tblGrid>
              <a:tr h="66579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2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3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6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10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15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97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4996899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35A39BD-77DC-87E4-28BD-CD91AEA431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520370"/>
              </p:ext>
            </p:extLst>
          </p:nvPr>
        </p:nvGraphicFramePr>
        <p:xfrm>
          <a:off x="9996925" y="1516591"/>
          <a:ext cx="1920873" cy="191876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40291">
                  <a:extLst>
                    <a:ext uri="{9D8B030D-6E8A-4147-A177-3AD203B41FA5}">
                      <a16:colId xmlns:a16="http://schemas.microsoft.com/office/drawing/2014/main" val="1200460301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2389139816"/>
                    </a:ext>
                  </a:extLst>
                </a:gridCol>
                <a:gridCol w="640291">
                  <a:extLst>
                    <a:ext uri="{9D8B030D-6E8A-4147-A177-3AD203B41FA5}">
                      <a16:colId xmlns:a16="http://schemas.microsoft.com/office/drawing/2014/main" val="1044871678"/>
                    </a:ext>
                  </a:extLst>
                </a:gridCol>
              </a:tblGrid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>
                          <a:solidFill>
                            <a:srgbClr val="002060"/>
                          </a:solidFill>
                        </a:rPr>
                        <a:t>*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>
                          <a:solidFill>
                            <a:srgbClr val="002060"/>
                          </a:solidFill>
                        </a:rPr>
                        <a:t>*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>
                          <a:solidFill>
                            <a:srgbClr val="002060"/>
                          </a:solidFill>
                        </a:rPr>
                        <a:t>*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825012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>
                          <a:solidFill>
                            <a:srgbClr val="002060"/>
                          </a:solidFill>
                        </a:rPr>
                        <a:t>*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>
                          <a:solidFill>
                            <a:srgbClr val="002060"/>
                          </a:solidFill>
                        </a:rPr>
                        <a:t>4</a:t>
                      </a:r>
                      <a:endParaRPr lang="zh-TW" altLang="en-US" sz="280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>
                          <a:solidFill>
                            <a:srgbClr val="002060"/>
                          </a:solidFill>
                        </a:rPr>
                        <a:t>*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54178"/>
                  </a:ext>
                </a:extLst>
              </a:tr>
              <a:tr h="639587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>
                          <a:solidFill>
                            <a:srgbClr val="002060"/>
                          </a:solidFill>
                        </a:rPr>
                        <a:t>*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>
                          <a:solidFill>
                            <a:srgbClr val="002060"/>
                          </a:solidFill>
                        </a:rPr>
                        <a:t>*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2800">
                          <a:solidFill>
                            <a:srgbClr val="002060"/>
                          </a:solidFill>
                        </a:rPr>
                        <a:t>*</a:t>
                      </a:r>
                    </a:p>
                  </a:txBody>
                  <a:tcPr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2560810"/>
                  </a:ext>
                </a:extLst>
              </a:tr>
            </a:tbl>
          </a:graphicData>
        </a:graphic>
      </p:graphicFrame>
      <p:sp>
        <p:nvSpPr>
          <p:cNvPr id="17" name="箭號: 向右 16">
            <a:extLst>
              <a:ext uri="{FF2B5EF4-FFF2-40B4-BE49-F238E27FC236}">
                <a16:creationId xmlns:a16="http://schemas.microsoft.com/office/drawing/2014/main" id="{B088629B-8257-A56C-5355-A959E84CF604}"/>
              </a:ext>
            </a:extLst>
          </p:cNvPr>
          <p:cNvSpPr/>
          <p:nvPr/>
        </p:nvSpPr>
        <p:spPr>
          <a:xfrm rot="19582878">
            <a:off x="2498436" y="2124364"/>
            <a:ext cx="688109" cy="411018"/>
          </a:xfrm>
          <a:prstGeom prst="rightArrow">
            <a:avLst>
              <a:gd name="adj1" fmla="val 50000"/>
              <a:gd name="adj2" fmla="val 6208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箭號: 向右 17">
            <a:extLst>
              <a:ext uri="{FF2B5EF4-FFF2-40B4-BE49-F238E27FC236}">
                <a16:creationId xmlns:a16="http://schemas.microsoft.com/office/drawing/2014/main" id="{9249EE1E-4328-5F6B-73F9-141708672FB2}"/>
              </a:ext>
            </a:extLst>
          </p:cNvPr>
          <p:cNvSpPr/>
          <p:nvPr/>
        </p:nvSpPr>
        <p:spPr>
          <a:xfrm rot="19430854">
            <a:off x="9236363" y="2646219"/>
            <a:ext cx="688109" cy="411018"/>
          </a:xfrm>
          <a:prstGeom prst="rightArrow">
            <a:avLst>
              <a:gd name="adj1" fmla="val 50000"/>
              <a:gd name="adj2" fmla="val 6208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箭號: 向右 18">
            <a:extLst>
              <a:ext uri="{FF2B5EF4-FFF2-40B4-BE49-F238E27FC236}">
                <a16:creationId xmlns:a16="http://schemas.microsoft.com/office/drawing/2014/main" id="{B850B196-2214-D444-9B81-160B46C69A50}"/>
              </a:ext>
            </a:extLst>
          </p:cNvPr>
          <p:cNvSpPr/>
          <p:nvPr/>
        </p:nvSpPr>
        <p:spPr>
          <a:xfrm rot="5400000">
            <a:off x="6410037" y="2341423"/>
            <a:ext cx="337127" cy="411018"/>
          </a:xfrm>
          <a:prstGeom prst="rightArrow">
            <a:avLst>
              <a:gd name="adj1" fmla="val 50000"/>
              <a:gd name="adj2" fmla="val 62087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48D6D35D-ED78-7BAF-498F-1ED88781E3A4}"/>
              </a:ext>
            </a:extLst>
          </p:cNvPr>
          <p:cNvSpPr/>
          <p:nvPr/>
        </p:nvSpPr>
        <p:spPr>
          <a:xfrm>
            <a:off x="5855855" y="2697017"/>
            <a:ext cx="812800" cy="775856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E079AF52-8C3D-93CF-766A-5A60FAF3A316}"/>
              </a:ext>
            </a:extLst>
          </p:cNvPr>
          <p:cNvSpPr txBox="1"/>
          <p:nvPr/>
        </p:nvSpPr>
        <p:spPr>
          <a:xfrm>
            <a:off x="6797963" y="2299854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/>
              <a:t>sorting</a:t>
            </a:r>
            <a:endParaRPr lang="zh-TW" altLang="en-US" sz="240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9A551031-D85F-FBB5-C339-21B8E3A01240}"/>
              </a:ext>
            </a:extLst>
          </p:cNvPr>
          <p:cNvSpPr txBox="1"/>
          <p:nvPr/>
        </p:nvSpPr>
        <p:spPr>
          <a:xfrm>
            <a:off x="378691" y="1034474"/>
            <a:ext cx="376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假設這是一個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*</a:t>
            </a:r>
            <a:r>
              <a:rPr lang="en-US" altLang="zh-TW">
                <a:latin typeface="標楷體" panose="03000509000000000000" pitchFamily="65" charset="-120"/>
                <a:ea typeface="標楷體" panose="03000509000000000000" pitchFamily="65" charset="-120"/>
              </a:rPr>
              <a:t>3</a:t>
            </a:r>
            <a:r>
              <a:rPr lang="zh-TW" altLang="en-US">
                <a:latin typeface="標楷體" panose="03000509000000000000" pitchFamily="65" charset="-120"/>
                <a:ea typeface="標楷體" panose="03000509000000000000" pitchFamily="65" charset="-120"/>
              </a:rPr>
              <a:t>的遮罩選取的範圍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A7366899-8DC7-0AF0-3C0A-B78721FAE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59317" y="4086404"/>
            <a:ext cx="2580101" cy="2573715"/>
          </a:xfrm>
          <a:prstGeom prst="rect">
            <a:avLst/>
          </a:prstGeom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F717E9B9-03D9-FCB7-9C93-6782DD3E3952}"/>
              </a:ext>
            </a:extLst>
          </p:cNvPr>
          <p:cNvSpPr txBox="1"/>
          <p:nvPr/>
        </p:nvSpPr>
        <p:spPr>
          <a:xfrm>
            <a:off x="9698182" y="3629891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均值濾波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F1546BB7-0FBD-CFD8-7EC9-3604D4FAD0E7}"/>
              </a:ext>
            </a:extLst>
          </p:cNvPr>
          <p:cNvSpPr txBox="1"/>
          <p:nvPr/>
        </p:nvSpPr>
        <p:spPr>
          <a:xfrm>
            <a:off x="3953165" y="4562764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中值濾波</a:t>
            </a:r>
          </a:p>
        </p:txBody>
      </p:sp>
    </p:spTree>
    <p:extLst>
      <p:ext uri="{BB962C8B-B14F-4D97-AF65-F5344CB8AC3E}">
        <p14:creationId xmlns:p14="http://schemas.microsoft.com/office/powerpoint/2010/main" val="2050701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</a:t>
            </a:r>
            <a:r>
              <a:rPr lang="zh-TW" altLang="en-US"/>
              <a:t>拉普拉斯運算子 </a:t>
            </a:r>
            <a:r>
              <a:rPr lang="en-US" altLang="zh-TW"/>
              <a:t>(</a:t>
            </a:r>
            <a:r>
              <a:rPr lang="zh-TW" altLang="en-US"/>
              <a:t>抓邊緣</a:t>
            </a:r>
            <a:r>
              <a:rPr lang="en-US" altLang="zh-TW"/>
              <a:t>)</a:t>
            </a:r>
            <a:endParaRPr lang="zh-TW" alt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3806B81-705F-7031-ED92-3C070EB5C3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93" r="58207" b="30965"/>
          <a:stretch/>
        </p:blipFill>
        <p:spPr bwMode="auto">
          <a:xfrm>
            <a:off x="434870" y="2295347"/>
            <a:ext cx="3221968" cy="3292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B7971C1-4EFA-6575-7CD1-E99268E8C0C1}"/>
              </a:ext>
            </a:extLst>
          </p:cNvPr>
          <p:cNvSpPr txBox="1"/>
          <p:nvPr/>
        </p:nvSpPr>
        <p:spPr>
          <a:xfrm>
            <a:off x="1625600" y="1727200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遮罩</a:t>
            </a:r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23018BFF-E6E0-584C-3AC4-2C4F64339E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689"/>
          <a:stretch/>
        </p:blipFill>
        <p:spPr bwMode="auto">
          <a:xfrm>
            <a:off x="3981171" y="1685635"/>
            <a:ext cx="7803552" cy="437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4B09DDC-2BB1-B833-D0AF-E139280CB021}"/>
              </a:ext>
            </a:extLst>
          </p:cNvPr>
          <p:cNvSpPr txBox="1"/>
          <p:nvPr/>
        </p:nvSpPr>
        <p:spPr>
          <a:xfrm>
            <a:off x="683491" y="5892799"/>
            <a:ext cx="43396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為啥用這個遮罩就可以抓邊緣</a:t>
            </a:r>
            <a:r>
              <a:rPr lang="en-US" altLang="zh-TW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sz="240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5548242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5EFB7F10-CEB5-47E0-2668-5D0782088E6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616"/>
          <a:stretch/>
        </p:blipFill>
        <p:spPr bwMode="auto">
          <a:xfrm>
            <a:off x="5615710" y="921825"/>
            <a:ext cx="5809336" cy="5738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</a:t>
            </a:r>
            <a:r>
              <a:rPr lang="zh-TW" altLang="en-US"/>
              <a:t>拉普拉斯運算子 </a:t>
            </a:r>
            <a:r>
              <a:rPr lang="en-US" altLang="zh-TW"/>
              <a:t>(</a:t>
            </a:r>
            <a:r>
              <a:rPr lang="zh-TW" altLang="en-US"/>
              <a:t>抓邊緣</a:t>
            </a:r>
            <a:r>
              <a:rPr lang="en-US" altLang="zh-TW"/>
              <a:t>)</a:t>
            </a:r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FC2BB15-36C7-5C31-64F0-F3BC8FFC5999}"/>
              </a:ext>
            </a:extLst>
          </p:cNvPr>
          <p:cNvSpPr txBox="1"/>
          <p:nvPr/>
        </p:nvSpPr>
        <p:spPr>
          <a:xfrm>
            <a:off x="535708" y="4812143"/>
            <a:ext cx="4903907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一階導數</a:t>
            </a:r>
            <a:r>
              <a:rPr lang="en-US" altLang="zh-TW" sz="320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 變化率</a:t>
            </a:r>
            <a:endParaRPr lang="en-US" altLang="zh-TW" sz="320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二階導數</a:t>
            </a:r>
            <a:r>
              <a:rPr lang="en-US" altLang="zh-TW" sz="320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變化率的變化率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9C6D90-8036-4C13-584B-185A46C515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5" r="37311" b="80323"/>
          <a:stretch/>
        </p:blipFill>
        <p:spPr bwMode="auto">
          <a:xfrm>
            <a:off x="1305883" y="1742228"/>
            <a:ext cx="2957766" cy="1268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8B22C0EB-CF18-FA09-CA72-1F1F1A3A70DE}"/>
              </a:ext>
            </a:extLst>
          </p:cNvPr>
          <p:cNvSpPr txBox="1"/>
          <p:nvPr/>
        </p:nvSpPr>
        <p:spPr>
          <a:xfrm>
            <a:off x="1025236" y="2946400"/>
            <a:ext cx="357822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找出</a:t>
            </a:r>
            <a:r>
              <a:rPr lang="en-US" altLang="zh-TW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方向變化的變化</a:t>
            </a:r>
            <a:endParaRPr lang="en-US" altLang="zh-TW" sz="28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找出</a:t>
            </a:r>
            <a:r>
              <a:rPr lang="en-US" altLang="zh-TW" sz="280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y</a:t>
            </a:r>
            <a:r>
              <a:rPr lang="zh-TW" altLang="en-US" sz="28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方向變化的變化</a:t>
            </a: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118951EE-61EC-0B91-4C65-272A10025602}"/>
              </a:ext>
            </a:extLst>
          </p:cNvPr>
          <p:cNvSpPr/>
          <p:nvPr/>
        </p:nvSpPr>
        <p:spPr>
          <a:xfrm>
            <a:off x="7029668" y="1219201"/>
            <a:ext cx="185302" cy="1853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3571CF3-7185-B15C-F504-485216F82DBD}"/>
              </a:ext>
            </a:extLst>
          </p:cNvPr>
          <p:cNvSpPr/>
          <p:nvPr/>
        </p:nvSpPr>
        <p:spPr>
          <a:xfrm>
            <a:off x="9744293" y="1219201"/>
            <a:ext cx="185302" cy="1853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56D2DFA1-5369-4962-FF27-99A34D2117D5}"/>
              </a:ext>
            </a:extLst>
          </p:cNvPr>
          <p:cNvSpPr/>
          <p:nvPr/>
        </p:nvSpPr>
        <p:spPr>
          <a:xfrm>
            <a:off x="9491881" y="2466976"/>
            <a:ext cx="185302" cy="1853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801F8BCD-1A8A-CD8F-9DF9-80ABC226C6DB}"/>
              </a:ext>
            </a:extLst>
          </p:cNvPr>
          <p:cNvSpPr/>
          <p:nvPr/>
        </p:nvSpPr>
        <p:spPr>
          <a:xfrm>
            <a:off x="8267919" y="2471738"/>
            <a:ext cx="185302" cy="18530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9A6E128-8B23-2ADF-9A87-A0BE8A27A7C8}"/>
              </a:ext>
            </a:extLst>
          </p:cNvPr>
          <p:cNvCxnSpPr/>
          <p:nvPr/>
        </p:nvCxnSpPr>
        <p:spPr>
          <a:xfrm>
            <a:off x="6419850" y="5245100"/>
            <a:ext cx="4889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直線單箭頭接點 14">
            <a:extLst>
              <a:ext uri="{FF2B5EF4-FFF2-40B4-BE49-F238E27FC236}">
                <a16:creationId xmlns:a16="http://schemas.microsoft.com/office/drawing/2014/main" id="{56ACB2F0-5B3C-5506-449E-B88AAED31500}"/>
              </a:ext>
            </a:extLst>
          </p:cNvPr>
          <p:cNvCxnSpPr>
            <a:cxnSpLocks/>
          </p:cNvCxnSpPr>
          <p:nvPr/>
        </p:nvCxnSpPr>
        <p:spPr>
          <a:xfrm>
            <a:off x="6908800" y="5245100"/>
            <a:ext cx="260350" cy="247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FBFDFAC0-72EB-7097-3928-80C1D0B4FBFB}"/>
              </a:ext>
            </a:extLst>
          </p:cNvPr>
          <p:cNvCxnSpPr>
            <a:cxnSpLocks/>
          </p:cNvCxnSpPr>
          <p:nvPr/>
        </p:nvCxnSpPr>
        <p:spPr>
          <a:xfrm flipV="1">
            <a:off x="7169150" y="5238750"/>
            <a:ext cx="203200" cy="2540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單箭頭接點 20">
            <a:extLst>
              <a:ext uri="{FF2B5EF4-FFF2-40B4-BE49-F238E27FC236}">
                <a16:creationId xmlns:a16="http://schemas.microsoft.com/office/drawing/2014/main" id="{696F5F5B-41EC-CB8A-1B14-BB196E774FA1}"/>
              </a:ext>
            </a:extLst>
          </p:cNvPr>
          <p:cNvCxnSpPr>
            <a:cxnSpLocks/>
          </p:cNvCxnSpPr>
          <p:nvPr/>
        </p:nvCxnSpPr>
        <p:spPr>
          <a:xfrm>
            <a:off x="7366000" y="5245100"/>
            <a:ext cx="77470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直線單箭頭接點 23">
            <a:extLst>
              <a:ext uri="{FF2B5EF4-FFF2-40B4-BE49-F238E27FC236}">
                <a16:creationId xmlns:a16="http://schemas.microsoft.com/office/drawing/2014/main" id="{1CEA9F3C-ABB6-D4BF-F0EF-D421B63F7255}"/>
              </a:ext>
            </a:extLst>
          </p:cNvPr>
          <p:cNvCxnSpPr>
            <a:cxnSpLocks/>
          </p:cNvCxnSpPr>
          <p:nvPr/>
        </p:nvCxnSpPr>
        <p:spPr>
          <a:xfrm flipV="1">
            <a:off x="8147050" y="4997450"/>
            <a:ext cx="234950" cy="247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直線單箭頭接點 26">
            <a:extLst>
              <a:ext uri="{FF2B5EF4-FFF2-40B4-BE49-F238E27FC236}">
                <a16:creationId xmlns:a16="http://schemas.microsoft.com/office/drawing/2014/main" id="{7270FD5D-1DAA-6AA5-6391-4D5D9C8C1905}"/>
              </a:ext>
            </a:extLst>
          </p:cNvPr>
          <p:cNvCxnSpPr>
            <a:cxnSpLocks/>
          </p:cNvCxnSpPr>
          <p:nvPr/>
        </p:nvCxnSpPr>
        <p:spPr>
          <a:xfrm>
            <a:off x="8388350" y="5003800"/>
            <a:ext cx="266700" cy="247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單箭頭接點 29">
            <a:extLst>
              <a:ext uri="{FF2B5EF4-FFF2-40B4-BE49-F238E27FC236}">
                <a16:creationId xmlns:a16="http://schemas.microsoft.com/office/drawing/2014/main" id="{77381597-CF5C-E92F-534A-6B68BF8C37A5}"/>
              </a:ext>
            </a:extLst>
          </p:cNvPr>
          <p:cNvCxnSpPr>
            <a:cxnSpLocks/>
          </p:cNvCxnSpPr>
          <p:nvPr/>
        </p:nvCxnSpPr>
        <p:spPr>
          <a:xfrm>
            <a:off x="8642350" y="5238750"/>
            <a:ext cx="7302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直線單箭頭接點 32">
            <a:extLst>
              <a:ext uri="{FF2B5EF4-FFF2-40B4-BE49-F238E27FC236}">
                <a16:creationId xmlns:a16="http://schemas.microsoft.com/office/drawing/2014/main" id="{2432A16B-23CE-4C90-2DC3-586BA73C9227}"/>
              </a:ext>
            </a:extLst>
          </p:cNvPr>
          <p:cNvCxnSpPr>
            <a:cxnSpLocks/>
          </p:cNvCxnSpPr>
          <p:nvPr/>
        </p:nvCxnSpPr>
        <p:spPr>
          <a:xfrm flipV="1">
            <a:off x="9353550" y="3981450"/>
            <a:ext cx="234950" cy="12636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線單箭頭接點 35">
            <a:extLst>
              <a:ext uri="{FF2B5EF4-FFF2-40B4-BE49-F238E27FC236}">
                <a16:creationId xmlns:a16="http://schemas.microsoft.com/office/drawing/2014/main" id="{EE2E33CA-5791-B0F4-1405-0408749CB7CD}"/>
              </a:ext>
            </a:extLst>
          </p:cNvPr>
          <p:cNvCxnSpPr>
            <a:cxnSpLocks/>
          </p:cNvCxnSpPr>
          <p:nvPr/>
        </p:nvCxnSpPr>
        <p:spPr>
          <a:xfrm>
            <a:off x="9588500" y="4013200"/>
            <a:ext cx="241300" cy="24828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E77F5EFD-1723-88BC-1279-99184CB6DF3F}"/>
              </a:ext>
            </a:extLst>
          </p:cNvPr>
          <p:cNvCxnSpPr>
            <a:cxnSpLocks/>
          </p:cNvCxnSpPr>
          <p:nvPr/>
        </p:nvCxnSpPr>
        <p:spPr>
          <a:xfrm flipV="1">
            <a:off x="9842500" y="5232400"/>
            <a:ext cx="285750" cy="1276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單箭頭接點 43">
            <a:extLst>
              <a:ext uri="{FF2B5EF4-FFF2-40B4-BE49-F238E27FC236}">
                <a16:creationId xmlns:a16="http://schemas.microsoft.com/office/drawing/2014/main" id="{A8AA6C43-749D-38C9-6D87-B0AA1D5B5669}"/>
              </a:ext>
            </a:extLst>
          </p:cNvPr>
          <p:cNvCxnSpPr>
            <a:cxnSpLocks/>
          </p:cNvCxnSpPr>
          <p:nvPr/>
        </p:nvCxnSpPr>
        <p:spPr>
          <a:xfrm>
            <a:off x="10128250" y="5245100"/>
            <a:ext cx="501650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橢圓 46">
            <a:extLst>
              <a:ext uri="{FF2B5EF4-FFF2-40B4-BE49-F238E27FC236}">
                <a16:creationId xmlns:a16="http://schemas.microsoft.com/office/drawing/2014/main" id="{B3027D5E-7DA7-3B46-7DCF-53DDA07D3E8C}"/>
              </a:ext>
            </a:extLst>
          </p:cNvPr>
          <p:cNvSpPr/>
          <p:nvPr/>
        </p:nvSpPr>
        <p:spPr>
          <a:xfrm>
            <a:off x="7052759" y="5380184"/>
            <a:ext cx="185302" cy="185302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9F083BD8-F919-0947-02A4-0F49672ED6AF}"/>
              </a:ext>
            </a:extLst>
          </p:cNvPr>
          <p:cNvSpPr/>
          <p:nvPr/>
        </p:nvSpPr>
        <p:spPr>
          <a:xfrm>
            <a:off x="9490293" y="3920838"/>
            <a:ext cx="185302" cy="185302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4A9028FF-F838-BF11-7CF8-CC8D657EBE07}"/>
              </a:ext>
            </a:extLst>
          </p:cNvPr>
          <p:cNvSpPr/>
          <p:nvPr/>
        </p:nvSpPr>
        <p:spPr>
          <a:xfrm>
            <a:off x="9745882" y="6378576"/>
            <a:ext cx="185302" cy="185302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8FE38E66-7B34-2614-271E-5A0DC27B12B2}"/>
              </a:ext>
            </a:extLst>
          </p:cNvPr>
          <p:cNvSpPr/>
          <p:nvPr/>
        </p:nvSpPr>
        <p:spPr>
          <a:xfrm>
            <a:off x="8291010" y="4923993"/>
            <a:ext cx="185302" cy="185302"/>
          </a:xfrm>
          <a:prstGeom prst="ellipse">
            <a:avLst/>
          </a:prstGeom>
          <a:noFill/>
          <a:ln w="38100">
            <a:solidFill>
              <a:srgbClr val="00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8801817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</a:t>
            </a:r>
            <a:r>
              <a:rPr lang="zh-TW" altLang="en-US"/>
              <a:t>拉普拉斯運算子 </a:t>
            </a:r>
            <a:r>
              <a:rPr lang="en-US" altLang="zh-TW"/>
              <a:t>(</a:t>
            </a:r>
            <a:r>
              <a:rPr lang="zh-TW" altLang="en-US"/>
              <a:t>抓邊緣</a:t>
            </a:r>
            <a:r>
              <a:rPr lang="en-US" altLang="zh-TW"/>
              <a:t>)</a:t>
            </a:r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FC2BB15-36C7-5C31-64F0-F3BC8FFC5999}"/>
              </a:ext>
            </a:extLst>
          </p:cNvPr>
          <p:cNvSpPr txBox="1"/>
          <p:nvPr/>
        </p:nvSpPr>
        <p:spPr>
          <a:xfrm>
            <a:off x="637309" y="1339272"/>
            <a:ext cx="49039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二皆導數</a:t>
            </a:r>
            <a:r>
              <a:rPr lang="en-US" altLang="zh-TW" sz="320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3200">
                <a:latin typeface="標楷體" panose="03000509000000000000" pitchFamily="65" charset="-120"/>
                <a:ea typeface="標楷體" panose="03000509000000000000" pitchFamily="65" charset="-120"/>
              </a:rPr>
              <a:t>變化率的變化率</a:t>
            </a:r>
            <a:endParaRPr lang="en-US" altLang="zh-TW" sz="32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C0A829E-9D21-9569-3057-7E9AE5492D76}"/>
                  </a:ext>
                </a:extLst>
              </p:cNvPr>
              <p:cNvSpPr txBox="1"/>
              <p:nvPr/>
            </p:nvSpPr>
            <p:spPr>
              <a:xfrm>
                <a:off x="2013526" y="2266638"/>
                <a:ext cx="6116683" cy="8091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TW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limLow>
                        <m:limLowPr>
                          <m:ctrlP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lim</m:t>
                          </m:r>
                        </m:e>
                        <m:lim>
                          <m:r>
                            <m:rPr>
                              <m:sty m:val="p"/>
                            </m:rP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→0</m:t>
                          </m:r>
                        </m:lim>
                      </m:limLow>
                      <m:f>
                        <m:fPr>
                          <m:ctrlP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C0A829E-9D21-9569-3057-7E9AE5492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3526" y="2266638"/>
                <a:ext cx="6116683" cy="809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39E0200-0A15-2C20-46AA-1658B5A41605}"/>
                  </a:ext>
                </a:extLst>
              </p:cNvPr>
              <p:cNvSpPr txBox="1"/>
              <p:nvPr/>
            </p:nvSpPr>
            <p:spPr>
              <a:xfrm>
                <a:off x="1699491" y="3723904"/>
                <a:ext cx="6775274" cy="8091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TW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39E0200-0A15-2C20-46AA-1658B5A416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491" y="3723904"/>
                <a:ext cx="6775274" cy="8091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文字方塊 6">
            <a:extLst>
              <a:ext uri="{FF2B5EF4-FFF2-40B4-BE49-F238E27FC236}">
                <a16:creationId xmlns:a16="http://schemas.microsoft.com/office/drawing/2014/main" id="{8724CCDD-C2C0-865F-2FC0-5979A8BADF46}"/>
              </a:ext>
            </a:extLst>
          </p:cNvPr>
          <p:cNvSpPr txBox="1"/>
          <p:nvPr/>
        </p:nvSpPr>
        <p:spPr>
          <a:xfrm>
            <a:off x="738909" y="2493818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無限時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0537062-3228-22E5-55DA-00F1BED3B987}"/>
              </a:ext>
            </a:extLst>
          </p:cNvPr>
          <p:cNvSpPr txBox="1"/>
          <p:nvPr/>
        </p:nvSpPr>
        <p:spPr>
          <a:xfrm>
            <a:off x="697344" y="3819236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有限時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4B6E37AB-2BC7-FC17-1F5B-23322AC761F0}"/>
              </a:ext>
            </a:extLst>
          </p:cNvPr>
          <p:cNvSpPr txBox="1"/>
          <p:nvPr/>
        </p:nvSpPr>
        <p:spPr>
          <a:xfrm>
            <a:off x="4987636" y="341745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前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647B0F5-0657-E0AA-56E0-8142581DE4B2}"/>
              </a:ext>
            </a:extLst>
          </p:cNvPr>
          <p:cNvSpPr txBox="1"/>
          <p:nvPr/>
        </p:nvSpPr>
        <p:spPr>
          <a:xfrm>
            <a:off x="6627091" y="3385126"/>
            <a:ext cx="632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後</a:t>
            </a:r>
            <a:endParaRPr lang="en-US" altLang="zh-TW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5D63D92D-486D-5BA9-B567-064B6597D5D5}"/>
              </a:ext>
            </a:extLst>
          </p:cNvPr>
          <p:cNvCxnSpPr>
            <a:cxnSpLocks/>
          </p:cNvCxnSpPr>
          <p:nvPr/>
        </p:nvCxnSpPr>
        <p:spPr>
          <a:xfrm>
            <a:off x="8506689" y="5421745"/>
            <a:ext cx="246611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25004372-625D-3A6E-B41A-8D6C28B582FC}"/>
              </a:ext>
            </a:extLst>
          </p:cNvPr>
          <p:cNvCxnSpPr>
            <a:cxnSpLocks/>
          </p:cNvCxnSpPr>
          <p:nvPr/>
        </p:nvCxnSpPr>
        <p:spPr>
          <a:xfrm flipV="1">
            <a:off x="8829962" y="4513766"/>
            <a:ext cx="0" cy="905164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FC48CA12-F79D-CE8B-0E88-189F8E8E50C7}"/>
              </a:ext>
            </a:extLst>
          </p:cNvPr>
          <p:cNvCxnSpPr>
            <a:cxnSpLocks/>
          </p:cNvCxnSpPr>
          <p:nvPr/>
        </p:nvCxnSpPr>
        <p:spPr>
          <a:xfrm flipV="1">
            <a:off x="9619672" y="3705584"/>
            <a:ext cx="0" cy="1713346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1ADA2897-81F2-74E4-2C5F-BE2A0BF0B838}"/>
              </a:ext>
            </a:extLst>
          </p:cNvPr>
          <p:cNvCxnSpPr>
            <a:cxnSpLocks/>
          </p:cNvCxnSpPr>
          <p:nvPr/>
        </p:nvCxnSpPr>
        <p:spPr>
          <a:xfrm flipV="1">
            <a:off x="10492509" y="1976581"/>
            <a:ext cx="0" cy="3442349"/>
          </a:xfrm>
          <a:prstGeom prst="line">
            <a:avLst/>
          </a:prstGeom>
          <a:ln>
            <a:headEnd type="diamond" w="med" len="med"/>
            <a:tailEnd type="diamond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7E92205-7BC9-E59E-2939-2552A8643660}"/>
                  </a:ext>
                </a:extLst>
              </p:cNvPr>
              <p:cNvSpPr txBox="1"/>
              <p:nvPr/>
            </p:nvSpPr>
            <p:spPr>
              <a:xfrm>
                <a:off x="10252363" y="5463372"/>
                <a:ext cx="10344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sz="18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zh-TW" altLang="en-US" sz="18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TW" altLang="en-US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F7E92205-7BC9-E59E-2939-2552A8643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52363" y="5463372"/>
                <a:ext cx="103447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D9FECA1-84A3-87CC-10A3-E55161E50067}"/>
                  </a:ext>
                </a:extLst>
              </p:cNvPr>
              <p:cNvSpPr txBox="1"/>
              <p:nvPr/>
            </p:nvSpPr>
            <p:spPr>
              <a:xfrm>
                <a:off x="8077199" y="5477225"/>
                <a:ext cx="103447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TW" altLang="en-US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zh-TW" altLang="en-US" sz="18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TW" altLang="en-US" sz="18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CD9FECA1-84A3-87CC-10A3-E55161E50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199" y="5477225"/>
                <a:ext cx="1034473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C7085D2-8246-9B84-2D51-0084A850CE2C}"/>
                  </a:ext>
                </a:extLst>
              </p:cNvPr>
              <p:cNvSpPr txBox="1"/>
              <p:nvPr/>
            </p:nvSpPr>
            <p:spPr>
              <a:xfrm>
                <a:off x="9402619" y="5472606"/>
                <a:ext cx="39716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7C7085D2-8246-9B84-2D51-0084A850C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02619" y="5472606"/>
                <a:ext cx="39716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69CF48D-AACC-9C2E-7FB3-3F5CE96A8DA4}"/>
                  </a:ext>
                </a:extLst>
              </p:cNvPr>
              <p:cNvSpPr txBox="1"/>
              <p:nvPr/>
            </p:nvSpPr>
            <p:spPr>
              <a:xfrm>
                <a:off x="9836727" y="1537915"/>
                <a:ext cx="13669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1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TW" altLang="en-US" sz="1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669CF48D-AACC-9C2E-7FB3-3F5CE96A8D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6727" y="1537915"/>
                <a:ext cx="1366982" cy="369332"/>
              </a:xfrm>
              <a:prstGeom prst="rect">
                <a:avLst/>
              </a:prstGeom>
              <a:blipFill>
                <a:blip r:embed="rId7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82282C12-B61A-06A0-D4A5-867597E330B1}"/>
                  </a:ext>
                </a:extLst>
              </p:cNvPr>
              <p:cNvSpPr txBox="1"/>
              <p:nvPr/>
            </p:nvSpPr>
            <p:spPr>
              <a:xfrm>
                <a:off x="8123382" y="4091769"/>
                <a:ext cx="13669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TW" altLang="en-US" sz="18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82282C12-B61A-06A0-D4A5-867597E330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23382" y="4091769"/>
                <a:ext cx="1366982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D6D5D76B-928C-D521-E1CE-E3A347F7C481}"/>
                  </a:ext>
                </a:extLst>
              </p:cNvPr>
              <p:cNvSpPr txBox="1"/>
              <p:nvPr/>
            </p:nvSpPr>
            <p:spPr>
              <a:xfrm>
                <a:off x="8839201" y="3283587"/>
                <a:ext cx="136698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18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18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/>
              </a:p>
            </p:txBody>
          </p:sp>
        </mc:Choice>
        <mc:Fallback xmlns="">
          <p:sp>
            <p:nvSpPr>
              <p:cNvPr id="36" name="文字方塊 35">
                <a:extLst>
                  <a:ext uri="{FF2B5EF4-FFF2-40B4-BE49-F238E27FC236}">
                    <a16:creationId xmlns:a16="http://schemas.microsoft.com/office/drawing/2014/main" id="{D6D5D76B-928C-D521-E1CE-E3A347F7C4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39201" y="3283587"/>
                <a:ext cx="1366982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9808D467-DDB7-755F-662A-B51C4A507F85}"/>
              </a:ext>
            </a:extLst>
          </p:cNvPr>
          <p:cNvCxnSpPr>
            <a:cxnSpLocks/>
          </p:cNvCxnSpPr>
          <p:nvPr/>
        </p:nvCxnSpPr>
        <p:spPr>
          <a:xfrm>
            <a:off x="8834004" y="5417849"/>
            <a:ext cx="785813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D8208CF-37BF-F593-6B34-75C80B25E783}"/>
                  </a:ext>
                </a:extLst>
              </p:cNvPr>
              <p:cNvSpPr txBox="1"/>
              <p:nvPr/>
            </p:nvSpPr>
            <p:spPr>
              <a:xfrm>
                <a:off x="8957829" y="5061819"/>
                <a:ext cx="4953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TW" altLang="en-US" sz="180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TW" altLang="en-US" sz="1800" i="1" dirty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TW" altLang="en-US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文字方塊 41">
                <a:extLst>
                  <a:ext uri="{FF2B5EF4-FFF2-40B4-BE49-F238E27FC236}">
                    <a16:creationId xmlns:a16="http://schemas.microsoft.com/office/drawing/2014/main" id="{AD8208CF-37BF-F593-6B34-75C80B25E7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7829" y="5061819"/>
                <a:ext cx="495300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直線接點 42">
            <a:extLst>
              <a:ext uri="{FF2B5EF4-FFF2-40B4-BE49-F238E27FC236}">
                <a16:creationId xmlns:a16="http://schemas.microsoft.com/office/drawing/2014/main" id="{6672B67D-8EBE-EAF9-9A84-092AAB61A433}"/>
              </a:ext>
            </a:extLst>
          </p:cNvPr>
          <p:cNvCxnSpPr>
            <a:cxnSpLocks/>
          </p:cNvCxnSpPr>
          <p:nvPr/>
        </p:nvCxnSpPr>
        <p:spPr>
          <a:xfrm>
            <a:off x="9622992" y="3726295"/>
            <a:ext cx="0" cy="796204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>
            <a:extLst>
              <a:ext uri="{FF2B5EF4-FFF2-40B4-BE49-F238E27FC236}">
                <a16:creationId xmlns:a16="http://schemas.microsoft.com/office/drawing/2014/main" id="{63A35CEB-B017-9E76-D3E7-81FE6000292A}"/>
              </a:ext>
            </a:extLst>
          </p:cNvPr>
          <p:cNvCxnSpPr>
            <a:cxnSpLocks/>
          </p:cNvCxnSpPr>
          <p:nvPr/>
        </p:nvCxnSpPr>
        <p:spPr>
          <a:xfrm>
            <a:off x="10489767" y="1985818"/>
            <a:ext cx="0" cy="1739756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566925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DAD4F-07E1-6703-9CBD-EDCF07C9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5ADF19C-CDF7-3B8F-BDA6-C98B2397E6FC}"/>
                  </a:ext>
                </a:extLst>
              </p:cNvPr>
              <p:cNvSpPr txBox="1"/>
              <p:nvPr/>
            </p:nvSpPr>
            <p:spPr>
              <a:xfrm>
                <a:off x="1699925" y="707514"/>
                <a:ext cx="6775274" cy="8091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A5ADF19C-CDF7-3B8F-BDA6-C98B2397E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9925" y="707514"/>
                <a:ext cx="6775274" cy="809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45A584B-546C-ABE8-B770-89C6F6E53164}"/>
                  </a:ext>
                </a:extLst>
              </p:cNvPr>
              <p:cNvSpPr txBox="1"/>
              <p:nvPr/>
            </p:nvSpPr>
            <p:spPr>
              <a:xfrm>
                <a:off x="1626033" y="3707642"/>
                <a:ext cx="9742723" cy="10554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zh-TW" altLang="en-US" sz="2400" dirty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TW" altLang="en-US" sz="2400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TW" altLang="en-US" sz="2400" dirty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zh-TW" altLang="en-US" sz="24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zh-TW" sz="2400" i="1" dirty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sty m:val="p"/>
                                </m:rP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num>
                        <m:den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745A584B-546C-ABE8-B770-89C6F6E531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6033" y="3707642"/>
                <a:ext cx="9742723" cy="10554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7F03020-68AE-DE74-7AB1-B9CCF73BADCD}"/>
                  </a:ext>
                </a:extLst>
              </p:cNvPr>
              <p:cNvSpPr txBox="1"/>
              <p:nvPr/>
            </p:nvSpPr>
            <p:spPr>
              <a:xfrm>
                <a:off x="1674861" y="2093192"/>
                <a:ext cx="8161866" cy="10619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)≈</m:t>
                      </m:r>
                      <m:f>
                        <m:fPr>
                          <m:ctrlP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07F03020-68AE-DE74-7AB1-B9CCF73BAD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4861" y="2093192"/>
                <a:ext cx="8161866" cy="10619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98283BD-29AD-F822-1151-E43D47B607D4}"/>
                  </a:ext>
                </a:extLst>
              </p:cNvPr>
              <p:cNvSpPr txBox="1"/>
              <p:nvPr/>
            </p:nvSpPr>
            <p:spPr>
              <a:xfrm>
                <a:off x="1644506" y="5290264"/>
                <a:ext cx="9742723" cy="833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)≈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TW" altLang="en-US" sz="240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sz="24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198283BD-29AD-F822-1151-E43D47B607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506" y="5290264"/>
                <a:ext cx="9742723" cy="8334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字方塊 17">
            <a:extLst>
              <a:ext uri="{FF2B5EF4-FFF2-40B4-BE49-F238E27FC236}">
                <a16:creationId xmlns:a16="http://schemas.microsoft.com/office/drawing/2014/main" id="{7F14D739-0359-ABA0-3918-8D7F9A815BF1}"/>
              </a:ext>
            </a:extLst>
          </p:cNvPr>
          <p:cNvSpPr txBox="1"/>
          <p:nvPr/>
        </p:nvSpPr>
        <p:spPr>
          <a:xfrm>
            <a:off x="443345" y="2553804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二階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B455EA2-2D9B-7392-A1E3-A0944F64F1F7}"/>
              </a:ext>
            </a:extLst>
          </p:cNvPr>
          <p:cNvSpPr txBox="1"/>
          <p:nvPr/>
        </p:nvSpPr>
        <p:spPr>
          <a:xfrm>
            <a:off x="438727" y="905112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一階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928DFC-C727-3BF4-FACF-ED3037920C47}"/>
                  </a:ext>
                </a:extLst>
              </p:cNvPr>
              <p:cNvSpPr txBox="1"/>
              <p:nvPr/>
            </p:nvSpPr>
            <p:spPr>
              <a:xfrm>
                <a:off x="8571345" y="5481843"/>
                <a:ext cx="1847273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zh-TW" altLang="en-US" sz="32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當</a:t>
                </a:r>
                <a:r>
                  <a:rPr lang="zh-TW" altLang="en-US" sz="320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zh-TW" altLang="en-US" sz="32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zh-TW" altLang="en-US" sz="32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TW" sz="3200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TW" sz="3200" dirty="0"/>
                  <a:t>1</a:t>
                </a:r>
                <a:endParaRPr lang="zh-TW" altLang="en-US" sz="3200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75928DFC-C727-3BF4-FACF-ED3037920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1345" y="5481843"/>
                <a:ext cx="1847273" cy="584775"/>
              </a:xfrm>
              <a:prstGeom prst="rect">
                <a:avLst/>
              </a:prstGeom>
              <a:blipFill>
                <a:blip r:embed="rId6"/>
                <a:stretch>
                  <a:fillRect l="-8251" t="-15625" r="-4950" b="-343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3847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A472428-308F-84FA-07D6-71D4722FC112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</a:t>
            </a:r>
            <a:r>
              <a:rPr lang="zh-TW" altLang="en-US"/>
              <a:t>拉普拉斯運算子 </a:t>
            </a:r>
            <a:r>
              <a:rPr lang="en-US" altLang="zh-TW"/>
              <a:t>(</a:t>
            </a:r>
            <a:r>
              <a:rPr lang="zh-TW" altLang="en-US"/>
              <a:t>抓邊緣</a:t>
            </a:r>
            <a:r>
              <a:rPr lang="en-US" altLang="zh-TW"/>
              <a:t>)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062A003-9C98-4600-4A5B-F6DF13652585}"/>
                  </a:ext>
                </a:extLst>
              </p:cNvPr>
              <p:cNvSpPr txBox="1"/>
              <p:nvPr/>
            </p:nvSpPr>
            <p:spPr>
              <a:xfrm>
                <a:off x="1939637" y="1324529"/>
                <a:ext cx="7666181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d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240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TW" altLang="en-US" sz="240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1062A003-9C98-4600-4A5B-F6DF13652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9637" y="1324529"/>
                <a:ext cx="7666181" cy="9221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A4DE959-E35A-9298-5EEA-B4B6703FFEB7}"/>
                  </a:ext>
                </a:extLst>
              </p:cNvPr>
              <p:cNvSpPr txBox="1"/>
              <p:nvPr/>
            </p:nvSpPr>
            <p:spPr>
              <a:xfrm>
                <a:off x="2817092" y="2118857"/>
                <a:ext cx="68441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TW" altLang="en-US" sz="240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2A4DE959-E35A-9298-5EEA-B4B6703FFE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092" y="2118857"/>
                <a:ext cx="6844145" cy="461665"/>
              </a:xfrm>
              <a:prstGeom prst="rect">
                <a:avLst/>
              </a:prstGeom>
              <a:blipFill>
                <a:blip r:embed="rId3"/>
                <a:stretch>
                  <a:fillRect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789A9E4-72A1-751A-D387-711970B0B5BE}"/>
                  </a:ext>
                </a:extLst>
              </p:cNvPr>
              <p:cNvSpPr txBox="1"/>
              <p:nvPr/>
            </p:nvSpPr>
            <p:spPr>
              <a:xfrm>
                <a:off x="1925782" y="2890092"/>
                <a:ext cx="7666181" cy="9221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num>
                            <m:den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b="0" i="0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TW" altLang="en-US" sz="240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TW" altLang="en-US" sz="240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TW" sz="2400" b="0" i="0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4" name="文字方塊 3">
                <a:extLst>
                  <a:ext uri="{FF2B5EF4-FFF2-40B4-BE49-F238E27FC236}">
                    <a16:creationId xmlns:a16="http://schemas.microsoft.com/office/drawing/2014/main" id="{7789A9E4-72A1-751A-D387-711970B0B5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5782" y="2890092"/>
                <a:ext cx="7666181" cy="9221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F6AA48F-F319-4871-58D9-72C92352CDD2}"/>
                  </a:ext>
                </a:extLst>
              </p:cNvPr>
              <p:cNvSpPr txBox="1"/>
              <p:nvPr/>
            </p:nvSpPr>
            <p:spPr>
              <a:xfrm>
                <a:off x="2803237" y="3684420"/>
                <a:ext cx="684414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zh-TW" altLang="en-US" sz="240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F6AA48F-F319-4871-58D9-72C92352C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237" y="3684420"/>
                <a:ext cx="6844145" cy="461665"/>
              </a:xfrm>
              <a:prstGeom prst="rect">
                <a:avLst/>
              </a:prstGeom>
              <a:blipFill>
                <a:blip r:embed="rId5"/>
                <a:stretch>
                  <a:fillRect b="-18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A01C7035-115F-AB14-8A30-A8C4E49FFE38}"/>
              </a:ext>
            </a:extLst>
          </p:cNvPr>
          <p:cNvSpPr txBox="1"/>
          <p:nvPr/>
        </p:nvSpPr>
        <p:spPr>
          <a:xfrm>
            <a:off x="729673" y="3131127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(y</a:t>
            </a:r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B893810-8BB5-5411-0D5A-A882B9CA14BA}"/>
              </a:ext>
            </a:extLst>
          </p:cNvPr>
          <p:cNvSpPr txBox="1"/>
          <p:nvPr/>
        </p:nvSpPr>
        <p:spPr>
          <a:xfrm>
            <a:off x="674255" y="1459345"/>
            <a:ext cx="1184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(x</a:t>
            </a:r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</a:t>
            </a:r>
            <a:r>
              <a:rPr lang="en-US" altLang="zh-TW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E7E6E65F-1F3C-7FF1-CFF4-824D97C12D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495" r="37311" b="80323"/>
          <a:stretch/>
        </p:blipFill>
        <p:spPr bwMode="auto">
          <a:xfrm>
            <a:off x="1943194" y="5131976"/>
            <a:ext cx="2203934" cy="9454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5101549-9F0F-F02B-F705-9ABC52CBE012}"/>
                  </a:ext>
                </a:extLst>
              </p:cNvPr>
              <p:cNvSpPr txBox="1"/>
              <p:nvPr/>
            </p:nvSpPr>
            <p:spPr>
              <a:xfrm>
                <a:off x="4082472" y="5361772"/>
                <a:ext cx="76015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18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zh-TW" altLang="en-US" sz="18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TW" altLang="en-US" sz="180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18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TW" altLang="en-US" sz="1800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800" i="1" dirty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zh-TW" altLang="en-US" sz="1800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sz="18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TW" altLang="en-US" sz="18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TW" sz="180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TW" altLang="en-US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zh-TW" altLang="en-US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2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zh-TW" altLang="en-US" sz="18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1" name="文字方塊 20">
                <a:extLst>
                  <a:ext uri="{FF2B5EF4-FFF2-40B4-BE49-F238E27FC236}">
                    <a16:creationId xmlns:a16="http://schemas.microsoft.com/office/drawing/2014/main" id="{05101549-9F0F-F02B-F705-9ABC52CBE0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472" y="5361772"/>
                <a:ext cx="7601527" cy="369332"/>
              </a:xfrm>
              <a:prstGeom prst="rect">
                <a:avLst/>
              </a:prstGeom>
              <a:blipFill>
                <a:blip r:embed="rId7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01E49AE-F9C5-0CDD-B012-C15DB735A2CD}"/>
                  </a:ext>
                </a:extLst>
              </p:cNvPr>
              <p:cNvSpPr txBox="1"/>
              <p:nvPr/>
            </p:nvSpPr>
            <p:spPr>
              <a:xfrm>
                <a:off x="4087091" y="5902099"/>
                <a:ext cx="76015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TW" altLang="en-US" sz="1800" i="1" dirty="0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zh-TW" altLang="en-US" sz="18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TW" altLang="en-US" sz="1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sz="18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18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sz="1800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sz="18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sz="18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zh-TW" altLang="en-US" sz="180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TW" sz="18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18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altLang="zh-TW" sz="1800" dirty="0">
                    <a:solidFill>
                      <a:schemeClr val="tx1"/>
                    </a:solidFill>
                    <a:latin typeface="標楷體" panose="03000509000000000000" pitchFamily="65" charset="-120"/>
                    <a:ea typeface="標楷體" panose="03000509000000000000" pitchFamily="65" charset="-120"/>
                  </a:rPr>
                  <a:t>+</a:t>
                </a:r>
                <a14:m>
                  <m:oMath xmlns:m="http://schemas.openxmlformats.org/officeDocument/2006/math"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zh-TW" altLang="en-US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TW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zh-TW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zh-TW" altLang="en-US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TW" i="1" dirty="0">
                        <a:latin typeface="Cambria Math" panose="02040503050406030204" pitchFamily="18" charset="0"/>
                      </a:rPr>
                      <m:t>4</m:t>
                    </m:r>
                    <m:r>
                      <a:rPr lang="zh-TW" altLang="en-US" i="1" dirty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zh-TW" alt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zh-TW" alt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endParaRPr lang="zh-TW" altLang="en-US" sz="1800" dirty="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101E49AE-F9C5-0CDD-B012-C15DB735A2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7091" y="5902099"/>
                <a:ext cx="7601527" cy="369332"/>
              </a:xfrm>
              <a:prstGeom prst="rect">
                <a:avLst/>
              </a:prstGeom>
              <a:blipFill>
                <a:blip r:embed="rId8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9C2D2245-0278-4281-4D9E-D02FE493CB7D}"/>
              </a:ext>
            </a:extLst>
          </p:cNvPr>
          <p:cNvSpPr txBox="1"/>
          <p:nvPr/>
        </p:nvSpPr>
        <p:spPr>
          <a:xfrm>
            <a:off x="604983" y="5204692"/>
            <a:ext cx="14157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合併</a:t>
            </a:r>
            <a:r>
              <a:rPr lang="en-US" altLang="zh-TW" sz="36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sz="360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23" name="表格 22">
            <a:extLst>
              <a:ext uri="{FF2B5EF4-FFF2-40B4-BE49-F238E27FC236}">
                <a16:creationId xmlns:a16="http://schemas.microsoft.com/office/drawing/2014/main" id="{376148C9-6E0B-F77F-3F9A-2727E4AB3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550101"/>
              </p:ext>
            </p:extLst>
          </p:nvPr>
        </p:nvGraphicFramePr>
        <p:xfrm>
          <a:off x="9769835" y="987521"/>
          <a:ext cx="2027241" cy="18757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747">
                  <a:extLst>
                    <a:ext uri="{9D8B030D-6E8A-4147-A177-3AD203B41FA5}">
                      <a16:colId xmlns:a16="http://schemas.microsoft.com/office/drawing/2014/main" val="489272226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2812690408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963542460"/>
                    </a:ext>
                  </a:extLst>
                </a:gridCol>
              </a:tblGrid>
              <a:tr h="62525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rgbClr val="0000FF"/>
                          </a:solidFill>
                        </a:rPr>
                        <a:t>x,y-1</a:t>
                      </a:r>
                      <a:endParaRPr lang="zh-TW" altLang="en-US" sz="1600">
                        <a:solidFill>
                          <a:srgbClr val="0000FF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822318677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rgbClr val="FF0000"/>
                          </a:solidFill>
                        </a:rPr>
                        <a:t>x-1,y</a:t>
                      </a:r>
                      <a:endParaRPr lang="zh-TW" altLang="en-US" sz="16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 err="1"/>
                        <a:t>x,y</a:t>
                      </a:r>
                      <a:endParaRPr lang="zh-TW" altLang="en-US" sz="16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>
                          <a:solidFill>
                            <a:srgbClr val="FF0000"/>
                          </a:solidFill>
                        </a:rPr>
                        <a:t>x+1,y</a:t>
                      </a:r>
                      <a:endParaRPr lang="zh-TW" altLang="en-US" sz="16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783032085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rgbClr val="0000FF"/>
                          </a:solidFill>
                        </a:rPr>
                        <a:t>x,y+1</a:t>
                      </a:r>
                      <a:endParaRPr lang="zh-TW" altLang="en-US" sz="1600">
                        <a:solidFill>
                          <a:srgbClr val="0000FF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160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099868818"/>
                  </a:ext>
                </a:extLst>
              </a:tr>
            </a:tbl>
          </a:graphicData>
        </a:graphic>
      </p:graphicFrame>
      <p:graphicFrame>
        <p:nvGraphicFramePr>
          <p:cNvPr id="25" name="表格 24">
            <a:extLst>
              <a:ext uri="{FF2B5EF4-FFF2-40B4-BE49-F238E27FC236}">
                <a16:creationId xmlns:a16="http://schemas.microsoft.com/office/drawing/2014/main" id="{42F069DB-A0CD-1EC1-F8B4-B3F4D620E6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389923"/>
              </p:ext>
            </p:extLst>
          </p:nvPr>
        </p:nvGraphicFramePr>
        <p:xfrm>
          <a:off x="9765217" y="2977957"/>
          <a:ext cx="2027241" cy="18757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747">
                  <a:extLst>
                    <a:ext uri="{9D8B030D-6E8A-4147-A177-3AD203B41FA5}">
                      <a16:colId xmlns:a16="http://schemas.microsoft.com/office/drawing/2014/main" val="489272226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2812690408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963542460"/>
                    </a:ext>
                  </a:extLst>
                </a:gridCol>
              </a:tblGrid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/>
                        <a:t>0</a:t>
                      </a:r>
                      <a:endParaRPr lang="zh-TW" altLang="en-US" sz="16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600">
                        <a:solidFill>
                          <a:srgbClr val="0000FF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/>
                        <a:t>0</a:t>
                      </a:r>
                      <a:endParaRPr lang="zh-TW" altLang="en-US" sz="160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822318677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/>
                        <a:t>-4</a:t>
                      </a:r>
                      <a:endParaRPr lang="zh-TW" altLang="en-US" sz="16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16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783032085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/>
                        <a:t>0</a:t>
                      </a:r>
                      <a:endParaRPr lang="zh-TW" altLang="en-US" sz="16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>
                          <a:solidFill>
                            <a:srgbClr val="0000FF"/>
                          </a:solidFill>
                        </a:rPr>
                        <a:t>1</a:t>
                      </a:r>
                      <a:endParaRPr lang="zh-TW" altLang="en-US" sz="1600">
                        <a:solidFill>
                          <a:srgbClr val="0000FF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600"/>
                        <a:t>0</a:t>
                      </a:r>
                      <a:endParaRPr lang="zh-TW" altLang="en-US" sz="160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099868818"/>
                  </a:ext>
                </a:extLst>
              </a:tr>
            </a:tbl>
          </a:graphicData>
        </a:graphic>
      </p:graphicFrame>
      <p:sp>
        <p:nvSpPr>
          <p:cNvPr id="26" name="文字方塊 25">
            <a:extLst>
              <a:ext uri="{FF2B5EF4-FFF2-40B4-BE49-F238E27FC236}">
                <a16:creationId xmlns:a16="http://schemas.microsoft.com/office/drawing/2014/main" id="{A1DD4F8F-EC04-8548-24D4-00A5BF5C5934}"/>
              </a:ext>
            </a:extLst>
          </p:cNvPr>
          <p:cNvSpPr txBox="1"/>
          <p:nvPr/>
        </p:nvSpPr>
        <p:spPr>
          <a:xfrm>
            <a:off x="10594477" y="5874327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完成</a:t>
            </a:r>
            <a:r>
              <a:rPr lang="en-US" altLang="zh-TW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!!</a:t>
            </a:r>
            <a:endParaRPr lang="zh-TW" altLang="en-US" sz="2400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3570526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09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249" r="548" b="30965"/>
          <a:stretch/>
        </p:blipFill>
        <p:spPr bwMode="auto">
          <a:xfrm>
            <a:off x="782818" y="2249167"/>
            <a:ext cx="10718730" cy="27384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文字方塊 1">
            <a:extLst>
              <a:ext uri="{FF2B5EF4-FFF2-40B4-BE49-F238E27FC236}">
                <a16:creationId xmlns:a16="http://schemas.microsoft.com/office/drawing/2014/main" id="{3C5F0B02-CEA2-C125-5194-74985F8ED91C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不同的</a:t>
            </a:r>
            <a:r>
              <a:rPr lang="en-US" altLang="zh-TW"/>
              <a:t>Laplacian </a:t>
            </a:r>
            <a:r>
              <a:rPr lang="zh-TW" altLang="en-US"/>
              <a:t>遮罩</a:t>
            </a:r>
          </a:p>
        </p:txBody>
      </p:sp>
    </p:spTree>
    <p:extLst>
      <p:ext uri="{BB962C8B-B14F-4D97-AF65-F5344CB8AC3E}">
        <p14:creationId xmlns:p14="http://schemas.microsoft.com/office/powerpoint/2010/main" val="153970689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421F7B7-0E39-744E-34B2-49314BE6C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62</a:t>
            </a:fld>
            <a:endParaRPr lang="zh-TW" altLang="en-US"/>
          </a:p>
        </p:txBody>
      </p:sp>
      <p:pic>
        <p:nvPicPr>
          <p:cNvPr id="15362" name="Picture 2">
            <a:extLst>
              <a:ext uri="{FF2B5EF4-FFF2-40B4-BE49-F238E27FC236}">
                <a16:creationId xmlns:a16="http://schemas.microsoft.com/office/drawing/2014/main" id="{6342712E-D7D7-9F9C-44B2-EA0BA8951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5606" y="452582"/>
            <a:ext cx="8040676" cy="592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73903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AABD0C-579F-92DF-CBB8-F36D7AE8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63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1DA37F1-B711-C77A-3D36-0C28FA75BA82}"/>
                  </a:ext>
                </a:extLst>
              </p:cNvPr>
              <p:cNvSpPr txBox="1"/>
              <p:nvPr/>
            </p:nvSpPr>
            <p:spPr>
              <a:xfrm>
                <a:off x="7666182" y="3947657"/>
                <a:ext cx="4359563" cy="8091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 ≈</m:t>
                      </m:r>
                      <m:f>
                        <m:f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F1DA37F1-B711-C77A-3D36-0C28FA75B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6182" y="3947657"/>
                <a:ext cx="4359563" cy="809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字方塊 4">
            <a:extLst>
              <a:ext uri="{FF2B5EF4-FFF2-40B4-BE49-F238E27FC236}">
                <a16:creationId xmlns:a16="http://schemas.microsoft.com/office/drawing/2014/main" id="{FA3AC13F-5406-8D66-6B88-CCDF229D3D6D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-Sobel</a:t>
            </a:r>
            <a:r>
              <a:rPr lang="zh-TW" altLang="en-US"/>
              <a:t>運算子 </a:t>
            </a:r>
            <a:r>
              <a:rPr lang="en-US" altLang="zh-TW"/>
              <a:t>(</a:t>
            </a:r>
            <a:r>
              <a:rPr lang="zh-TW" altLang="en-US"/>
              <a:t>抓邊緣</a:t>
            </a:r>
            <a:r>
              <a:rPr lang="en-US" altLang="zh-TW"/>
              <a:t>)</a:t>
            </a:r>
            <a:endParaRPr lang="zh-TW" alt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F0E7B000-F05A-5F0C-8908-0841AF3803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1" t="53178" r="21866" b="4255"/>
          <a:stretch/>
        </p:blipFill>
        <p:spPr bwMode="auto">
          <a:xfrm>
            <a:off x="7740073" y="1316749"/>
            <a:ext cx="4451927" cy="2254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EAFCD757-8E50-F88F-6FCC-D3FF42982D3D}"/>
              </a:ext>
            </a:extLst>
          </p:cNvPr>
          <p:cNvSpPr txBox="1"/>
          <p:nvPr/>
        </p:nvSpPr>
        <p:spPr>
          <a:xfrm>
            <a:off x="526473" y="1487054"/>
            <a:ext cx="58785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我二階導數有效果，那我一階導數不行嗎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?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23" name="橢圓 122">
            <a:extLst>
              <a:ext uri="{FF2B5EF4-FFF2-40B4-BE49-F238E27FC236}">
                <a16:creationId xmlns:a16="http://schemas.microsoft.com/office/drawing/2014/main" id="{12B16EA3-886B-7A1C-5D2E-0901D5996768}"/>
              </a:ext>
            </a:extLst>
          </p:cNvPr>
          <p:cNvSpPr/>
          <p:nvPr/>
        </p:nvSpPr>
        <p:spPr>
          <a:xfrm>
            <a:off x="7740073" y="2115127"/>
            <a:ext cx="434109" cy="59112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8434" name="Picture 2" descr="輸出圖像">
            <a:extLst>
              <a:ext uri="{FF2B5EF4-FFF2-40B4-BE49-F238E27FC236}">
                <a16:creationId xmlns:a16="http://schemas.microsoft.com/office/drawing/2014/main" id="{5CE4DAD4-3398-AE91-E06B-64D4AB17F5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93" y="2144622"/>
            <a:ext cx="7447767" cy="4440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4BAF1222-6407-5E73-040A-136DCAF8A220}"/>
              </a:ext>
            </a:extLst>
          </p:cNvPr>
          <p:cNvSpPr txBox="1"/>
          <p:nvPr/>
        </p:nvSpPr>
        <p:spPr>
          <a:xfrm>
            <a:off x="2258290" y="3551382"/>
            <a:ext cx="902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一階</a:t>
            </a:r>
          </a:p>
        </p:txBody>
      </p:sp>
      <p:sp>
        <p:nvSpPr>
          <p:cNvPr id="131" name="文字方塊 130">
            <a:extLst>
              <a:ext uri="{FF2B5EF4-FFF2-40B4-BE49-F238E27FC236}">
                <a16:creationId xmlns:a16="http://schemas.microsoft.com/office/drawing/2014/main" id="{7C0E9FDF-F321-0362-AB31-5635A1436027}"/>
              </a:ext>
            </a:extLst>
          </p:cNvPr>
          <p:cNvSpPr txBox="1"/>
          <p:nvPr/>
        </p:nvSpPr>
        <p:spPr>
          <a:xfrm>
            <a:off x="2216727" y="4996873"/>
            <a:ext cx="9028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>
                <a:latin typeface="標楷體" panose="03000509000000000000" pitchFamily="65" charset="-120"/>
                <a:ea typeface="標楷體" panose="03000509000000000000" pitchFamily="65" charset="-120"/>
              </a:rPr>
              <a:t>一階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BEB5B05D-9235-00AE-0FAB-FBC97B8761DF}"/>
                  </a:ext>
                </a:extLst>
              </p:cNvPr>
              <p:cNvSpPr txBox="1"/>
              <p:nvPr/>
            </p:nvSpPr>
            <p:spPr>
              <a:xfrm>
                <a:off x="7559965" y="5291548"/>
                <a:ext cx="4632035" cy="8091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TW" alt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32" name="文字方塊 131">
                <a:extLst>
                  <a:ext uri="{FF2B5EF4-FFF2-40B4-BE49-F238E27FC236}">
                    <a16:creationId xmlns:a16="http://schemas.microsoft.com/office/drawing/2014/main" id="{BEB5B05D-9235-00AE-0FAB-FBC97B876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9965" y="5291548"/>
                <a:ext cx="4632035" cy="8091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" name="文字方塊 132">
            <a:extLst>
              <a:ext uri="{FF2B5EF4-FFF2-40B4-BE49-F238E27FC236}">
                <a16:creationId xmlns:a16="http://schemas.microsoft.com/office/drawing/2014/main" id="{2BA05471-0249-4E53-B478-F48337631291}"/>
              </a:ext>
            </a:extLst>
          </p:cNvPr>
          <p:cNvSpPr txBox="1"/>
          <p:nvPr/>
        </p:nvSpPr>
        <p:spPr>
          <a:xfrm>
            <a:off x="7823200" y="6234545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改良版，使用兩個點</a:t>
            </a:r>
            <a:r>
              <a:rPr lang="en-US" altLang="zh-TW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979114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AABD0C-579F-92DF-CBB8-F36D7AE8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64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3AC13F-5406-8D66-6B88-CCDF229D3D6D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-Sobel</a:t>
            </a:r>
            <a:r>
              <a:rPr lang="zh-TW" altLang="en-US"/>
              <a:t>運算子 </a:t>
            </a:r>
            <a:r>
              <a:rPr lang="en-US" altLang="zh-TW"/>
              <a:t>(</a:t>
            </a:r>
            <a:r>
              <a:rPr lang="zh-TW" altLang="en-US"/>
              <a:t>抓邊緣</a:t>
            </a:r>
            <a:r>
              <a:rPr lang="en-US" altLang="zh-TW"/>
              <a:t>)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11736FB-F595-300C-0F47-0DAE7DACE899}"/>
                  </a:ext>
                </a:extLst>
              </p:cNvPr>
              <p:cNvSpPr txBox="1"/>
              <p:nvPr/>
            </p:nvSpPr>
            <p:spPr>
              <a:xfrm>
                <a:off x="558798" y="1421512"/>
                <a:ext cx="5491019" cy="8091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TW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11736FB-F595-300C-0F47-0DAE7DACE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98" y="1421512"/>
                <a:ext cx="5491019" cy="8091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EFA2796-9203-8D9E-B71D-22DC09DD7D20}"/>
                  </a:ext>
                </a:extLst>
              </p:cNvPr>
              <p:cNvSpPr txBox="1"/>
              <p:nvPr/>
            </p:nvSpPr>
            <p:spPr>
              <a:xfrm>
                <a:off x="1080654" y="2562204"/>
                <a:ext cx="5338618" cy="806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TW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EFA2796-9203-8D9E-B71D-22DC09DD7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654" y="2562204"/>
                <a:ext cx="5338618" cy="8066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03F5C572-E632-8E75-5417-DAF658A6CE4E}"/>
              </a:ext>
            </a:extLst>
          </p:cNvPr>
          <p:cNvSpPr txBox="1"/>
          <p:nvPr/>
        </p:nvSpPr>
        <p:spPr>
          <a:xfrm>
            <a:off x="332509" y="3943927"/>
            <a:ext cx="1877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乘權重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2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倍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sz="240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8D10E77-B329-29DA-53E5-469ED852752E}"/>
                  </a:ext>
                </a:extLst>
              </p:cNvPr>
              <p:cNvSpPr txBox="1"/>
              <p:nvPr/>
            </p:nvSpPr>
            <p:spPr>
              <a:xfrm>
                <a:off x="2152071" y="3939315"/>
                <a:ext cx="427643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altLang="zh-TW" sz="24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zh-TW" altLang="en-US" sz="2400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zh-TW" altLang="en-US" sz="24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</m:oMath>
                  </m:oMathPara>
                </a14:m>
                <a:endParaRPr lang="zh-TW" altLang="en-US" sz="2400"/>
              </a:p>
            </p:txBody>
          </p:sp>
        </mc:Choice>
        <mc:Fallback xmlns="">
          <p:sp>
            <p:nvSpPr>
              <p:cNvPr id="14" name="文字方塊 13">
                <a:extLst>
                  <a:ext uri="{FF2B5EF4-FFF2-40B4-BE49-F238E27FC236}">
                    <a16:creationId xmlns:a16="http://schemas.microsoft.com/office/drawing/2014/main" id="{68D10E77-B329-29DA-53E5-469ED85275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071" y="3939315"/>
                <a:ext cx="4276437" cy="461665"/>
              </a:xfrm>
              <a:prstGeom prst="rect">
                <a:avLst/>
              </a:prstGeom>
              <a:blipFill>
                <a:blip r:embed="rId4"/>
                <a:stretch>
                  <a:fillRect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55AC9FE1-A847-F62A-3B33-C1C4BC51C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684918"/>
              </p:ext>
            </p:extLst>
          </p:nvPr>
        </p:nvGraphicFramePr>
        <p:xfrm>
          <a:off x="3410600" y="4603557"/>
          <a:ext cx="2027241" cy="18757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747">
                  <a:extLst>
                    <a:ext uri="{9D8B030D-6E8A-4147-A177-3AD203B41FA5}">
                      <a16:colId xmlns:a16="http://schemas.microsoft.com/office/drawing/2014/main" val="489272226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2812690408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963542460"/>
                    </a:ext>
                  </a:extLst>
                </a:gridCol>
              </a:tblGrid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822318677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FF0000"/>
                          </a:solidFill>
                        </a:rPr>
                        <a:t>-1</a:t>
                      </a:r>
                      <a:endParaRPr lang="zh-TW" altLang="en-US" sz="24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783032085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0</a:t>
                      </a:r>
                      <a:endParaRPr lang="zh-TW" altLang="en-US" sz="240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099868818"/>
                  </a:ext>
                </a:extLst>
              </a:tr>
            </a:tbl>
          </a:graphicData>
        </a:graphic>
      </p:graphicFrame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B5166D71-CDED-22C3-7476-0B2B929C90C4}"/>
              </a:ext>
            </a:extLst>
          </p:cNvPr>
          <p:cNvCxnSpPr/>
          <p:nvPr/>
        </p:nvCxnSpPr>
        <p:spPr>
          <a:xfrm>
            <a:off x="6345382" y="1394691"/>
            <a:ext cx="0" cy="534323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CE6FB6C8-8A4D-0F67-D703-EF119F734E01}"/>
                  </a:ext>
                </a:extLst>
              </p:cNvPr>
              <p:cNvSpPr txBox="1"/>
              <p:nvPr/>
            </p:nvSpPr>
            <p:spPr>
              <a:xfrm>
                <a:off x="6696364" y="1962727"/>
                <a:ext cx="5255490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(</a:t>
                </a:r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但因為其他地方也有</a:t>
                </a:r>
                <a14:m>
                  <m:oMath xmlns:m="http://schemas.openxmlformats.org/officeDocument/2006/math">
                    <m:r>
                      <a:rPr lang="zh-TW" altLang="en-US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TW" altLang="en-US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的分量所以在加上去，並且原始位置放大權重</a:t>
                </a:r>
                <a:r>
                  <a:rPr lang="en-US" altLang="zh-TW" sz="2400" dirty="0">
                    <a:latin typeface="標楷體" panose="03000509000000000000" pitchFamily="65" charset="-120"/>
                    <a:ea typeface="標楷體" panose="03000509000000000000" pitchFamily="65" charset="-120"/>
                  </a:rPr>
                  <a:t>)</a:t>
                </a:r>
                <a:endParaRPr lang="zh-TW" altLang="en-US" sz="2400" dirty="0"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CE6FB6C8-8A4D-0F67-D703-EF119F734E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6364" y="1962727"/>
                <a:ext cx="5255490" cy="830997"/>
              </a:xfrm>
              <a:prstGeom prst="rect">
                <a:avLst/>
              </a:prstGeom>
              <a:blipFill>
                <a:blip r:embed="rId5"/>
                <a:stretch>
                  <a:fillRect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C04CA30-52EC-45D1-FD6B-AF01A1E73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342073"/>
              </p:ext>
            </p:extLst>
          </p:nvPr>
        </p:nvGraphicFramePr>
        <p:xfrm>
          <a:off x="9714418" y="3158065"/>
          <a:ext cx="2027241" cy="18757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747">
                  <a:extLst>
                    <a:ext uri="{9D8B030D-6E8A-4147-A177-3AD203B41FA5}">
                      <a16:colId xmlns:a16="http://schemas.microsoft.com/office/drawing/2014/main" val="489272226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2812690408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963542460"/>
                    </a:ext>
                  </a:extLst>
                </a:gridCol>
              </a:tblGrid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1</a:t>
                      </a:r>
                      <a:endParaRPr lang="zh-TW" altLang="en-US" sz="240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822318677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TW" altLang="en-US" sz="24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783032085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/>
                        <a:t>-1</a:t>
                      </a:r>
                      <a:endParaRPr lang="zh-TW" altLang="en-US" sz="240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1</a:t>
                      </a:r>
                      <a:endParaRPr lang="zh-TW" altLang="en-US" sz="2400" dirty="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099868818"/>
                  </a:ext>
                </a:extLst>
              </a:tr>
            </a:tbl>
          </a:graphicData>
        </a:graphic>
      </p:graphicFrame>
      <p:sp>
        <p:nvSpPr>
          <p:cNvPr id="21" name="文字方塊 20">
            <a:extLst>
              <a:ext uri="{FF2B5EF4-FFF2-40B4-BE49-F238E27FC236}">
                <a16:creationId xmlns:a16="http://schemas.microsoft.com/office/drawing/2014/main" id="{0F53AC55-EFD4-DDDF-2357-D90344273A8A}"/>
              </a:ext>
            </a:extLst>
          </p:cNvPr>
          <p:cNvSpPr txBox="1"/>
          <p:nvPr/>
        </p:nvSpPr>
        <p:spPr>
          <a:xfrm>
            <a:off x="9725891" y="525548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尋找</a:t>
            </a:r>
            <a:r>
              <a:rPr lang="zh-TW" altLang="en-US" sz="2400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垂直</a:t>
            </a:r>
            <a:r>
              <a:rPr lang="zh-TW" altLang="en-US" sz="2400" dirty="0">
                <a:latin typeface="標楷體" panose="03000509000000000000" pitchFamily="65" charset="-120"/>
                <a:ea typeface="標楷體" panose="03000509000000000000" pitchFamily="65" charset="-120"/>
              </a:rPr>
              <a:t>邊緣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FBD2D4B-A84E-C8C1-2B45-AC601C934B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404789"/>
              </p:ext>
            </p:extLst>
          </p:nvPr>
        </p:nvGraphicFramePr>
        <p:xfrm>
          <a:off x="7105145" y="3153447"/>
          <a:ext cx="2027241" cy="18757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747">
                  <a:extLst>
                    <a:ext uri="{9D8B030D-6E8A-4147-A177-3AD203B41FA5}">
                      <a16:colId xmlns:a16="http://schemas.microsoft.com/office/drawing/2014/main" val="489272226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2812690408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963542460"/>
                    </a:ext>
                  </a:extLst>
                </a:gridCol>
              </a:tblGrid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822318677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TW" altLang="en-US" sz="2400" dirty="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783032085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 dirty="0"/>
                        <a:t>0</a:t>
                      </a:r>
                      <a:endParaRPr lang="zh-TW" altLang="en-US" sz="2400" dirty="0"/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099868818"/>
                  </a:ext>
                </a:extLst>
              </a:tr>
            </a:tbl>
          </a:graphicData>
        </a:graphic>
      </p:graphicFrame>
      <p:cxnSp>
        <p:nvCxnSpPr>
          <p:cNvPr id="6" name="直線單箭頭接點 5">
            <a:extLst>
              <a:ext uri="{FF2B5EF4-FFF2-40B4-BE49-F238E27FC236}">
                <a16:creationId xmlns:a16="http://schemas.microsoft.com/office/drawing/2014/main" id="{688B515E-8EF4-CBAC-4B84-E94740801B06}"/>
              </a:ext>
            </a:extLst>
          </p:cNvPr>
          <p:cNvCxnSpPr>
            <a:cxnSpLocks/>
          </p:cNvCxnSpPr>
          <p:nvPr/>
        </p:nvCxnSpPr>
        <p:spPr>
          <a:xfrm flipV="1">
            <a:off x="10076873" y="3574473"/>
            <a:ext cx="0" cy="341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648EF2B6-FD70-3827-9EEC-52F7C2C6EC0A}"/>
              </a:ext>
            </a:extLst>
          </p:cNvPr>
          <p:cNvCxnSpPr>
            <a:cxnSpLocks/>
          </p:cNvCxnSpPr>
          <p:nvPr/>
        </p:nvCxnSpPr>
        <p:spPr>
          <a:xfrm>
            <a:off x="10086109" y="4239491"/>
            <a:ext cx="0" cy="314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單箭頭接點 21">
            <a:extLst>
              <a:ext uri="{FF2B5EF4-FFF2-40B4-BE49-F238E27FC236}">
                <a16:creationId xmlns:a16="http://schemas.microsoft.com/office/drawing/2014/main" id="{E263E383-A7BE-AD76-5395-01E412D0D24F}"/>
              </a:ext>
            </a:extLst>
          </p:cNvPr>
          <p:cNvCxnSpPr>
            <a:cxnSpLocks/>
          </p:cNvCxnSpPr>
          <p:nvPr/>
        </p:nvCxnSpPr>
        <p:spPr>
          <a:xfrm flipV="1">
            <a:off x="11411527" y="3569855"/>
            <a:ext cx="0" cy="341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>
            <a:extLst>
              <a:ext uri="{FF2B5EF4-FFF2-40B4-BE49-F238E27FC236}">
                <a16:creationId xmlns:a16="http://schemas.microsoft.com/office/drawing/2014/main" id="{2DB2E2D5-3A95-B58F-0329-FF5C5C8C4FC9}"/>
              </a:ext>
            </a:extLst>
          </p:cNvPr>
          <p:cNvCxnSpPr>
            <a:cxnSpLocks/>
          </p:cNvCxnSpPr>
          <p:nvPr/>
        </p:nvCxnSpPr>
        <p:spPr>
          <a:xfrm>
            <a:off x="11420763" y="4234873"/>
            <a:ext cx="0" cy="3140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3545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5AABD0C-579F-92DF-CBB8-F36D7AE8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65</a:t>
            </a:fld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A3AC13F-5406-8D66-6B88-CCDF229D3D6D}"/>
              </a:ext>
            </a:extLst>
          </p:cNvPr>
          <p:cNvSpPr txBox="1"/>
          <p:nvPr/>
        </p:nvSpPr>
        <p:spPr>
          <a:xfrm>
            <a:off x="0" y="260648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algn="ctr">
              <a:defRPr sz="400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defRPr>
            </a:lvl1pPr>
          </a:lstStyle>
          <a:p>
            <a:r>
              <a:rPr lang="zh-TW" altLang="en-US"/>
              <a:t>空間</a:t>
            </a:r>
            <a:r>
              <a:rPr lang="en-US" altLang="zh-TW"/>
              <a:t>-Sobel</a:t>
            </a:r>
            <a:r>
              <a:rPr lang="zh-TW" altLang="en-US"/>
              <a:t>運算子 </a:t>
            </a:r>
            <a:r>
              <a:rPr lang="en-US" altLang="zh-TW"/>
              <a:t>(</a:t>
            </a:r>
            <a:r>
              <a:rPr lang="zh-TW" altLang="en-US"/>
              <a:t>抓邊緣</a:t>
            </a:r>
            <a:r>
              <a:rPr lang="en-US" altLang="zh-TW"/>
              <a:t>)</a:t>
            </a:r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11736FB-F595-300C-0F47-0DAE7DACE899}"/>
                  </a:ext>
                </a:extLst>
              </p:cNvPr>
              <p:cNvSpPr txBox="1"/>
              <p:nvPr/>
            </p:nvSpPr>
            <p:spPr>
              <a:xfrm>
                <a:off x="1334653" y="1513875"/>
                <a:ext cx="5500256" cy="872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 dirty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  <m:r>
                        <a:rPr lang="en-US" altLang="zh-TW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  <m:r>
                        <a:rPr lang="zh-TW" altLang="en-US" sz="24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400" b="0" i="0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i="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24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  <m:r>
                            <a:rPr lang="zh-TW" altLang="en-US" sz="2400" i="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altLang="zh-TW" sz="2400" b="0" i="0" dirty="0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  <m:r>
                                <a:rPr lang="en-US" altLang="zh-TW" sz="2400" b="0" i="0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zh-TW" altLang="en-US" sz="2400" dirty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r>
                            <a:rPr lang="en-US" altLang="zh-TW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den>
                      </m:f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D11736FB-F595-300C-0F47-0DAE7DACE8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4653" y="1513875"/>
                <a:ext cx="5500256" cy="8722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EFA2796-9203-8D9E-B71D-22DC09DD7D20}"/>
                  </a:ext>
                </a:extLst>
              </p:cNvPr>
              <p:cNvSpPr txBox="1"/>
              <p:nvPr/>
            </p:nvSpPr>
            <p:spPr>
              <a:xfrm>
                <a:off x="1856508" y="2654567"/>
                <a:ext cx="5338618" cy="8066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400" i="1" dirty="0" smtClean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TW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r>
                            <a:rPr lang="zh-TW" altLang="en-US" sz="2400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TW" altLang="en-US" sz="24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TW" sz="2400" i="1" dirty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TW" sz="2400" b="0" i="1" dirty="0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altLang="zh-TW" sz="2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TW" altLang="en-US" sz="2400">
                  <a:solidFill>
                    <a:schemeClr val="tx1"/>
                  </a:solidFill>
                  <a:latin typeface="標楷體" panose="03000509000000000000" pitchFamily="65" charset="-120"/>
                  <a:ea typeface="標楷體" panose="03000509000000000000" pitchFamily="65" charset="-120"/>
                </a:endParaRP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CEFA2796-9203-8D9E-B71D-22DC09DD7D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6508" y="2654567"/>
                <a:ext cx="5338618" cy="8066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5C04CA30-52EC-45D1-FD6B-AF01A1E738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768220"/>
              </p:ext>
            </p:extLst>
          </p:nvPr>
        </p:nvGraphicFramePr>
        <p:xfrm>
          <a:off x="7839436" y="1569409"/>
          <a:ext cx="2027241" cy="187575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75747">
                  <a:extLst>
                    <a:ext uri="{9D8B030D-6E8A-4147-A177-3AD203B41FA5}">
                      <a16:colId xmlns:a16="http://schemas.microsoft.com/office/drawing/2014/main" val="489272226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2812690408"/>
                    </a:ext>
                  </a:extLst>
                </a:gridCol>
                <a:gridCol w="675747">
                  <a:extLst>
                    <a:ext uri="{9D8B030D-6E8A-4147-A177-3AD203B41FA5}">
                      <a16:colId xmlns:a16="http://schemas.microsoft.com/office/drawing/2014/main" val="963542460"/>
                    </a:ext>
                  </a:extLst>
                </a:gridCol>
              </a:tblGrid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FF0000"/>
                          </a:solidFill>
                        </a:rPr>
                        <a:t>-2</a:t>
                      </a:r>
                      <a:endParaRPr lang="zh-TW" altLang="en-US" sz="24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-1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822318677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783032085"/>
                  </a:ext>
                </a:extLst>
              </a:tr>
              <a:tr h="625251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TW" altLang="en-US" sz="2400">
                        <a:solidFill>
                          <a:srgbClr val="FF0000"/>
                        </a:solidFill>
                      </a:endParaRPr>
                    </a:p>
                  </a:txBody>
                  <a:tcPr marL="94224" marR="94224" marT="47112" marB="4711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40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TW" altLang="en-US" sz="2400">
                        <a:solidFill>
                          <a:schemeClr val="tx1"/>
                        </a:solidFill>
                      </a:endParaRPr>
                    </a:p>
                  </a:txBody>
                  <a:tcPr marL="94224" marR="94224" marT="47112" marB="47112" anchor="ctr"/>
                </a:tc>
                <a:extLst>
                  <a:ext uri="{0D108BD9-81ED-4DB2-BD59-A6C34878D82A}">
                    <a16:rowId xmlns:a16="http://schemas.microsoft.com/office/drawing/2014/main" val="1099868818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A8550500-57CC-4C11-DE2F-BA51447B06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47" t="45257" r="23679" b="35633"/>
          <a:stretch/>
        </p:blipFill>
        <p:spPr bwMode="auto">
          <a:xfrm>
            <a:off x="1145310" y="5241636"/>
            <a:ext cx="5892799" cy="1085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F8A12AA2-BB2B-8003-5597-02F3BA09079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35" t="83278" r="33977" b="713"/>
          <a:stretch/>
        </p:blipFill>
        <p:spPr bwMode="auto">
          <a:xfrm>
            <a:off x="7555343" y="5190835"/>
            <a:ext cx="3782291" cy="960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41BBC6B0-7BD9-321C-54B6-B3A8D5247DBB}"/>
              </a:ext>
            </a:extLst>
          </p:cNvPr>
          <p:cNvSpPr txBox="1"/>
          <p:nvPr/>
        </p:nvSpPr>
        <p:spPr>
          <a:xfrm>
            <a:off x="10012218" y="2290617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尋找</a:t>
            </a:r>
            <a:r>
              <a:rPr lang="zh-TW" altLang="en-US" sz="240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水平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邊緣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50DBF6B2-A767-2268-96C7-A7A8792DD06D}"/>
              </a:ext>
            </a:extLst>
          </p:cNvPr>
          <p:cNvSpPr txBox="1"/>
          <p:nvPr/>
        </p:nvSpPr>
        <p:spPr>
          <a:xfrm>
            <a:off x="480291" y="4073237"/>
            <a:ext cx="55707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兩種使用方法</a:t>
            </a:r>
            <a:r>
              <a:rPr lang="en-US" altLang="zh-TW" sz="2400">
                <a:latin typeface="標楷體" panose="03000509000000000000" pitchFamily="65" charset="-120"/>
                <a:ea typeface="標楷體" panose="03000509000000000000" pitchFamily="65" charset="-120"/>
              </a:rPr>
              <a:t>: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平方開根號、絕對值相加</a:t>
            </a:r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7905959-C086-2113-8BC6-C2FD1A71EB8B}"/>
              </a:ext>
            </a:extLst>
          </p:cNvPr>
          <p:cNvCxnSpPr/>
          <p:nvPr/>
        </p:nvCxnSpPr>
        <p:spPr>
          <a:xfrm>
            <a:off x="332509" y="3833091"/>
            <a:ext cx="11591636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56458C14-84BE-5973-3000-B78CB67327BC}"/>
              </a:ext>
            </a:extLst>
          </p:cNvPr>
          <p:cNvSpPr txBox="1"/>
          <p:nvPr/>
        </p:nvSpPr>
        <p:spPr>
          <a:xfrm>
            <a:off x="3315855" y="4839855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更精準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9F6AB129-4B50-3E53-1A4C-7F4D5DE750E1}"/>
              </a:ext>
            </a:extLst>
          </p:cNvPr>
          <p:cNvSpPr txBox="1"/>
          <p:nvPr/>
        </p:nvSpPr>
        <p:spPr>
          <a:xfrm>
            <a:off x="8779164" y="485371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更快速</a:t>
            </a:r>
          </a:p>
        </p:txBody>
      </p:sp>
    </p:spTree>
    <p:extLst>
      <p:ext uri="{BB962C8B-B14F-4D97-AF65-F5344CB8AC3E}">
        <p14:creationId xmlns:p14="http://schemas.microsoft.com/office/powerpoint/2010/main" val="36049148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7AD9413A-376A-7DE3-B680-4B22806B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5EE10-825B-4D49-8D47-2CB0B2BE83D5}" type="slidenum">
              <a:rPr lang="zh-TW" altLang="en-US" smtClean="0"/>
              <a:t>66</a:t>
            </a:fld>
            <a:endParaRPr lang="zh-TW" altLang="en-US"/>
          </a:p>
        </p:txBody>
      </p:sp>
      <p:pic>
        <p:nvPicPr>
          <p:cNvPr id="16386" name="Picture 2" descr="Python图像处理]  四十二.Python图像锐化及边缘检测万字详解（Roberts、Prewitt、Sobel、Laplacian、Canny、LOG）_锐化和边缘检测-CSDN博客">
            <a:extLst>
              <a:ext uri="{FF2B5EF4-FFF2-40B4-BE49-F238E27FC236}">
                <a16:creationId xmlns:a16="http://schemas.microsoft.com/office/drawing/2014/main" id="{4F051F73-FBE6-1ECB-D5AE-0A434212F4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745" y="337006"/>
            <a:ext cx="8439294" cy="6243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FAB3516A-CC65-679B-6E29-676F891504B5}"/>
              </a:ext>
            </a:extLst>
          </p:cNvPr>
          <p:cNvSpPr txBox="1"/>
          <p:nvPr/>
        </p:nvSpPr>
        <p:spPr>
          <a:xfrm>
            <a:off x="3168072" y="622530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尋找</a:t>
            </a:r>
            <a:r>
              <a:rPr lang="zh-TW" altLang="en-US" sz="240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水平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邊緣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FD524430-FB27-F207-D5E4-3D97DA34430B}"/>
              </a:ext>
            </a:extLst>
          </p:cNvPr>
          <p:cNvSpPr txBox="1"/>
          <p:nvPr/>
        </p:nvSpPr>
        <p:spPr>
          <a:xfrm>
            <a:off x="9707419" y="198581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尋找</a:t>
            </a:r>
            <a:r>
              <a:rPr lang="zh-TW" altLang="en-US" sz="240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垂直</a:t>
            </a:r>
            <a:r>
              <a:rPr lang="zh-TW" altLang="en-US" sz="2400">
                <a:latin typeface="標楷體" panose="03000509000000000000" pitchFamily="65" charset="-120"/>
                <a:ea typeface="標楷體" panose="03000509000000000000" pitchFamily="65" charset="-120"/>
              </a:rPr>
              <a:t>邊緣</a:t>
            </a:r>
          </a:p>
        </p:txBody>
      </p:sp>
    </p:spTree>
    <p:extLst>
      <p:ext uri="{BB962C8B-B14F-4D97-AF65-F5344CB8AC3E}">
        <p14:creationId xmlns:p14="http://schemas.microsoft.com/office/powerpoint/2010/main" val="2339741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自訂 1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</TotalTime>
  <Words>4230</Words>
  <Application>Microsoft Office PowerPoint</Application>
  <PresentationFormat>寬螢幕</PresentationFormat>
  <Paragraphs>1260</Paragraphs>
  <Slides>66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66</vt:i4>
      </vt:variant>
    </vt:vector>
  </HeadingPairs>
  <TitlesOfParts>
    <vt:vector size="75" baseType="lpstr">
      <vt:lpstr>標楷體</vt:lpstr>
      <vt:lpstr>Aptos</vt:lpstr>
      <vt:lpstr>Aptos Display</vt:lpstr>
      <vt:lpstr>Arial</vt:lpstr>
      <vt:lpstr>Cambria Math</vt:lpstr>
      <vt:lpstr>Times New Roman</vt:lpstr>
      <vt:lpstr>Wingdings</vt:lpstr>
      <vt:lpstr>Office 佈景主題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蕭兆翔</dc:creator>
  <cp:lastModifiedBy>蕭兆翔</cp:lastModifiedBy>
  <cp:revision>1</cp:revision>
  <dcterms:created xsi:type="dcterms:W3CDTF">2024-09-17T11:26:55Z</dcterms:created>
  <dcterms:modified xsi:type="dcterms:W3CDTF">2025-10-29T04:57:47Z</dcterms:modified>
</cp:coreProperties>
</file>