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20" r:id="rId2"/>
    <p:sldId id="493" r:id="rId3"/>
    <p:sldId id="492" r:id="rId4"/>
    <p:sldId id="491" r:id="rId5"/>
    <p:sldId id="404" r:id="rId6"/>
    <p:sldId id="406" r:id="rId7"/>
    <p:sldId id="487" r:id="rId8"/>
    <p:sldId id="488" r:id="rId9"/>
    <p:sldId id="48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D9F2D0"/>
    <a:srgbClr val="FBE3D6"/>
    <a:srgbClr val="5757FF"/>
    <a:srgbClr val="FDEFE7"/>
    <a:srgbClr val="EAF2FA"/>
    <a:srgbClr val="FFD10F"/>
    <a:srgbClr val="FEF0F0"/>
    <a:srgbClr val="FFF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D14E0-5762-4AF9-994E-1C9773258C63}" v="77" dt="2025-11-09T13:00:20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redo custSel addSld delSld modSld sldOrd">
      <pc:chgData name="蕭兆翔" userId="c09afb0b-60c9-45d8-81f2-4d7aa859f4bf" providerId="ADAL" clId="{6F9FAB1B-BF87-4C86-8CBB-A04DB701A215}" dt="2025-11-05T05:03:27.188" v="2630" actId="20577"/>
      <pc:docMkLst>
        <pc:docMk/>
      </pc:docMkLst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3067381678" sldId="404"/>
        </pc:sldMkLst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989326539" sldId="406"/>
        </pc:sldMkLst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2293569661" sldId="420"/>
        </pc:sldMkLst>
      </pc:sldChg>
      <pc:sldChg chg="addSp modSp add mod">
        <pc:chgData name="蕭兆翔" userId="c09afb0b-60c9-45d8-81f2-4d7aa859f4bf" providerId="ADAL" clId="{6F9FAB1B-BF87-4C86-8CBB-A04DB701A215}" dt="2025-11-04T14:07:31.414" v="622" actId="1076"/>
        <pc:sldMkLst>
          <pc:docMk/>
          <pc:sldMk cId="677167667" sldId="487"/>
        </pc:sldMkLst>
        <pc:spChg chg="add 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" creationId="{DDFE9CC4-40DC-95AE-485E-E8291E210FE1}"/>
          </ac:spMkLst>
        </pc:spChg>
        <pc:spChg chg="add 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4" creationId="{DB516592-09B4-8C89-5C56-9F7EAA6AD1CD}"/>
          </ac:spMkLst>
        </pc:spChg>
        <pc:spChg chg="add mod">
          <ac:chgData name="蕭兆翔" userId="c09afb0b-60c9-45d8-81f2-4d7aa859f4bf" providerId="ADAL" clId="{6F9FAB1B-BF87-4C86-8CBB-A04DB701A215}" dt="2025-11-04T14:07:25.373" v="619" actId="207"/>
          <ac:spMkLst>
            <pc:docMk/>
            <pc:sldMk cId="677167667" sldId="487"/>
            <ac:spMk id="5" creationId="{F607E40E-DEA7-525C-A0E3-50B800168EED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14" creationId="{B972B76E-D7F3-0252-0D95-C7E677FBC1D3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15" creationId="{CAB3365E-A7F3-AAEC-AD87-695FB08DB621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16" creationId="{F6395148-B8E5-4F6E-9C21-1C74B8AFC76D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17" creationId="{973246C5-3839-2B6F-0EBB-52EEC671BE98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0" creationId="{E8CAFC34-5E12-1005-E883-A0C68328A5B7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1" creationId="{EA033B06-108B-ECB1-8AA9-60E626B74196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3" creationId="{2406BE52-D772-87FE-7D4A-0B20DC6BC98F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24" creationId="{5B84B98F-A866-F509-7B30-10CF0C344DF0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5" creationId="{873D91FE-51D1-D469-4DF7-D0C85528F7CE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29" creationId="{593DA61C-65C1-D5ED-58C2-EB48043FE8EA}"/>
          </ac:spMkLst>
        </pc:spChg>
        <pc:spChg chg="mod">
          <ac:chgData name="蕭兆翔" userId="c09afb0b-60c9-45d8-81f2-4d7aa859f4bf" providerId="ADAL" clId="{6F9FAB1B-BF87-4C86-8CBB-A04DB701A215}" dt="2025-11-04T14:03:29.277" v="576" actId="1076"/>
          <ac:spMkLst>
            <pc:docMk/>
            <pc:sldMk cId="677167667" sldId="487"/>
            <ac:spMk id="30" creationId="{0C7E2EDE-9A2F-E0B9-4307-DED08407C313}"/>
          </ac:spMkLst>
        </pc:spChg>
        <pc:spChg chg="mod">
          <ac:chgData name="蕭兆翔" userId="c09afb0b-60c9-45d8-81f2-4d7aa859f4bf" providerId="ADAL" clId="{6F9FAB1B-BF87-4C86-8CBB-A04DB701A215}" dt="2025-11-04T14:02:43.849" v="567" actId="1076"/>
          <ac:spMkLst>
            <pc:docMk/>
            <pc:sldMk cId="677167667" sldId="487"/>
            <ac:spMk id="31" creationId="{AA1AC676-27AA-84DC-8BC0-B07D06813826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2" creationId="{EC1C0CCA-C235-BABA-1A6C-8A69A3B56025}"/>
          </ac:spMkLst>
        </pc:spChg>
        <pc:spChg chg="mod">
          <ac:chgData name="蕭兆翔" userId="c09afb0b-60c9-45d8-81f2-4d7aa859f4bf" providerId="ADAL" clId="{6F9FAB1B-BF87-4C86-8CBB-A04DB701A215}" dt="2025-11-04T14:03:33.528" v="577" actId="1076"/>
          <ac:spMkLst>
            <pc:docMk/>
            <pc:sldMk cId="677167667" sldId="487"/>
            <ac:spMk id="33" creationId="{3BD4C12E-CA8F-6B0F-65DF-8A95F1528152}"/>
          </ac:spMkLst>
        </pc:spChg>
      </pc:sldChg>
      <pc:sldChg chg="addSp modSp add mod">
        <pc:chgData name="蕭兆翔" userId="c09afb0b-60c9-45d8-81f2-4d7aa859f4bf" providerId="ADAL" clId="{6F9FAB1B-BF87-4C86-8CBB-A04DB701A215}" dt="2025-11-04T14:07:55.507" v="629" actId="1076"/>
        <pc:sldMkLst>
          <pc:docMk/>
          <pc:sldMk cId="647669920" sldId="488"/>
        </pc:sldMkLst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4" creationId="{7091F1C0-7694-29A8-22B8-D31AE6C3286A}"/>
          </ac:spMkLst>
        </pc:spChg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5" creationId="{1506C4C5-56AC-FF9A-D66C-F3293E9B2BB2}"/>
          </ac:spMkLst>
        </pc:spChg>
        <pc:spChg chg="mod">
          <ac:chgData name="蕭兆翔" userId="c09afb0b-60c9-45d8-81f2-4d7aa859f4bf" providerId="ADAL" clId="{6F9FAB1B-BF87-4C86-8CBB-A04DB701A215}" dt="2025-11-04T14:07:49.780" v="626" actId="1076"/>
          <ac:spMkLst>
            <pc:docMk/>
            <pc:sldMk cId="647669920" sldId="488"/>
            <ac:spMk id="6" creationId="{CD4C2658-EE0F-DE20-0132-2323712F74F9}"/>
          </ac:spMkLst>
        </pc:spChg>
        <pc:spChg chg="add mod">
          <ac:chgData name="蕭兆翔" userId="c09afb0b-60c9-45d8-81f2-4d7aa859f4bf" providerId="ADAL" clId="{6F9FAB1B-BF87-4C86-8CBB-A04DB701A215}" dt="2025-11-04T14:03:59.621" v="583" actId="14100"/>
          <ac:spMkLst>
            <pc:docMk/>
            <pc:sldMk cId="647669920" sldId="488"/>
            <ac:spMk id="7" creationId="{82EB797D-8394-573E-5BB1-1EE71E11175F}"/>
          </ac:spMkLst>
        </pc:spChg>
        <pc:spChg chg="add mod">
          <ac:chgData name="蕭兆翔" userId="c09afb0b-60c9-45d8-81f2-4d7aa859f4bf" providerId="ADAL" clId="{6F9FAB1B-BF87-4C86-8CBB-A04DB701A215}" dt="2025-11-04T14:07:44.542" v="625" actId="1076"/>
          <ac:spMkLst>
            <pc:docMk/>
            <pc:sldMk cId="647669920" sldId="488"/>
            <ac:spMk id="8" creationId="{DCEBD9C5-1681-FB75-D8BE-04C0774E82E3}"/>
          </ac:spMkLst>
        </pc:spChg>
        <pc:spChg chg="add mod">
          <ac:chgData name="蕭兆翔" userId="c09afb0b-60c9-45d8-81f2-4d7aa859f4bf" providerId="ADAL" clId="{6F9FAB1B-BF87-4C86-8CBB-A04DB701A215}" dt="2025-11-04T14:07:55.507" v="629" actId="1076"/>
          <ac:spMkLst>
            <pc:docMk/>
            <pc:sldMk cId="647669920" sldId="488"/>
            <ac:spMk id="10" creationId="{5C026365-3492-2AB8-F3EE-C775B72544BA}"/>
          </ac:spMkLst>
        </pc:spChg>
        <pc:spChg chg="mod">
          <ac:chgData name="蕭兆翔" userId="c09afb0b-60c9-45d8-81f2-4d7aa859f4bf" providerId="ADAL" clId="{6F9FAB1B-BF87-4C86-8CBB-A04DB701A215}" dt="2025-11-04T14:04:23.664" v="588" actId="14100"/>
          <ac:spMkLst>
            <pc:docMk/>
            <pc:sldMk cId="647669920" sldId="488"/>
            <ac:spMk id="23" creationId="{B70CBB65-14D0-501C-4AFA-4B70BF1A58A8}"/>
          </ac:spMkLst>
        </pc:spChg>
        <pc:spChg chg="mod">
          <ac:chgData name="蕭兆翔" userId="c09afb0b-60c9-45d8-81f2-4d7aa859f4bf" providerId="ADAL" clId="{6F9FAB1B-BF87-4C86-8CBB-A04DB701A215}" dt="2025-11-04T14:04:28.732" v="589" actId="1076"/>
          <ac:spMkLst>
            <pc:docMk/>
            <pc:sldMk cId="647669920" sldId="488"/>
            <ac:spMk id="25" creationId="{D1C9E6D7-C9F7-A5C0-0F01-9F82D08E83E7}"/>
          </ac:spMkLst>
        </pc:spChg>
      </pc:sldChg>
      <pc:sldChg chg="addSp delSp modSp add mod">
        <pc:chgData name="蕭兆翔" userId="c09afb0b-60c9-45d8-81f2-4d7aa859f4bf" providerId="ADAL" clId="{6F9FAB1B-BF87-4C86-8CBB-A04DB701A215}" dt="2025-11-04T14:22:09.483" v="706" actId="1076"/>
        <pc:sldMkLst>
          <pc:docMk/>
          <pc:sldMk cId="328982423" sldId="489"/>
        </pc:sldMkLst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4" creationId="{522CA167-21CD-C35E-A742-1D03BE15B60E}"/>
          </ac:spMkLst>
        </pc:spChg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5" creationId="{373A6D8F-FB63-8B04-25A2-C38FEED0F7B3}"/>
          </ac:spMkLst>
        </pc:spChg>
        <pc:spChg chg="mod">
          <ac:chgData name="蕭兆翔" userId="c09afb0b-60c9-45d8-81f2-4d7aa859f4bf" providerId="ADAL" clId="{6F9FAB1B-BF87-4C86-8CBB-A04DB701A215}" dt="2025-11-04T14:08:58.674" v="633" actId="1076"/>
          <ac:spMkLst>
            <pc:docMk/>
            <pc:sldMk cId="328982423" sldId="489"/>
            <ac:spMk id="6" creationId="{31799A98-71BA-91AA-FB0B-D5C94D3DDEBA}"/>
          </ac:spMkLst>
        </pc:spChg>
        <pc:spChg chg="add mod">
          <ac:chgData name="蕭兆翔" userId="c09afb0b-60c9-45d8-81f2-4d7aa859f4bf" providerId="ADAL" clId="{6F9FAB1B-BF87-4C86-8CBB-A04DB701A215}" dt="2025-11-04T14:09:01.812" v="634" actId="14100"/>
          <ac:spMkLst>
            <pc:docMk/>
            <pc:sldMk cId="328982423" sldId="489"/>
            <ac:spMk id="11" creationId="{7E289BB1-0305-07C9-9707-C1DE90ECFE8F}"/>
          </ac:spMkLst>
        </pc:spChg>
        <pc:spChg chg="add mod">
          <ac:chgData name="蕭兆翔" userId="c09afb0b-60c9-45d8-81f2-4d7aa859f4bf" providerId="ADAL" clId="{6F9FAB1B-BF87-4C86-8CBB-A04DB701A215}" dt="2025-11-04T14:22:02.480" v="704" actId="1076"/>
          <ac:spMkLst>
            <pc:docMk/>
            <pc:sldMk cId="328982423" sldId="489"/>
            <ac:spMk id="12" creationId="{8071C804-712E-7475-2C69-1F918B5D31CE}"/>
          </ac:spMkLst>
        </pc:spChg>
        <pc:spChg chg="mod ord">
          <ac:chgData name="蕭兆翔" userId="c09afb0b-60c9-45d8-81f2-4d7aa859f4bf" providerId="ADAL" clId="{6F9FAB1B-BF87-4C86-8CBB-A04DB701A215}" dt="2025-11-04T14:21:53.254" v="703" actId="166"/>
          <ac:spMkLst>
            <pc:docMk/>
            <pc:sldMk cId="328982423" sldId="489"/>
            <ac:spMk id="14" creationId="{EA2185CB-E401-FC4D-1972-34E02EF25EC3}"/>
          </ac:spMkLst>
        </pc:spChg>
        <pc:spChg chg="add mod">
          <ac:chgData name="蕭兆翔" userId="c09afb0b-60c9-45d8-81f2-4d7aa859f4bf" providerId="ADAL" clId="{6F9FAB1B-BF87-4C86-8CBB-A04DB701A215}" dt="2025-11-04T14:21:48.748" v="702" actId="14100"/>
          <ac:spMkLst>
            <pc:docMk/>
            <pc:sldMk cId="328982423" sldId="489"/>
            <ac:spMk id="16" creationId="{E47935DE-6C02-913E-B0DD-23DC69BF6BA6}"/>
          </ac:spMkLst>
        </pc:spChg>
        <pc:spChg chg="add mod">
          <ac:chgData name="蕭兆翔" userId="c09afb0b-60c9-45d8-81f2-4d7aa859f4bf" providerId="ADAL" clId="{6F9FAB1B-BF87-4C86-8CBB-A04DB701A215}" dt="2025-11-04T14:13:10.499" v="682" actId="115"/>
          <ac:spMkLst>
            <pc:docMk/>
            <pc:sldMk cId="328982423" sldId="489"/>
            <ac:spMk id="17" creationId="{EEEEBE47-33EA-094D-FF6D-95DC2523BDE8}"/>
          </ac:spMkLst>
        </pc:spChg>
        <pc:spChg chg="add mod">
          <ac:chgData name="蕭兆翔" userId="c09afb0b-60c9-45d8-81f2-4d7aa859f4bf" providerId="ADAL" clId="{6F9FAB1B-BF87-4C86-8CBB-A04DB701A215}" dt="2025-11-04T14:13:20.997" v="684" actId="1076"/>
          <ac:spMkLst>
            <pc:docMk/>
            <pc:sldMk cId="328982423" sldId="489"/>
            <ac:spMk id="19" creationId="{9C0CB6F7-9896-2C98-9E1C-80712584CD04}"/>
          </ac:spMkLst>
        </pc:spChg>
        <pc:spChg chg="add mod">
          <ac:chgData name="蕭兆翔" userId="c09afb0b-60c9-45d8-81f2-4d7aa859f4bf" providerId="ADAL" clId="{6F9FAB1B-BF87-4C86-8CBB-A04DB701A215}" dt="2025-11-04T14:22:06.424" v="705" actId="1076"/>
          <ac:spMkLst>
            <pc:docMk/>
            <pc:sldMk cId="328982423" sldId="489"/>
            <ac:spMk id="20" creationId="{BA6CF9C6-F4D3-55E3-D65F-A55536AEBC32}"/>
          </ac:spMkLst>
        </pc:spChg>
        <pc:spChg chg="add mod">
          <ac:chgData name="蕭兆翔" userId="c09afb0b-60c9-45d8-81f2-4d7aa859f4bf" providerId="ADAL" clId="{6F9FAB1B-BF87-4C86-8CBB-A04DB701A215}" dt="2025-11-04T14:22:09.483" v="706" actId="1076"/>
          <ac:spMkLst>
            <pc:docMk/>
            <pc:sldMk cId="328982423" sldId="489"/>
            <ac:spMk id="22" creationId="{EA3BAD1E-B475-5512-E850-32D0D16784C4}"/>
          </ac:spMkLst>
        </pc:spChg>
        <pc:spChg chg="add mod ord">
          <ac:chgData name="蕭兆翔" userId="c09afb0b-60c9-45d8-81f2-4d7aa859f4bf" providerId="ADAL" clId="{6F9FAB1B-BF87-4C86-8CBB-A04DB701A215}" dt="2025-11-04T14:21:02.806" v="694" actId="14100"/>
          <ac:spMkLst>
            <pc:docMk/>
            <pc:sldMk cId="328982423" sldId="489"/>
            <ac:spMk id="23" creationId="{1F67E31A-3153-A917-2279-A4592F9A9D6D}"/>
          </ac:spMkLst>
        </pc:spChg>
        <pc:graphicFrameChg chg="add mod">
          <ac:chgData name="蕭兆翔" userId="c09afb0b-60c9-45d8-81f2-4d7aa859f4bf" providerId="ADAL" clId="{6F9FAB1B-BF87-4C86-8CBB-A04DB701A215}" dt="2025-11-04T14:22:06.424" v="705" actId="1076"/>
          <ac:graphicFrameMkLst>
            <pc:docMk/>
            <pc:sldMk cId="328982423" sldId="489"/>
            <ac:graphicFrameMk id="21" creationId="{079DBDEB-5875-D5D0-2A19-EDE229FA679B}"/>
          </ac:graphicFrameMkLst>
        </pc:graphicFrameChg>
      </pc:sldChg>
      <pc:sldChg chg="add">
        <pc:chgData name="蕭兆翔" userId="c09afb0b-60c9-45d8-81f2-4d7aa859f4bf" providerId="ADAL" clId="{6F9FAB1B-BF87-4C86-8CBB-A04DB701A215}" dt="2025-11-04T13:43:25.139" v="502"/>
        <pc:sldMkLst>
          <pc:docMk/>
          <pc:sldMk cId="3151891525" sldId="491"/>
        </pc:sldMkLst>
      </pc:sldChg>
      <pc:sldChg chg="add ord">
        <pc:chgData name="蕭兆翔" userId="c09afb0b-60c9-45d8-81f2-4d7aa859f4bf" providerId="ADAL" clId="{6F9FAB1B-BF87-4C86-8CBB-A04DB701A215}" dt="2025-11-04T13:46:13.804" v="508"/>
        <pc:sldMkLst>
          <pc:docMk/>
          <pc:sldMk cId="459030246" sldId="492"/>
        </pc:sldMkLst>
      </pc:sldChg>
    </pc:docChg>
  </pc:docChgLst>
  <pc:docChgLst>
    <pc:chgData name="蕭兆翔" userId="c09afb0b-60c9-45d8-81f2-4d7aa859f4bf" providerId="ADAL" clId="{BB09C43D-0E4C-4E7A-9FB9-8CA7AAD0FD7F}"/>
    <pc:docChg chg="undo custSel addSld delSld modSld sldOrd">
      <pc:chgData name="蕭兆翔" userId="c09afb0b-60c9-45d8-81f2-4d7aa859f4bf" providerId="ADAL" clId="{BB09C43D-0E4C-4E7A-9FB9-8CA7AAD0FD7F}" dt="2025-11-09T13:00:27.933" v="218" actId="478"/>
      <pc:docMkLst>
        <pc:docMk/>
      </pc:docMkLst>
      <pc:sldChg chg="modSp del mod">
        <pc:chgData name="蕭兆翔" userId="c09afb0b-60c9-45d8-81f2-4d7aa859f4bf" providerId="ADAL" clId="{BB09C43D-0E4C-4E7A-9FB9-8CA7AAD0FD7F}" dt="2025-11-09T11:24:29.804" v="22" actId="47"/>
        <pc:sldMkLst>
          <pc:docMk/>
          <pc:sldMk cId="1343009528" sldId="256"/>
        </pc:sldMkLst>
      </pc:sldChg>
      <pc:sldChg chg="addSp delSp modSp mod">
        <pc:chgData name="蕭兆翔" userId="c09afb0b-60c9-45d8-81f2-4d7aa859f4bf" providerId="ADAL" clId="{BB09C43D-0E4C-4E7A-9FB9-8CA7AAD0FD7F}" dt="2025-11-09T12:47:59.883" v="134"/>
        <pc:sldMkLst>
          <pc:docMk/>
          <pc:sldMk cId="3067381678" sldId="404"/>
        </pc:sldMkLst>
        <pc:spChg chg="add mod">
          <ac:chgData name="蕭兆翔" userId="c09afb0b-60c9-45d8-81f2-4d7aa859f4bf" providerId="ADAL" clId="{BB09C43D-0E4C-4E7A-9FB9-8CA7AAD0FD7F}" dt="2025-11-09T12:47:21.341" v="117"/>
          <ac:spMkLst>
            <pc:docMk/>
            <pc:sldMk cId="3067381678" sldId="404"/>
            <ac:spMk id="3" creationId="{132F5B21-2AB2-660A-CDDB-A15BDF3BEB86}"/>
          </ac:spMkLst>
        </pc:spChg>
        <pc:spChg chg="del">
          <ac:chgData name="蕭兆翔" userId="c09afb0b-60c9-45d8-81f2-4d7aa859f4bf" providerId="ADAL" clId="{BB09C43D-0E4C-4E7A-9FB9-8CA7AAD0FD7F}" dt="2025-11-09T12:47:59.064" v="133" actId="478"/>
          <ac:spMkLst>
            <pc:docMk/>
            <pc:sldMk cId="3067381678" sldId="404"/>
            <ac:spMk id="7" creationId="{5AD4373C-2391-7F74-D2F3-E34DC3BF14DD}"/>
          </ac:spMkLst>
        </pc:spChg>
        <pc:spChg chg="add mod">
          <ac:chgData name="蕭兆翔" userId="c09afb0b-60c9-45d8-81f2-4d7aa859f4bf" providerId="ADAL" clId="{BB09C43D-0E4C-4E7A-9FB9-8CA7AAD0FD7F}" dt="2025-11-09T12:47:21.341" v="117"/>
          <ac:spMkLst>
            <pc:docMk/>
            <pc:sldMk cId="3067381678" sldId="404"/>
            <ac:spMk id="8" creationId="{4C5D1AEA-E008-EA30-7C14-85871FB4F7E4}"/>
          </ac:spMkLst>
        </pc:spChg>
        <pc:spChg chg="add mod">
          <ac:chgData name="蕭兆翔" userId="c09afb0b-60c9-45d8-81f2-4d7aa859f4bf" providerId="ADAL" clId="{BB09C43D-0E4C-4E7A-9FB9-8CA7AAD0FD7F}" dt="2025-11-09T12:47:59.883" v="134"/>
          <ac:spMkLst>
            <pc:docMk/>
            <pc:sldMk cId="3067381678" sldId="404"/>
            <ac:spMk id="9" creationId="{2D73F62A-CB6B-D73A-C0F4-58324855C519}"/>
          </ac:spMkLst>
        </pc:spChg>
        <pc:spChg chg="del">
          <ac:chgData name="蕭兆翔" userId="c09afb0b-60c9-45d8-81f2-4d7aa859f4bf" providerId="ADAL" clId="{BB09C43D-0E4C-4E7A-9FB9-8CA7AAD0FD7F}" dt="2025-11-09T12:47:58" v="132" actId="478"/>
          <ac:spMkLst>
            <pc:docMk/>
            <pc:sldMk cId="3067381678" sldId="404"/>
            <ac:spMk id="10" creationId="{BDFAF06D-2BD6-70E0-B098-F5AAC6ADAD4C}"/>
          </ac:spMkLst>
        </pc:spChg>
        <pc:spChg chg="del">
          <ac:chgData name="蕭兆翔" userId="c09afb0b-60c9-45d8-81f2-4d7aa859f4bf" providerId="ADAL" clId="{BB09C43D-0E4C-4E7A-9FB9-8CA7AAD0FD7F}" dt="2025-11-09T12:47:20.385" v="116" actId="478"/>
          <ac:spMkLst>
            <pc:docMk/>
            <pc:sldMk cId="3067381678" sldId="404"/>
            <ac:spMk id="11" creationId="{467B6D46-C034-DD86-898B-2B4503E2C768}"/>
          </ac:spMkLst>
        </pc:spChg>
        <pc:spChg chg="del">
          <ac:chgData name="蕭兆翔" userId="c09afb0b-60c9-45d8-81f2-4d7aa859f4bf" providerId="ADAL" clId="{BB09C43D-0E4C-4E7A-9FB9-8CA7AAD0FD7F}" dt="2025-11-09T12:47:19.681" v="115" actId="478"/>
          <ac:spMkLst>
            <pc:docMk/>
            <pc:sldMk cId="3067381678" sldId="404"/>
            <ac:spMk id="12" creationId="{0D51BDB4-1428-F383-2803-DA55BA36AA36}"/>
          </ac:spMkLst>
        </pc:spChg>
        <pc:spChg chg="add mod">
          <ac:chgData name="蕭兆翔" userId="c09afb0b-60c9-45d8-81f2-4d7aa859f4bf" providerId="ADAL" clId="{BB09C43D-0E4C-4E7A-9FB9-8CA7AAD0FD7F}" dt="2025-11-09T12:47:59.883" v="134"/>
          <ac:spMkLst>
            <pc:docMk/>
            <pc:sldMk cId="3067381678" sldId="404"/>
            <ac:spMk id="19" creationId="{140B77D3-0033-FB0A-18BD-A0733F05E450}"/>
          </ac:spMkLst>
        </pc:spChg>
      </pc:sldChg>
      <pc:sldChg chg="addSp delSp modSp mod">
        <pc:chgData name="蕭兆翔" userId="c09afb0b-60c9-45d8-81f2-4d7aa859f4bf" providerId="ADAL" clId="{BB09C43D-0E4C-4E7A-9FB9-8CA7AAD0FD7F}" dt="2025-11-09T12:51:31.592" v="207"/>
        <pc:sldMkLst>
          <pc:docMk/>
          <pc:sldMk cId="989326539" sldId="406"/>
        </pc:sldMkLst>
        <pc:spChg chg="add del mod">
          <ac:chgData name="蕭兆翔" userId="c09afb0b-60c9-45d8-81f2-4d7aa859f4bf" providerId="ADAL" clId="{BB09C43D-0E4C-4E7A-9FB9-8CA7AAD0FD7F}" dt="2025-11-09T12:48:30.566" v="144" actId="478"/>
          <ac:spMkLst>
            <pc:docMk/>
            <pc:sldMk cId="989326539" sldId="406"/>
            <ac:spMk id="3" creationId="{05B5017C-EB6C-5977-E0E3-87411415C782}"/>
          </ac:spMkLst>
        </pc:spChg>
        <pc:spChg chg="add del mod">
          <ac:chgData name="蕭兆翔" userId="c09afb0b-60c9-45d8-81f2-4d7aa859f4bf" providerId="ADAL" clId="{BB09C43D-0E4C-4E7A-9FB9-8CA7AAD0FD7F}" dt="2025-11-09T12:48:31.569" v="145" actId="478"/>
          <ac:spMkLst>
            <pc:docMk/>
            <pc:sldMk cId="989326539" sldId="406"/>
            <ac:spMk id="4" creationId="{C44B7FC4-EA5F-7E13-95CE-363A1EFA424F}"/>
          </ac:spMkLst>
        </pc:spChg>
        <pc:spChg chg="mod">
          <ac:chgData name="蕭兆翔" userId="c09afb0b-60c9-45d8-81f2-4d7aa859f4bf" providerId="ADAL" clId="{BB09C43D-0E4C-4E7A-9FB9-8CA7AAD0FD7F}" dt="2025-11-09T12:49:23.262" v="170" actId="1076"/>
          <ac:spMkLst>
            <pc:docMk/>
            <pc:sldMk cId="989326539" sldId="406"/>
            <ac:spMk id="5" creationId="{6AB1D4DD-CACC-5F7A-1948-77CD5598C1E6}"/>
          </ac:spMkLst>
        </pc:spChg>
        <pc:spChg chg="mod">
          <ac:chgData name="蕭兆翔" userId="c09afb0b-60c9-45d8-81f2-4d7aa859f4bf" providerId="ADAL" clId="{BB09C43D-0E4C-4E7A-9FB9-8CA7AAD0FD7F}" dt="2025-11-09T12:48:21.862" v="141" actId="1076"/>
          <ac:spMkLst>
            <pc:docMk/>
            <pc:sldMk cId="989326539" sldId="406"/>
            <ac:spMk id="6" creationId="{44AD313B-28E8-F21A-0D7F-BA06CD371CC0}"/>
          </ac:spMkLst>
        </pc:spChg>
        <pc:spChg chg="mod">
          <ac:chgData name="蕭兆翔" userId="c09afb0b-60c9-45d8-81f2-4d7aa859f4bf" providerId="ADAL" clId="{BB09C43D-0E4C-4E7A-9FB9-8CA7AAD0FD7F}" dt="2025-11-09T12:48:28.839" v="143" actId="1076"/>
          <ac:spMkLst>
            <pc:docMk/>
            <pc:sldMk cId="989326539" sldId="406"/>
            <ac:spMk id="8" creationId="{68857FAE-0211-4D8B-72E6-29869E6F1407}"/>
          </ac:spMkLst>
        </pc:spChg>
        <pc:spChg chg="mod">
          <ac:chgData name="蕭兆翔" userId="c09afb0b-60c9-45d8-81f2-4d7aa859f4bf" providerId="ADAL" clId="{BB09C43D-0E4C-4E7A-9FB9-8CA7AAD0FD7F}" dt="2025-11-09T12:48:41.273" v="146"/>
          <ac:spMkLst>
            <pc:docMk/>
            <pc:sldMk cId="989326539" sldId="406"/>
            <ac:spMk id="9" creationId="{41D2C00A-DF40-3A66-DE37-BC424F554B15}"/>
          </ac:spMkLst>
        </pc:spChg>
        <pc:spChg chg="mod">
          <ac:chgData name="蕭兆翔" userId="c09afb0b-60c9-45d8-81f2-4d7aa859f4bf" providerId="ADAL" clId="{BB09C43D-0E4C-4E7A-9FB9-8CA7AAD0FD7F}" dt="2025-11-09T12:49:27.737" v="171"/>
          <ac:spMkLst>
            <pc:docMk/>
            <pc:sldMk cId="989326539" sldId="406"/>
            <ac:spMk id="12" creationId="{380BE4C3-A5F6-6DE7-730F-F98681A74246}"/>
          </ac:spMkLst>
        </pc:spChg>
        <pc:spChg chg="mod">
          <ac:chgData name="蕭兆翔" userId="c09afb0b-60c9-45d8-81f2-4d7aa859f4bf" providerId="ADAL" clId="{BB09C43D-0E4C-4E7A-9FB9-8CA7AAD0FD7F}" dt="2025-11-09T12:50:04.563" v="177" actId="1076"/>
          <ac:spMkLst>
            <pc:docMk/>
            <pc:sldMk cId="989326539" sldId="406"/>
            <ac:spMk id="13" creationId="{08EB9782-8729-09CF-46F3-6243331E3264}"/>
          </ac:spMkLst>
        </pc:spChg>
        <pc:spChg chg="add mod">
          <ac:chgData name="蕭兆翔" userId="c09afb0b-60c9-45d8-81f2-4d7aa859f4bf" providerId="ADAL" clId="{BB09C43D-0E4C-4E7A-9FB9-8CA7AAD0FD7F}" dt="2025-11-09T12:51:31.592" v="207"/>
          <ac:spMkLst>
            <pc:docMk/>
            <pc:sldMk cId="989326539" sldId="406"/>
            <ac:spMk id="15" creationId="{C9EEC58E-8531-62AB-3207-DF5D8CAA4B79}"/>
          </ac:spMkLst>
        </pc:spChg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233844518" sldId="410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4153037821" sldId="411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376754976" sldId="412"/>
        </pc:sldMkLst>
      </pc:sldChg>
      <pc:sldChg chg="addSp delSp modSp mod">
        <pc:chgData name="蕭兆翔" userId="c09afb0b-60c9-45d8-81f2-4d7aa859f4bf" providerId="ADAL" clId="{BB09C43D-0E4C-4E7A-9FB9-8CA7AAD0FD7F}" dt="2025-11-09T13:00:27.933" v="218" actId="478"/>
        <pc:sldMkLst>
          <pc:docMk/>
          <pc:sldMk cId="2293569661" sldId="420"/>
        </pc:sldMkLst>
        <pc:graphicFrameChg chg="add del mod modGraphic">
          <ac:chgData name="蕭兆翔" userId="c09afb0b-60c9-45d8-81f2-4d7aa859f4bf" providerId="ADAL" clId="{BB09C43D-0E4C-4E7A-9FB9-8CA7AAD0FD7F}" dt="2025-11-09T13:00:27.933" v="218" actId="478"/>
          <ac:graphicFrameMkLst>
            <pc:docMk/>
            <pc:sldMk cId="2293569661" sldId="420"/>
            <ac:graphicFrameMk id="18" creationId="{4047278B-38E5-AB00-1240-BE0E24612E1B}"/>
          </ac:graphicFrameMkLst>
        </pc:graphicFrameChg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1013272963" sldId="421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271189109" sldId="422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4216322725" sldId="423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212161712" sldId="424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041594859" sldId="425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4279386159" sldId="426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2437168631" sldId="427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687791933" sldId="429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875611561" sldId="431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4060943819" sldId="432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4173824887" sldId="433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2225798271" sldId="434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65345085" sldId="435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969299276" sldId="436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173015160" sldId="438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897357933" sldId="440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4257744211" sldId="441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289803837" sldId="442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938451508" sldId="443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4009475990" sldId="444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164861290" sldId="445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060592782" sldId="446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555784358" sldId="447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891202196" sldId="449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532820105" sldId="450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414546521" sldId="451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979397165" sldId="452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28881839" sldId="453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177463157" sldId="454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198480473" sldId="455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787450398" sldId="456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433488556" sldId="457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495748965" sldId="458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844977940" sldId="459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602093754" sldId="460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401654252" sldId="461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537865537" sldId="464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616976071" sldId="467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4232115690" sldId="471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710291920" sldId="472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348720815" sldId="473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079332812" sldId="475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741163584" sldId="476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031891745" sldId="477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4051163356" sldId="478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961186668" sldId="479"/>
        </pc:sldMkLst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3624089899" sldId="480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2050191594" sldId="482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973142263" sldId="483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3984741161" sldId="484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147388039" sldId="485"/>
        </pc:sldMkLst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703579032" sldId="486"/>
        </pc:sldMkLst>
      </pc:sldChg>
      <pc:sldChg chg="modSp">
        <pc:chgData name="蕭兆翔" userId="c09afb0b-60c9-45d8-81f2-4d7aa859f4bf" providerId="ADAL" clId="{BB09C43D-0E4C-4E7A-9FB9-8CA7AAD0FD7F}" dt="2025-11-09T12:52:18.450" v="210"/>
        <pc:sldMkLst>
          <pc:docMk/>
          <pc:sldMk cId="677167667" sldId="487"/>
        </pc:sldMkLst>
        <pc:spChg chg="mod">
          <ac:chgData name="蕭兆翔" userId="c09afb0b-60c9-45d8-81f2-4d7aa859f4bf" providerId="ADAL" clId="{BB09C43D-0E4C-4E7A-9FB9-8CA7AAD0FD7F}" dt="2025-11-09T12:52:00.339" v="208"/>
          <ac:spMkLst>
            <pc:docMk/>
            <pc:sldMk cId="677167667" sldId="487"/>
            <ac:spMk id="9" creationId="{DA687D26-7F85-9133-34D1-B60930A8C494}"/>
          </ac:spMkLst>
        </pc:spChg>
        <pc:spChg chg="mod">
          <ac:chgData name="蕭兆翔" userId="c09afb0b-60c9-45d8-81f2-4d7aa859f4bf" providerId="ADAL" clId="{BB09C43D-0E4C-4E7A-9FB9-8CA7AAD0FD7F}" dt="2025-11-09T12:52:05.577" v="209"/>
          <ac:spMkLst>
            <pc:docMk/>
            <pc:sldMk cId="677167667" sldId="487"/>
            <ac:spMk id="17" creationId="{973246C5-3839-2B6F-0EBB-52EEC671BE98}"/>
          </ac:spMkLst>
        </pc:spChg>
        <pc:spChg chg="mod">
          <ac:chgData name="蕭兆翔" userId="c09afb0b-60c9-45d8-81f2-4d7aa859f4bf" providerId="ADAL" clId="{BB09C43D-0E4C-4E7A-9FB9-8CA7AAD0FD7F}" dt="2025-11-09T12:52:18.450" v="210"/>
          <ac:spMkLst>
            <pc:docMk/>
            <pc:sldMk cId="677167667" sldId="487"/>
            <ac:spMk id="30" creationId="{0C7E2EDE-9A2F-E0B9-4307-DED08407C313}"/>
          </ac:spMkLst>
        </pc:spChg>
      </pc:sldChg>
      <pc:sldChg chg="modSp">
        <pc:chgData name="蕭兆翔" userId="c09afb0b-60c9-45d8-81f2-4d7aa859f4bf" providerId="ADAL" clId="{BB09C43D-0E4C-4E7A-9FB9-8CA7AAD0FD7F}" dt="2025-11-09T12:52:27.814" v="211"/>
        <pc:sldMkLst>
          <pc:docMk/>
          <pc:sldMk cId="647669920" sldId="488"/>
        </pc:sldMkLst>
        <pc:spChg chg="mod">
          <ac:chgData name="蕭兆翔" userId="c09afb0b-60c9-45d8-81f2-4d7aa859f4bf" providerId="ADAL" clId="{BB09C43D-0E4C-4E7A-9FB9-8CA7AAD0FD7F}" dt="2025-11-09T12:52:27.814" v="211"/>
          <ac:spMkLst>
            <pc:docMk/>
            <pc:sldMk cId="647669920" sldId="488"/>
            <ac:spMk id="9" creationId="{A4F00880-C979-9E32-95FC-D7809348EAC8}"/>
          </ac:spMkLst>
        </pc:spChg>
      </pc:sldChg>
      <pc:sldChg chg="modSp">
        <pc:chgData name="蕭兆翔" userId="c09afb0b-60c9-45d8-81f2-4d7aa859f4bf" providerId="ADAL" clId="{BB09C43D-0E4C-4E7A-9FB9-8CA7AAD0FD7F}" dt="2025-11-09T12:52:35.057" v="215"/>
        <pc:sldMkLst>
          <pc:docMk/>
          <pc:sldMk cId="328982423" sldId="489"/>
        </pc:sldMkLst>
        <pc:spChg chg="mod">
          <ac:chgData name="蕭兆翔" userId="c09afb0b-60c9-45d8-81f2-4d7aa859f4bf" providerId="ADAL" clId="{BB09C43D-0E4C-4E7A-9FB9-8CA7AAD0FD7F}" dt="2025-11-09T12:52:29.992" v="212"/>
          <ac:spMkLst>
            <pc:docMk/>
            <pc:sldMk cId="328982423" sldId="489"/>
            <ac:spMk id="9" creationId="{10E1A887-2588-4296-DAA5-DA25D507E648}"/>
          </ac:spMkLst>
        </pc:spChg>
        <pc:spChg chg="mod">
          <ac:chgData name="蕭兆翔" userId="c09afb0b-60c9-45d8-81f2-4d7aa859f4bf" providerId="ADAL" clId="{BB09C43D-0E4C-4E7A-9FB9-8CA7AAD0FD7F}" dt="2025-11-09T12:52:35.057" v="215"/>
          <ac:spMkLst>
            <pc:docMk/>
            <pc:sldMk cId="328982423" sldId="489"/>
            <ac:spMk id="20" creationId="{BA6CF9C6-F4D3-55E3-D65F-A55536AEBC32}"/>
          </ac:spMkLst>
        </pc:spChg>
      </pc:sldChg>
      <pc:sldChg chg="modSp mod">
        <pc:chgData name="蕭兆翔" userId="c09afb0b-60c9-45d8-81f2-4d7aa859f4bf" providerId="ADAL" clId="{BB09C43D-0E4C-4E7A-9FB9-8CA7AAD0FD7F}" dt="2025-11-09T12:47:54.668" v="131" actId="207"/>
        <pc:sldMkLst>
          <pc:docMk/>
          <pc:sldMk cId="3151891525" sldId="491"/>
        </pc:sldMkLst>
        <pc:spChg chg="mod">
          <ac:chgData name="蕭兆翔" userId="c09afb0b-60c9-45d8-81f2-4d7aa859f4bf" providerId="ADAL" clId="{BB09C43D-0E4C-4E7A-9FB9-8CA7AAD0FD7F}" dt="2025-11-09T12:47:16.423" v="114" actId="1076"/>
          <ac:spMkLst>
            <pc:docMk/>
            <pc:sldMk cId="3151891525" sldId="491"/>
            <ac:spMk id="4" creationId="{A4388E49-F163-29D9-D529-660BE1C625F7}"/>
          </ac:spMkLst>
        </pc:spChg>
        <pc:spChg chg="mod">
          <ac:chgData name="蕭兆翔" userId="c09afb0b-60c9-45d8-81f2-4d7aa859f4bf" providerId="ADAL" clId="{BB09C43D-0E4C-4E7A-9FB9-8CA7AAD0FD7F}" dt="2025-11-09T12:47:16.423" v="114" actId="1076"/>
          <ac:spMkLst>
            <pc:docMk/>
            <pc:sldMk cId="3151891525" sldId="491"/>
            <ac:spMk id="5" creationId="{82B65819-48CE-25E3-3DFE-A3E488D24015}"/>
          </ac:spMkLst>
        </pc:spChg>
        <pc:spChg chg="mod">
          <ac:chgData name="蕭兆翔" userId="c09afb0b-60c9-45d8-81f2-4d7aa859f4bf" providerId="ADAL" clId="{BB09C43D-0E4C-4E7A-9FB9-8CA7AAD0FD7F}" dt="2025-11-09T12:46:39.540" v="106" actId="1076"/>
          <ac:spMkLst>
            <pc:docMk/>
            <pc:sldMk cId="3151891525" sldId="491"/>
            <ac:spMk id="7" creationId="{B714DA9E-3516-8AD4-A1A7-FED8037F3FC5}"/>
          </ac:spMkLst>
        </pc:spChg>
        <pc:spChg chg="mod">
          <ac:chgData name="蕭兆翔" userId="c09afb0b-60c9-45d8-81f2-4d7aa859f4bf" providerId="ADAL" clId="{BB09C43D-0E4C-4E7A-9FB9-8CA7AAD0FD7F}" dt="2025-11-09T12:46:13.489" v="99" actId="1076"/>
          <ac:spMkLst>
            <pc:docMk/>
            <pc:sldMk cId="3151891525" sldId="491"/>
            <ac:spMk id="33" creationId="{83CD8799-48CD-1400-C6BC-AAC7E5DFA3B1}"/>
          </ac:spMkLst>
        </pc:spChg>
        <pc:spChg chg="mod">
          <ac:chgData name="蕭兆翔" userId="c09afb0b-60c9-45d8-81f2-4d7aa859f4bf" providerId="ADAL" clId="{BB09C43D-0E4C-4E7A-9FB9-8CA7AAD0FD7F}" dt="2025-11-09T12:47:54.668" v="131" actId="207"/>
          <ac:spMkLst>
            <pc:docMk/>
            <pc:sldMk cId="3151891525" sldId="491"/>
            <ac:spMk id="34" creationId="{B913DC7B-5D39-D81A-4544-21B5ECA44D48}"/>
          </ac:spMkLst>
        </pc:spChg>
      </pc:sldChg>
      <pc:sldChg chg="modSp mod">
        <pc:chgData name="蕭兆翔" userId="c09afb0b-60c9-45d8-81f2-4d7aa859f4bf" providerId="ADAL" clId="{BB09C43D-0E4C-4E7A-9FB9-8CA7AAD0FD7F}" dt="2025-11-09T12:45:45.747" v="85" actId="1076"/>
        <pc:sldMkLst>
          <pc:docMk/>
          <pc:sldMk cId="459030246" sldId="492"/>
        </pc:sldMkLst>
        <pc:spChg chg="mod">
          <ac:chgData name="蕭兆翔" userId="c09afb0b-60c9-45d8-81f2-4d7aa859f4bf" providerId="ADAL" clId="{BB09C43D-0E4C-4E7A-9FB9-8CA7AAD0FD7F}" dt="2025-11-09T12:42:26.731" v="66"/>
          <ac:spMkLst>
            <pc:docMk/>
            <pc:sldMk cId="459030246" sldId="492"/>
            <ac:spMk id="5" creationId="{878C809B-D23D-F2B8-7D88-5BBDB2088326}"/>
          </ac:spMkLst>
        </pc:spChg>
        <pc:spChg chg="mod">
          <ac:chgData name="蕭兆翔" userId="c09afb0b-60c9-45d8-81f2-4d7aa859f4bf" providerId="ADAL" clId="{BB09C43D-0E4C-4E7A-9FB9-8CA7AAD0FD7F}" dt="2025-11-09T12:45:45.747" v="85" actId="1076"/>
          <ac:spMkLst>
            <pc:docMk/>
            <pc:sldMk cId="459030246" sldId="492"/>
            <ac:spMk id="19" creationId="{56C28549-8777-1634-6550-6504B17EDE38}"/>
          </ac:spMkLst>
        </pc:spChg>
        <pc:spChg chg="mod">
          <ac:chgData name="蕭兆翔" userId="c09afb0b-60c9-45d8-81f2-4d7aa859f4bf" providerId="ADAL" clId="{BB09C43D-0E4C-4E7A-9FB9-8CA7AAD0FD7F}" dt="2025-11-09T12:45:42.855" v="84" actId="1076"/>
          <ac:spMkLst>
            <pc:docMk/>
            <pc:sldMk cId="459030246" sldId="492"/>
            <ac:spMk id="20" creationId="{5C367415-D480-4651-31DF-C247B623F9AA}"/>
          </ac:spMkLst>
        </pc:spChg>
        <pc:graphicFrameChg chg="mod">
          <ac:chgData name="蕭兆翔" userId="c09afb0b-60c9-45d8-81f2-4d7aa859f4bf" providerId="ADAL" clId="{BB09C43D-0E4C-4E7A-9FB9-8CA7AAD0FD7F}" dt="2025-11-09T12:45:39.624" v="82" actId="1076"/>
          <ac:graphicFrameMkLst>
            <pc:docMk/>
            <pc:sldMk cId="459030246" sldId="492"/>
            <ac:graphicFrameMk id="17" creationId="{4A86FD4B-4BA9-ACE8-59E7-3480D944E058}"/>
          </ac:graphicFrameMkLst>
        </pc:graphicFrameChg>
      </pc:sldChg>
      <pc:sldChg chg="del">
        <pc:chgData name="蕭兆翔" userId="c09afb0b-60c9-45d8-81f2-4d7aa859f4bf" providerId="ADAL" clId="{BB09C43D-0E4C-4E7A-9FB9-8CA7AAD0FD7F}" dt="2025-11-09T11:24:29.804" v="22" actId="47"/>
        <pc:sldMkLst>
          <pc:docMk/>
          <pc:sldMk cId="2042332855" sldId="493"/>
        </pc:sldMkLst>
      </pc:sldChg>
      <pc:sldChg chg="addSp delSp modSp add mod ord">
        <pc:chgData name="蕭兆翔" userId="c09afb0b-60c9-45d8-81f2-4d7aa859f4bf" providerId="ADAL" clId="{BB09C43D-0E4C-4E7A-9FB9-8CA7AAD0FD7F}" dt="2025-11-09T12:45:07.896" v="77" actId="1076"/>
        <pc:sldMkLst>
          <pc:docMk/>
          <pc:sldMk cId="2044450817" sldId="493"/>
        </pc:sldMkLst>
        <pc:spChg chg="del mod">
          <ac:chgData name="蕭兆翔" userId="c09afb0b-60c9-45d8-81f2-4d7aa859f4bf" providerId="ADAL" clId="{BB09C43D-0E4C-4E7A-9FB9-8CA7AAD0FD7F}" dt="2025-11-09T12:45:04.179" v="75" actId="478"/>
          <ac:spMkLst>
            <pc:docMk/>
            <pc:sldMk cId="2044450817" sldId="493"/>
            <ac:spMk id="4" creationId="{C07C27F2-4289-FAE9-5BF6-FBBEEE51E7BC}"/>
          </ac:spMkLst>
        </pc:spChg>
        <pc:spChg chg="mod">
          <ac:chgData name="蕭兆翔" userId="c09afb0b-60c9-45d8-81f2-4d7aa859f4bf" providerId="ADAL" clId="{BB09C43D-0E4C-4E7A-9FB9-8CA7AAD0FD7F}" dt="2025-11-09T12:37:24.626" v="35"/>
          <ac:spMkLst>
            <pc:docMk/>
            <pc:sldMk cId="2044450817" sldId="493"/>
            <ac:spMk id="5" creationId="{77B90EF7-D704-9D61-858D-211C81D3A19D}"/>
          </ac:spMkLst>
        </pc:spChg>
        <pc:spChg chg="mod">
          <ac:chgData name="蕭兆翔" userId="c09afb0b-60c9-45d8-81f2-4d7aa859f4bf" providerId="ADAL" clId="{BB09C43D-0E4C-4E7A-9FB9-8CA7AAD0FD7F}" dt="2025-11-09T12:37:17.118" v="34" actId="207"/>
          <ac:spMkLst>
            <pc:docMk/>
            <pc:sldMk cId="2044450817" sldId="493"/>
            <ac:spMk id="7" creationId="{51D828D5-B36B-E03F-5F83-329D4F20D23F}"/>
          </ac:spMkLst>
        </pc:spChg>
        <pc:spChg chg="mod">
          <ac:chgData name="蕭兆翔" userId="c09afb0b-60c9-45d8-81f2-4d7aa859f4bf" providerId="ADAL" clId="{BB09C43D-0E4C-4E7A-9FB9-8CA7AAD0FD7F}" dt="2025-11-09T12:41:59.096" v="61" actId="1076"/>
          <ac:spMkLst>
            <pc:docMk/>
            <pc:sldMk cId="2044450817" sldId="493"/>
            <ac:spMk id="8" creationId="{F7A7B32D-2560-8C06-816B-7C50E9769DCD}"/>
          </ac:spMkLst>
        </pc:spChg>
        <pc:spChg chg="mod">
          <ac:chgData name="蕭兆翔" userId="c09afb0b-60c9-45d8-81f2-4d7aa859f4bf" providerId="ADAL" clId="{BB09C43D-0E4C-4E7A-9FB9-8CA7AAD0FD7F}" dt="2025-11-09T12:37:30.584" v="44" actId="20577"/>
          <ac:spMkLst>
            <pc:docMk/>
            <pc:sldMk cId="2044450817" sldId="493"/>
            <ac:spMk id="9" creationId="{0C23642C-BC44-6F50-4AC4-B687434B0A6D}"/>
          </ac:spMkLst>
        </pc:spChg>
        <pc:spChg chg="mod">
          <ac:chgData name="蕭兆翔" userId="c09afb0b-60c9-45d8-81f2-4d7aa859f4bf" providerId="ADAL" clId="{BB09C43D-0E4C-4E7A-9FB9-8CA7AAD0FD7F}" dt="2025-11-09T12:37:39.471" v="55" actId="1076"/>
          <ac:spMkLst>
            <pc:docMk/>
            <pc:sldMk cId="2044450817" sldId="493"/>
            <ac:spMk id="16" creationId="{E72076B2-D19E-1FE4-104B-C293AB2CFC0F}"/>
          </ac:spMkLst>
        </pc:spChg>
        <pc:spChg chg="mod">
          <ac:chgData name="蕭兆翔" userId="c09afb0b-60c9-45d8-81f2-4d7aa859f4bf" providerId="ADAL" clId="{BB09C43D-0E4C-4E7A-9FB9-8CA7AAD0FD7F}" dt="2025-11-09T12:44:59.943" v="72" actId="1076"/>
          <ac:spMkLst>
            <pc:docMk/>
            <pc:sldMk cId="2044450817" sldId="493"/>
            <ac:spMk id="17" creationId="{CC5A53A1-7B21-FC26-8CE8-7A2C56A2511B}"/>
          </ac:spMkLst>
        </pc:spChg>
        <pc:spChg chg="add mod">
          <ac:chgData name="蕭兆翔" userId="c09afb0b-60c9-45d8-81f2-4d7aa859f4bf" providerId="ADAL" clId="{BB09C43D-0E4C-4E7A-9FB9-8CA7AAD0FD7F}" dt="2025-11-09T12:40:38.429" v="58" actId="571"/>
          <ac:spMkLst>
            <pc:docMk/>
            <pc:sldMk cId="2044450817" sldId="493"/>
            <ac:spMk id="18" creationId="{B73F1F8C-89F2-033F-ED9D-7309E441D14A}"/>
          </ac:spMkLst>
        </pc:spChg>
        <pc:spChg chg="add mod">
          <ac:chgData name="蕭兆翔" userId="c09afb0b-60c9-45d8-81f2-4d7aa859f4bf" providerId="ADAL" clId="{BB09C43D-0E4C-4E7A-9FB9-8CA7AAD0FD7F}" dt="2025-11-09T12:45:07.896" v="77" actId="1076"/>
          <ac:spMkLst>
            <pc:docMk/>
            <pc:sldMk cId="2044450817" sldId="493"/>
            <ac:spMk id="19" creationId="{D699DCAB-06B0-BF37-126D-6BE64122B371}"/>
          </ac:spMkLst>
        </pc:spChg>
      </pc:sldChg>
      <pc:sldChg chg="del">
        <pc:chgData name="蕭兆翔" userId="c09afb0b-60c9-45d8-81f2-4d7aa859f4bf" providerId="ADAL" clId="{BB09C43D-0E4C-4E7A-9FB9-8CA7AAD0FD7F}" dt="2025-11-09T11:24:41.394" v="23" actId="47"/>
        <pc:sldMkLst>
          <pc:docMk/>
          <pc:sldMk cId="914787322" sldId="4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BA1F3-EF3D-4D7D-9D53-6A73502454B3}" type="datetimeFigureOut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4.png"/><Relationship Id="rId10" Type="http://schemas.openxmlformats.org/officeDocument/2006/relationships/image" Target="../media/image2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3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9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6.png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18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120.png"/><Relationship Id="rId4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6.png"/><Relationship Id="rId7" Type="http://schemas.openxmlformats.org/officeDocument/2006/relationships/image" Target="../media/image9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D951-BE1C-2808-4DCF-53F2A1D7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BE0900-986C-F815-8CDA-E0FF9843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352F3A2-0E1D-79CF-9624-976D164343D8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1:</a:t>
            </a:r>
            <a:r>
              <a:rPr lang="zh-TW" altLang="en-US" sz="3200" dirty="0"/>
              <a:t> 傅立葉變換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/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/>
                  <a:t>要將一張寬</a:t>
                </a:r>
                <a:r>
                  <a:rPr lang="en-US" altLang="zh-TW" sz="2800" dirty="0"/>
                  <a:t>×</a:t>
                </a:r>
                <a:r>
                  <a:rPr lang="zh-TW" altLang="en-US" sz="2800" dirty="0"/>
                  <a:t>高</a:t>
                </a:r>
                <a:r>
                  <a:rPr lang="en-US" altLang="zh-TW" sz="2800" dirty="0"/>
                  <a:t>=</a:t>
                </a:r>
                <a:r>
                  <a:rPr lang="zh-TW" altLang="en-US" sz="2800" dirty="0"/>
                  <a:t> </a:t>
                </a:r>
                <a:r>
                  <a:rPr lang="en-US" altLang="zh-TW" sz="2800" dirty="0"/>
                  <a:t>2×2</a:t>
                </a:r>
                <a:r>
                  <a:rPr lang="zh-TW" altLang="en-US" sz="2800" dirty="0"/>
                  <a:t>的影像進行傅立葉轉換，我們可以使用離散傅立葉變換（</a:t>
                </a:r>
                <a:r>
                  <a:rPr lang="en-US" altLang="zh-TW" sz="2800" dirty="0"/>
                  <a:t>DFT</a:t>
                </a:r>
                <a:r>
                  <a:rPr lang="zh-TW" altLang="en-US" sz="2800" dirty="0"/>
                  <a:t>）公式來計算其頻譜。求傅立葉變換後的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TW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blipFill>
                <a:blip r:embed="rId2"/>
                <a:stretch>
                  <a:fillRect l="-996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/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800"/>
                  <a:t>影像</a:t>
                </a:r>
                <a:r>
                  <a:rPr lang="en-US" altLang="zh-TW" sz="2800"/>
                  <a:t>=</a:t>
                </a:r>
                <a:r>
                  <a:rPr lang="zh-TW" altLang="en-US" sz="28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blipFill>
                <a:blip r:embed="rId3"/>
                <a:stretch>
                  <a:fillRect l="-5785" b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/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0E71396-AB74-754D-1F71-E48D3A4CAC7D}"/>
              </a:ext>
            </a:extLst>
          </p:cNvPr>
          <p:cNvGraphicFramePr>
            <a:graphicFrameLocks noGrp="1"/>
          </p:cNvGraphicFramePr>
          <p:nvPr/>
        </p:nvGraphicFramePr>
        <p:xfrm>
          <a:off x="35610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726A962-95E7-67B2-9501-D4BC16715886}"/>
              </a:ext>
            </a:extLst>
          </p:cNvPr>
          <p:cNvGraphicFramePr>
            <a:graphicFrameLocks noGrp="1"/>
          </p:cNvGraphicFramePr>
          <p:nvPr/>
        </p:nvGraphicFramePr>
        <p:xfrm>
          <a:off x="53136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04F8D1-EA71-F6F1-014C-BC1E2567D27D}"/>
              </a:ext>
            </a:extLst>
          </p:cNvPr>
          <p:cNvSpPr txBox="1"/>
          <p:nvPr/>
        </p:nvSpPr>
        <p:spPr>
          <a:xfrm>
            <a:off x="3677518" y="196961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影像</a:t>
            </a:r>
            <a:r>
              <a:rPr lang="en-US" altLang="zh-TW"/>
              <a:t>2*2</a:t>
            </a:r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56E9FC-ACA8-0B2B-85AE-82BD94FC911E}"/>
              </a:ext>
            </a:extLst>
          </p:cNvPr>
          <p:cNvSpPr txBox="1"/>
          <p:nvPr/>
        </p:nvSpPr>
        <p:spPr>
          <a:xfrm>
            <a:off x="5430118" y="1969504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5E536-BA00-E04E-6188-1B20C521D8B7}"/>
              </a:ext>
            </a:extLst>
          </p:cNvPr>
          <p:cNvSpPr/>
          <p:nvPr/>
        </p:nvSpPr>
        <p:spPr>
          <a:xfrm>
            <a:off x="373514" y="3486446"/>
            <a:ext cx="5392350" cy="14765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BADC1B-05AC-CE36-472E-43B35933C04B}"/>
              </a:ext>
            </a:extLst>
          </p:cNvPr>
          <p:cNvSpPr txBox="1"/>
          <p:nvPr/>
        </p:nvSpPr>
        <p:spPr>
          <a:xfrm>
            <a:off x="506906" y="3522696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/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D41D87-725E-B266-012F-3FF9DC215F32}"/>
              </a:ext>
            </a:extLst>
          </p:cNvPr>
          <p:cNvGraphicFramePr>
            <a:graphicFrameLocks noGrp="1"/>
          </p:cNvGraphicFramePr>
          <p:nvPr/>
        </p:nvGraphicFramePr>
        <p:xfrm>
          <a:off x="7172913" y="2413578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76702D2-35D9-4D1C-72B8-9BB9C5F7F143}"/>
              </a:ext>
            </a:extLst>
          </p:cNvPr>
          <p:cNvSpPr txBox="1"/>
          <p:nvPr/>
        </p:nvSpPr>
        <p:spPr>
          <a:xfrm>
            <a:off x="7289398" y="1973858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9D2CF2D-F425-1EEF-7856-69DADA8DD755}"/>
              </a:ext>
            </a:extLst>
          </p:cNvPr>
          <p:cNvSpPr/>
          <p:nvPr/>
        </p:nvSpPr>
        <p:spPr>
          <a:xfrm>
            <a:off x="4894217" y="2734492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23333B8-EB99-531A-B06A-D2FBE9116AC3}"/>
              </a:ext>
            </a:extLst>
          </p:cNvPr>
          <p:cNvSpPr/>
          <p:nvPr/>
        </p:nvSpPr>
        <p:spPr>
          <a:xfrm>
            <a:off x="6683828" y="2738846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56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641B-697D-8B72-A671-C7742AC9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BB60DB-71DA-41AA-65B9-812E2C82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B90EF7-D704-9D61-858D-211C81D3A19D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1:</a:t>
            </a:r>
            <a:r>
              <a:rPr lang="zh-TW" altLang="en-US" sz="3200" dirty="0"/>
              <a:t> </a:t>
            </a:r>
            <a:r>
              <a:rPr lang="en-US" altLang="zh-TW" sz="3200" dirty="0"/>
              <a:t>Fourier Transform </a:t>
            </a:r>
            <a:endParaRPr lang="zh-TW" altLang="en-US" sz="3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D828D5-B36B-E03F-5F83-329D4F20D23F}"/>
              </a:ext>
            </a:extLst>
          </p:cNvPr>
          <p:cNvSpPr txBox="1"/>
          <p:nvPr/>
        </p:nvSpPr>
        <p:spPr>
          <a:xfrm>
            <a:off x="521707" y="994299"/>
            <a:ext cx="11054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000" dirty="0"/>
              <a:t>To perform a Fourier Transform on a 2×2 image, we can use the Discrete Fourier Transform (DFT) formula to compute its spectrum. Find the value of </a:t>
            </a:r>
            <a:r>
              <a:rPr lang="zh-TW" altLang="en-US" sz="2000" dirty="0">
                <a:solidFill>
                  <a:srgbClr val="C00000"/>
                </a:solidFill>
              </a:rPr>
              <a:t>𝐹</a:t>
            </a:r>
            <a:r>
              <a:rPr lang="en-US" altLang="zh-TW" sz="2000" dirty="0">
                <a:solidFill>
                  <a:srgbClr val="C00000"/>
                </a:solidFill>
              </a:rPr>
              <a:t>(0,0) </a:t>
            </a:r>
            <a:r>
              <a:rPr lang="en-US" altLang="zh-TW" sz="2000" dirty="0"/>
              <a:t>after the Fourier Transform.</a:t>
            </a:r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C23642C-BC44-6F50-4AC4-B687434B0A6D}"/>
                  </a:ext>
                </a:extLst>
              </p:cNvPr>
              <p:cNvSpPr txBox="1"/>
              <p:nvPr/>
            </p:nvSpPr>
            <p:spPr>
              <a:xfrm>
                <a:off x="821602" y="2236030"/>
                <a:ext cx="2391360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/>
                  <a:t>Image=</a:t>
                </a:r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C23642C-BC44-6F50-4AC4-B687434B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02" y="2236030"/>
                <a:ext cx="2391360" cy="810799"/>
              </a:xfrm>
              <a:prstGeom prst="rect">
                <a:avLst/>
              </a:prstGeom>
              <a:blipFill>
                <a:blip r:embed="rId2"/>
                <a:stretch>
                  <a:fillRect l="-5357" b="-2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C7779C0-35F9-C54F-0A73-8CD1C8818E62}"/>
                  </a:ext>
                </a:extLst>
              </p:cNvPr>
              <p:cNvSpPr txBox="1"/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0⋅1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A6FD6F1-CD55-B877-FCC8-6F77698DA771}"/>
              </a:ext>
            </a:extLst>
          </p:cNvPr>
          <p:cNvGraphicFramePr>
            <a:graphicFrameLocks noGrp="1"/>
          </p:cNvGraphicFramePr>
          <p:nvPr/>
        </p:nvGraphicFramePr>
        <p:xfrm>
          <a:off x="35610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EA3619F-1CE4-D463-95FB-2093D540D426}"/>
              </a:ext>
            </a:extLst>
          </p:cNvPr>
          <p:cNvGraphicFramePr>
            <a:graphicFrameLocks noGrp="1"/>
          </p:cNvGraphicFramePr>
          <p:nvPr/>
        </p:nvGraphicFramePr>
        <p:xfrm>
          <a:off x="53136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E72076B2-D19E-1FE4-104B-C293AB2CFC0F}"/>
              </a:ext>
            </a:extLst>
          </p:cNvPr>
          <p:cNvSpPr txBox="1"/>
          <p:nvPr/>
        </p:nvSpPr>
        <p:spPr>
          <a:xfrm>
            <a:off x="3620879" y="1969618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Image 2*2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5A53A1-7B21-FC26-8CE8-7A2C56A2511B}"/>
              </a:ext>
            </a:extLst>
          </p:cNvPr>
          <p:cNvSpPr txBox="1"/>
          <p:nvPr/>
        </p:nvSpPr>
        <p:spPr>
          <a:xfrm>
            <a:off x="5189668" y="1969504"/>
            <a:ext cx="14734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Spectrum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44BB7-A7D7-F879-D4C3-C524C7A11D7F}"/>
              </a:ext>
            </a:extLst>
          </p:cNvPr>
          <p:cNvSpPr/>
          <p:nvPr/>
        </p:nvSpPr>
        <p:spPr>
          <a:xfrm>
            <a:off x="373514" y="3486446"/>
            <a:ext cx="5392350" cy="14765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A7B32D-2560-8C06-816B-7C50E9769DCD}"/>
              </a:ext>
            </a:extLst>
          </p:cNvPr>
          <p:cNvSpPr txBox="1"/>
          <p:nvPr/>
        </p:nvSpPr>
        <p:spPr>
          <a:xfrm>
            <a:off x="486028" y="3575935"/>
            <a:ext cx="2630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The formula to be used: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2667E8E-CA68-808C-31CD-C6DB92F7E613}"/>
                  </a:ext>
                </a:extLst>
              </p:cNvPr>
              <p:cNvSpPr txBox="1"/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53BC095-3F59-EE73-304C-30E1CDA6561B}"/>
              </a:ext>
            </a:extLst>
          </p:cNvPr>
          <p:cNvGraphicFramePr>
            <a:graphicFrameLocks noGrp="1"/>
          </p:cNvGraphicFramePr>
          <p:nvPr/>
        </p:nvGraphicFramePr>
        <p:xfrm>
          <a:off x="7172913" y="2413578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EA32DFFF-954E-49B1-FFFB-A9C1A784C221}"/>
              </a:ext>
            </a:extLst>
          </p:cNvPr>
          <p:cNvSpPr/>
          <p:nvPr/>
        </p:nvSpPr>
        <p:spPr>
          <a:xfrm>
            <a:off x="4894217" y="2734492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2FD14BC-4F7E-786E-FA01-AF60920CBF96}"/>
              </a:ext>
            </a:extLst>
          </p:cNvPr>
          <p:cNvSpPr/>
          <p:nvPr/>
        </p:nvSpPr>
        <p:spPr>
          <a:xfrm>
            <a:off x="6683828" y="2738846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99DCAB-06B0-BF37-126D-6BE64122B371}"/>
              </a:ext>
            </a:extLst>
          </p:cNvPr>
          <p:cNvSpPr txBox="1"/>
          <p:nvPr/>
        </p:nvSpPr>
        <p:spPr>
          <a:xfrm>
            <a:off x="7023463" y="1978142"/>
            <a:ext cx="14734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Spectrum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45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D3FC4A-8C4A-4EC0-8DBC-39C88097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809B-D23D-F2B8-7D88-5BBDB2088326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2:</a:t>
            </a:r>
            <a:r>
              <a:rPr lang="zh-TW" altLang="en-US" sz="3200" dirty="0"/>
              <a:t> </a:t>
            </a:r>
            <a:r>
              <a:rPr lang="en-US" altLang="zh-TW" sz="3200" dirty="0"/>
              <a:t>Fourier Transform </a:t>
            </a:r>
            <a:endParaRPr lang="zh-TW" altLang="en-US" sz="3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20B7C7-1E64-4006-6DFC-AF12FF54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29" y="5010117"/>
            <a:ext cx="6408573" cy="923958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A86FD4B-4BA9-ACE8-59E7-3480D944E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828253"/>
              </p:ext>
            </p:extLst>
          </p:nvPr>
        </p:nvGraphicFramePr>
        <p:xfrm>
          <a:off x="2311893" y="2099226"/>
          <a:ext cx="2921082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41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0541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2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3</a:t>
                      </a:r>
                      <a:endParaRPr lang="zh-TW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4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1CD5152-679A-A92F-2463-DF411BE7125F}"/>
              </a:ext>
            </a:extLst>
          </p:cNvPr>
          <p:cNvGraphicFramePr>
            <a:graphicFrameLocks noGrp="1"/>
          </p:cNvGraphicFramePr>
          <p:nvPr/>
        </p:nvGraphicFramePr>
        <p:xfrm>
          <a:off x="6629789" y="2101491"/>
          <a:ext cx="2923786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893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1893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56C28549-8777-1634-6550-6504B17EDE38}"/>
              </a:ext>
            </a:extLst>
          </p:cNvPr>
          <p:cNvSpPr txBox="1"/>
          <p:nvPr/>
        </p:nvSpPr>
        <p:spPr>
          <a:xfrm>
            <a:off x="7140940" y="1488392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Spectrum</a:t>
            </a:r>
            <a:r>
              <a:rPr lang="zh-TW" altLang="en-US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>
                <a:solidFill>
                  <a:srgbClr val="C00000"/>
                </a:solidFill>
              </a:rPr>
              <a:t>2*2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C367415-D480-4651-31DF-C247B623F9AA}"/>
              </a:ext>
            </a:extLst>
          </p:cNvPr>
          <p:cNvSpPr txBox="1"/>
          <p:nvPr/>
        </p:nvSpPr>
        <p:spPr>
          <a:xfrm>
            <a:off x="3149577" y="150703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頻譜</a:t>
            </a:r>
            <a:r>
              <a:rPr lang="en-US" altLang="zh-TW" sz="2400" dirty="0"/>
              <a:t>2*2</a:t>
            </a:r>
            <a:endParaRPr lang="zh-TW" altLang="en-US" sz="2400" dirty="0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F846B864-8CA7-0DF9-3639-D44576772606}"/>
              </a:ext>
            </a:extLst>
          </p:cNvPr>
          <p:cNvSpPr/>
          <p:nvPr/>
        </p:nvSpPr>
        <p:spPr>
          <a:xfrm>
            <a:off x="5600700" y="2971800"/>
            <a:ext cx="676275" cy="4191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03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84FF-D2C4-A637-F0FF-FF549629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7BDE7B-F079-9089-BF96-7CCB4546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/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/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=−1+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-1 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blipFill>
                <a:blip r:embed="rId4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>
            <a:extLst>
              <a:ext uri="{FF2B5EF4-FFF2-40B4-BE49-F238E27FC236}">
                <a16:creationId xmlns:a16="http://schemas.microsoft.com/office/drawing/2014/main" id="{75EA7204-8FA4-D743-DEE1-E38F163DEFE9}"/>
              </a:ext>
            </a:extLst>
          </p:cNvPr>
          <p:cNvSpPr/>
          <p:nvPr/>
        </p:nvSpPr>
        <p:spPr>
          <a:xfrm>
            <a:off x="642456" y="4502749"/>
            <a:ext cx="2203574" cy="738509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/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A4388E49-F163-29D9-D529-660BE1C625F7}"/>
              </a:ext>
            </a:extLst>
          </p:cNvPr>
          <p:cNvSpPr txBox="1"/>
          <p:nvPr/>
        </p:nvSpPr>
        <p:spPr>
          <a:xfrm>
            <a:off x="6121001" y="2427328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Euler’s formula!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/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/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=1+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blipFill>
                <a:blip r:embed="rId7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63A672D-29D9-D58F-37BA-EDECEEB56FD9}"/>
              </a:ext>
            </a:extLst>
          </p:cNvPr>
          <p:cNvSpPr/>
          <p:nvPr/>
        </p:nvSpPr>
        <p:spPr>
          <a:xfrm>
            <a:off x="585850" y="2216749"/>
            <a:ext cx="2203574" cy="73850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/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9513FDD7-4B68-A84E-777D-FB8CA00F7E76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AD5CBCD4-A2A9-8F8A-AE18-C25A704CB19A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CD8799-48CD-1400-C6BC-AAC7E5DFA3B1}"/>
              </a:ext>
            </a:extLst>
          </p:cNvPr>
          <p:cNvSpPr txBox="1"/>
          <p:nvPr/>
        </p:nvSpPr>
        <p:spPr>
          <a:xfrm>
            <a:off x="371476" y="253914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Image</a:t>
            </a:r>
          </a:p>
          <a:p>
            <a:pPr algn="ctr"/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913DC7B-5D39-D81A-4544-21B5ECA44D48}"/>
              </a:ext>
            </a:extLst>
          </p:cNvPr>
          <p:cNvSpPr txBox="1"/>
          <p:nvPr/>
        </p:nvSpPr>
        <p:spPr>
          <a:xfrm>
            <a:off x="2626788" y="260892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Spectrum</a:t>
            </a:r>
          </a:p>
          <a:p>
            <a:pPr algn="ctr"/>
            <a:r>
              <a:rPr lang="zh-TW" altLang="en-US" dirty="0"/>
              <a:t> </a:t>
            </a:r>
            <a:r>
              <a:rPr lang="en-US" altLang="zh-TW" dirty="0"/>
              <a:t>2*2</a:t>
            </a:r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34A505B-BABC-2049-516C-E10A38144E39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圖片 47">
            <a:extLst>
              <a:ext uri="{FF2B5EF4-FFF2-40B4-BE49-F238E27FC236}">
                <a16:creationId xmlns:a16="http://schemas.microsoft.com/office/drawing/2014/main" id="{74A2E98D-2F3E-E000-D998-481897CAD2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8705" y="171417"/>
            <a:ext cx="5285690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9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7565DA-6DB4-BD54-9253-34ED279A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/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/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=−1+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chemeClr val="accent6">
                        <a:lumMod val="75000"/>
                      </a:schemeClr>
                    </a:solidFill>
                  </a:rPr>
                  <a:t>-1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blipFill>
                <a:blip r:embed="rId5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/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</m:e>
                      </m:fun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0=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73E5AC08-6A44-5A8D-C905-D53FAA2A5A72}"/>
              </a:ext>
            </a:extLst>
          </p:cNvPr>
          <p:cNvSpPr/>
          <p:nvPr/>
        </p:nvSpPr>
        <p:spPr>
          <a:xfrm>
            <a:off x="547688" y="4179892"/>
            <a:ext cx="2213426" cy="849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6569B9-67DF-F88D-DA57-AF1F4E63E5A3}"/>
              </a:ext>
            </a:extLst>
          </p:cNvPr>
          <p:cNvSpPr/>
          <p:nvPr/>
        </p:nvSpPr>
        <p:spPr>
          <a:xfrm>
            <a:off x="556731" y="2170485"/>
            <a:ext cx="2203574" cy="738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/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8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8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8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3151940D-FC6D-0C9B-A985-E1F7FEE001A5}"/>
              </a:ext>
            </a:extLst>
          </p:cNvPr>
          <p:cNvGraphicFramePr>
            <a:graphicFrameLocks noGrp="1"/>
          </p:cNvGraphicFramePr>
          <p:nvPr/>
        </p:nvGraphicFramePr>
        <p:xfrm>
          <a:off x="9020174" y="5647361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53" name="文字方塊 52">
            <a:extLst>
              <a:ext uri="{FF2B5EF4-FFF2-40B4-BE49-F238E27FC236}">
                <a16:creationId xmlns:a16="http://schemas.microsoft.com/office/drawing/2014/main" id="{8873F1A8-D4C4-7BE4-131C-F4A86E333801}"/>
              </a:ext>
            </a:extLst>
          </p:cNvPr>
          <p:cNvSpPr txBox="1"/>
          <p:nvPr/>
        </p:nvSpPr>
        <p:spPr>
          <a:xfrm>
            <a:off x="9257114" y="526762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頻譜</a:t>
            </a:r>
            <a:r>
              <a:rPr lang="en-US" altLang="zh-TW"/>
              <a:t>2*2</a:t>
            </a:r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554CA-89CD-12E9-1EB2-0893D8DCECFD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EC2160-147E-05B3-B74C-71F31B6B4CBD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6638399-272F-428C-9622-ED403059207C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圖片 15">
            <a:extLst>
              <a:ext uri="{FF2B5EF4-FFF2-40B4-BE49-F238E27FC236}">
                <a16:creationId xmlns:a16="http://schemas.microsoft.com/office/drawing/2014/main" id="{89CFAC94-8097-3134-18B5-2FC6B99F7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8705" y="171417"/>
            <a:ext cx="5285690" cy="762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/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132F5B21-2AB2-660A-CDDB-A15BDF3BEB86}"/>
              </a:ext>
            </a:extLst>
          </p:cNvPr>
          <p:cNvSpPr txBox="1"/>
          <p:nvPr/>
        </p:nvSpPr>
        <p:spPr>
          <a:xfrm>
            <a:off x="6121001" y="2427328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Euler’s formula!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C5D1AEA-E008-EA30-7C14-85871FB4F7E4}"/>
                  </a:ext>
                </a:extLst>
              </p:cNvPr>
              <p:cNvSpPr txBox="1"/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C5D1AEA-E008-EA30-7C14-85871FB4F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2D73F62A-CB6B-D73A-C0F4-58324855C519}"/>
              </a:ext>
            </a:extLst>
          </p:cNvPr>
          <p:cNvSpPr txBox="1"/>
          <p:nvPr/>
        </p:nvSpPr>
        <p:spPr>
          <a:xfrm>
            <a:off x="371476" y="253914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Image</a:t>
            </a:r>
          </a:p>
          <a:p>
            <a:pPr algn="ctr"/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0B77D3-0033-FB0A-18BD-A0733F05E450}"/>
              </a:ext>
            </a:extLst>
          </p:cNvPr>
          <p:cNvSpPr txBox="1"/>
          <p:nvPr/>
        </p:nvSpPr>
        <p:spPr>
          <a:xfrm>
            <a:off x="2626788" y="260892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Spectrum</a:t>
            </a:r>
          </a:p>
          <a:p>
            <a:pPr algn="ctr"/>
            <a:r>
              <a:rPr lang="zh-TW" altLang="en-US" dirty="0"/>
              <a:t> </a:t>
            </a:r>
            <a:r>
              <a:rPr lang="en-US" altLang="zh-TW" dirty="0"/>
              <a:t>2*2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38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A57CE6A-69AE-A45B-01C2-B5F3E0C5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/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/>
              <p:nvPr/>
            </p:nvSpPr>
            <p:spPr>
              <a:xfrm>
                <a:off x="3497974" y="1424659"/>
                <a:ext cx="241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Spectrum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 3*3</a:t>
                </a:r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974" y="1424659"/>
                <a:ext cx="2416339" cy="369332"/>
              </a:xfrm>
              <a:prstGeom prst="rect">
                <a:avLst/>
              </a:prstGeom>
              <a:blipFill>
                <a:blip r:embed="rId3"/>
                <a:stretch>
                  <a:fillRect l="-2273" t="-10000" r="-202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8857FAE-0211-4D8B-72E6-29869E6F1407}"/>
              </a:ext>
            </a:extLst>
          </p:cNvPr>
          <p:cNvSpPr txBox="1"/>
          <p:nvPr/>
        </p:nvSpPr>
        <p:spPr>
          <a:xfrm>
            <a:off x="1093932" y="1424659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Image</a:t>
            </a:r>
            <a:r>
              <a:rPr lang="zh-TW" altLang="en-US" dirty="0"/>
              <a:t> </a:t>
            </a:r>
            <a:r>
              <a:rPr lang="en-US" altLang="zh-TW" dirty="0"/>
              <a:t>f(</a:t>
            </a:r>
            <a:r>
              <a:rPr lang="en-US" altLang="zh-TW" dirty="0" err="1"/>
              <a:t>x,y</a:t>
            </a:r>
            <a:r>
              <a:rPr lang="en-US" altLang="zh-TW" dirty="0"/>
              <a:t>) 3*3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D2C00A-DF40-3A66-DE37-BC424F554B15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Example 3 :</a:t>
            </a:r>
            <a:r>
              <a:rPr lang="zh-TW" altLang="en-US" sz="3600" dirty="0"/>
              <a:t> </a:t>
            </a:r>
            <a:r>
              <a:rPr lang="en-US" altLang="zh-TW" sz="3600" dirty="0"/>
              <a:t>Fourier Transform 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817B854-C4BB-B087-C14A-06763E5D50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72845"/>
          <a:ext cx="2254251" cy="1494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417">
                  <a:extLst>
                    <a:ext uri="{9D8B030D-6E8A-4147-A177-3AD203B41FA5}">
                      <a16:colId xmlns:a16="http://schemas.microsoft.com/office/drawing/2014/main" val="4190247630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4266881757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2617362399"/>
                    </a:ext>
                  </a:extLst>
                </a:gridCol>
              </a:tblGrid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66033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5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6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114739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7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8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5542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en-US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6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zh-TW" altLang="en-US" sz="1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6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zh-TW" altLang="en-US" sz="16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6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13" t="-101220" r="-202439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EB9782-8729-09CF-46F3-6243331E3264}"/>
              </a:ext>
            </a:extLst>
          </p:cNvPr>
          <p:cNvSpPr txBox="1"/>
          <p:nvPr/>
        </p:nvSpPr>
        <p:spPr>
          <a:xfrm>
            <a:off x="342421" y="5115018"/>
            <a:ext cx="3394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Magnitude Spectrum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/>
              <p:nvPr/>
            </p:nvSpPr>
            <p:spPr>
              <a:xfrm>
                <a:off x="6219498" y="2238910"/>
                <a:ext cx="54606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>
                    <a:solidFill>
                      <a:srgbClr val="C00000"/>
                    </a:solidFill>
                  </a:rPr>
                  <a:t>Q: </a:t>
                </a:r>
                <a:r>
                  <a:rPr lang="en-US" altLang="zh-TW" sz="2800" dirty="0"/>
                  <a:t>Find the magnitude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?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498" y="2238910"/>
                <a:ext cx="5460668" cy="523220"/>
              </a:xfrm>
              <a:prstGeom prst="rect">
                <a:avLst/>
              </a:prstGeom>
              <a:blipFill>
                <a:blip r:embed="rId5"/>
                <a:stretch>
                  <a:fillRect l="-1004" t="-11628" r="-1004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/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0BE4C3-A5F6-6DE7-730F-F98681A74246}"/>
              </a:ext>
            </a:extLst>
          </p:cNvPr>
          <p:cNvSpPr txBox="1"/>
          <p:nvPr/>
        </p:nvSpPr>
        <p:spPr>
          <a:xfrm>
            <a:off x="680606" y="411287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Fourier Transform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9EEC58E-8531-62AB-3207-DF5D8CAA4B79}"/>
                  </a:ext>
                </a:extLst>
              </p:cNvPr>
              <p:cNvSpPr txBox="1"/>
              <p:nvPr/>
            </p:nvSpPr>
            <p:spPr>
              <a:xfrm>
                <a:off x="3736975" y="5817766"/>
                <a:ext cx="7448548" cy="65601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sepChr m:val=",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∣=</m:t>
                      </m:r>
                      <m:rad>
                        <m:radPr>
                          <m:degHide m:val="on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sSup>
                                <m:sSup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>
                                      <a:latin typeface="Cambria Math" panose="02040503050406030204" pitchFamily="18" charset="0"/>
                                    </a:rPr>
                                    <m:t>Im</m:t>
                                  </m:r>
                                  <m:sSup>
                                    <m:sSupPr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zh-TW" altLang="en-US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ar-AE" altLang="zh-TW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altLang="zh-TW" b="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9EEC58E-8531-62AB-3207-DF5D8CAA4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5" y="5817766"/>
                <a:ext cx="7448548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32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BA08-113B-9BE2-59C6-E3B3C7F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BE431-7C3A-BB66-EA5D-15753622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687D26-7F85-9133-34D1-B60930A8C494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/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/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/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/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3246C5-3839-2B6F-0EBB-52EEC671BE98}"/>
              </a:ext>
            </a:extLst>
          </p:cNvPr>
          <p:cNvSpPr txBox="1"/>
          <p:nvPr/>
        </p:nvSpPr>
        <p:spPr>
          <a:xfrm>
            <a:off x="318656" y="120024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Fourier Transform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/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/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/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/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/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/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/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/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zh-TW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0C7E2EDE-9A2F-E0B9-4307-DED08407C313}"/>
              </a:ext>
            </a:extLst>
          </p:cNvPr>
          <p:cNvSpPr txBox="1"/>
          <p:nvPr/>
        </p:nvSpPr>
        <p:spPr>
          <a:xfrm>
            <a:off x="8855941" y="1160606"/>
            <a:ext cx="322876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 radian = 180/π degrees</a:t>
            </a:r>
            <a:endParaRPr lang="zh-TW" altLang="en-US" sz="2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1AC676-27AA-84DC-8BC0-B07D06813826}"/>
              </a:ext>
            </a:extLst>
          </p:cNvPr>
          <p:cNvSpPr/>
          <p:nvPr/>
        </p:nvSpPr>
        <p:spPr>
          <a:xfrm>
            <a:off x="5872163" y="5838825"/>
            <a:ext cx="228600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/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TW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6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zh-TW" alt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3BD4C12E-CA8F-6B0F-65DF-8A95F1528152}"/>
              </a:ext>
            </a:extLst>
          </p:cNvPr>
          <p:cNvSpPr/>
          <p:nvPr/>
        </p:nvSpPr>
        <p:spPr>
          <a:xfrm>
            <a:off x="6005513" y="6196013"/>
            <a:ext cx="614362" cy="223837"/>
          </a:xfrm>
          <a:custGeom>
            <a:avLst/>
            <a:gdLst>
              <a:gd name="connsiteX0" fmla="*/ 0 w 614362"/>
              <a:gd name="connsiteY0" fmla="*/ 0 h 223837"/>
              <a:gd name="connsiteX1" fmla="*/ 28575 w 614362"/>
              <a:gd name="connsiteY1" fmla="*/ 61912 h 223837"/>
              <a:gd name="connsiteX2" fmla="*/ 38100 w 614362"/>
              <a:gd name="connsiteY2" fmla="*/ 80962 h 223837"/>
              <a:gd name="connsiteX3" fmla="*/ 61912 w 614362"/>
              <a:gd name="connsiteY3" fmla="*/ 142875 h 223837"/>
              <a:gd name="connsiteX4" fmla="*/ 80962 w 614362"/>
              <a:gd name="connsiteY4" fmla="*/ 171450 h 223837"/>
              <a:gd name="connsiteX5" fmla="*/ 109537 w 614362"/>
              <a:gd name="connsiteY5" fmla="*/ 195262 h 223837"/>
              <a:gd name="connsiteX6" fmla="*/ 128587 w 614362"/>
              <a:gd name="connsiteY6" fmla="*/ 204787 h 223837"/>
              <a:gd name="connsiteX7" fmla="*/ 204787 w 614362"/>
              <a:gd name="connsiteY7" fmla="*/ 223837 h 223837"/>
              <a:gd name="connsiteX8" fmla="*/ 395287 w 614362"/>
              <a:gd name="connsiteY8" fmla="*/ 209550 h 223837"/>
              <a:gd name="connsiteX9" fmla="*/ 438150 w 614362"/>
              <a:gd name="connsiteY9" fmla="*/ 190500 h 223837"/>
              <a:gd name="connsiteX10" fmla="*/ 476250 w 614362"/>
              <a:gd name="connsiteY10" fmla="*/ 171450 h 223837"/>
              <a:gd name="connsiteX11" fmla="*/ 533400 w 614362"/>
              <a:gd name="connsiteY11" fmla="*/ 123825 h 223837"/>
              <a:gd name="connsiteX12" fmla="*/ 557212 w 614362"/>
              <a:gd name="connsiteY12" fmla="*/ 95250 h 223837"/>
              <a:gd name="connsiteX13" fmla="*/ 581025 w 614362"/>
              <a:gd name="connsiteY13" fmla="*/ 71437 h 223837"/>
              <a:gd name="connsiteX14" fmla="*/ 604837 w 614362"/>
              <a:gd name="connsiteY14" fmla="*/ 33337 h 223837"/>
              <a:gd name="connsiteX15" fmla="*/ 614362 w 614362"/>
              <a:gd name="connsiteY15" fmla="*/ 28575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362" h="223837">
                <a:moveTo>
                  <a:pt x="0" y="0"/>
                </a:moveTo>
                <a:cubicBezTo>
                  <a:pt x="14798" y="36995"/>
                  <a:pt x="5702" y="16166"/>
                  <a:pt x="28575" y="61912"/>
                </a:cubicBezTo>
                <a:cubicBezTo>
                  <a:pt x="31750" y="68262"/>
                  <a:pt x="35855" y="74227"/>
                  <a:pt x="38100" y="80962"/>
                </a:cubicBezTo>
                <a:cubicBezTo>
                  <a:pt x="45135" y="102067"/>
                  <a:pt x="51272" y="123115"/>
                  <a:pt x="61912" y="142875"/>
                </a:cubicBezTo>
                <a:cubicBezTo>
                  <a:pt x="67339" y="152954"/>
                  <a:pt x="72168" y="164121"/>
                  <a:pt x="80962" y="171450"/>
                </a:cubicBezTo>
                <a:cubicBezTo>
                  <a:pt x="90487" y="179387"/>
                  <a:pt x="99380" y="188152"/>
                  <a:pt x="109537" y="195262"/>
                </a:cubicBezTo>
                <a:cubicBezTo>
                  <a:pt x="115353" y="199333"/>
                  <a:pt x="121995" y="202150"/>
                  <a:pt x="128587" y="204787"/>
                </a:cubicBezTo>
                <a:cubicBezTo>
                  <a:pt x="157876" y="216503"/>
                  <a:pt x="170930" y="217066"/>
                  <a:pt x="204787" y="223837"/>
                </a:cubicBezTo>
                <a:cubicBezTo>
                  <a:pt x="246649" y="222342"/>
                  <a:pt x="342369" y="224669"/>
                  <a:pt x="395287" y="209550"/>
                </a:cubicBezTo>
                <a:cubicBezTo>
                  <a:pt x="410321" y="205255"/>
                  <a:pt x="424003" y="197157"/>
                  <a:pt x="438150" y="190500"/>
                </a:cubicBezTo>
                <a:cubicBezTo>
                  <a:pt x="450998" y="184454"/>
                  <a:pt x="466210" y="181490"/>
                  <a:pt x="476250" y="171450"/>
                </a:cubicBezTo>
                <a:cubicBezTo>
                  <a:pt x="516135" y="131565"/>
                  <a:pt x="471128" y="174776"/>
                  <a:pt x="533400" y="123825"/>
                </a:cubicBezTo>
                <a:cubicBezTo>
                  <a:pt x="558628" y="103183"/>
                  <a:pt x="538092" y="117101"/>
                  <a:pt x="557212" y="95250"/>
                </a:cubicBezTo>
                <a:cubicBezTo>
                  <a:pt x="564604" y="86802"/>
                  <a:pt x="573567" y="79827"/>
                  <a:pt x="581025" y="71437"/>
                </a:cubicBezTo>
                <a:cubicBezTo>
                  <a:pt x="656383" y="-13342"/>
                  <a:pt x="540948" y="113197"/>
                  <a:pt x="604837" y="33337"/>
                </a:cubicBezTo>
                <a:cubicBezTo>
                  <a:pt x="607054" y="30565"/>
                  <a:pt x="611187" y="30162"/>
                  <a:pt x="614362" y="2857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FE9CC4-40DC-95AE-485E-E8291E210FE1}"/>
              </a:ext>
            </a:extLst>
          </p:cNvPr>
          <p:cNvSpPr/>
          <p:nvPr/>
        </p:nvSpPr>
        <p:spPr>
          <a:xfrm>
            <a:off x="1123950" y="2085975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16592-09B4-8C89-5C56-9F7EAA6AD1CD}"/>
              </a:ext>
            </a:extLst>
          </p:cNvPr>
          <p:cNvSpPr/>
          <p:nvPr/>
        </p:nvSpPr>
        <p:spPr>
          <a:xfrm>
            <a:off x="1123950" y="4343400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607E40E-DEA7-525C-A0E3-50B800168EED}"/>
              </a:ext>
            </a:extLst>
          </p:cNvPr>
          <p:cNvSpPr/>
          <p:nvPr/>
        </p:nvSpPr>
        <p:spPr>
          <a:xfrm rot="5400000">
            <a:off x="5972175" y="4191000"/>
            <a:ext cx="323850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16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FE96-1EEC-1AF1-7758-66FB91B2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E5700D-E1D3-50E1-B729-CCA9858B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F00880-C979-9E32-95FC-D7809348EAC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/>
              <p:nvPr/>
            </p:nvSpPr>
            <p:spPr>
              <a:xfrm>
                <a:off x="200025" y="1937358"/>
                <a:ext cx="4641272" cy="1499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1∗(</m:t>
                      </m:r>
                      <m:func>
                        <m:func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1937358"/>
                <a:ext cx="4641272" cy="14992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/>
              <p:nvPr/>
            </p:nvSpPr>
            <p:spPr>
              <a:xfrm>
                <a:off x="4904499" y="1932177"/>
                <a:ext cx="3283537" cy="1499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499" y="1932177"/>
                <a:ext cx="3283537" cy="14992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/>
              <p:nvPr/>
            </p:nvSpPr>
            <p:spPr>
              <a:xfrm>
                <a:off x="8386028" y="1932178"/>
                <a:ext cx="3251212" cy="1499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28" y="1932178"/>
                <a:ext cx="3251212" cy="14992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/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1∗(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0.866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0.866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/>
              <p:nvPr/>
            </p:nvSpPr>
            <p:spPr>
              <a:xfrm>
                <a:off x="4875924" y="4353548"/>
                <a:ext cx="328353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0.866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(−0.866))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24" y="4353548"/>
                <a:ext cx="3283537" cy="13388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/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zh-TW" sz="180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0.866)</m:t>
                      </m:r>
                    </m:oMath>
                  </m:oMathPara>
                </a14:m>
                <a:endParaRPr lang="en-US" altLang="zh-TW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(−0.866))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2EB797D-8394-573E-5BB1-1EE71E11175F}"/>
              </a:ext>
            </a:extLst>
          </p:cNvPr>
          <p:cNvSpPr/>
          <p:nvPr/>
        </p:nvSpPr>
        <p:spPr>
          <a:xfrm>
            <a:off x="609600" y="16287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BD9C5-1681-FB75-D8BE-04C0774E82E3}"/>
              </a:ext>
            </a:extLst>
          </p:cNvPr>
          <p:cNvSpPr/>
          <p:nvPr/>
        </p:nvSpPr>
        <p:spPr>
          <a:xfrm>
            <a:off x="628650" y="39528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5C026365-3492-2AB8-F3EE-C775B72544BA}"/>
              </a:ext>
            </a:extLst>
          </p:cNvPr>
          <p:cNvSpPr/>
          <p:nvPr/>
        </p:nvSpPr>
        <p:spPr>
          <a:xfrm rot="5400000">
            <a:off x="5843587" y="3738563"/>
            <a:ext cx="371475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66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4B9B-053D-C92B-0953-50916924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1F67E31A-3153-A917-2279-A4592F9A9D6D}"/>
              </a:ext>
            </a:extLst>
          </p:cNvPr>
          <p:cNvSpPr/>
          <p:nvPr/>
        </p:nvSpPr>
        <p:spPr>
          <a:xfrm rot="5400000">
            <a:off x="1924051" y="4610101"/>
            <a:ext cx="1619248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682E7B-C0D6-4C3E-7780-8D7C998D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E1A887-2588-4296-DAA5-DA25D507E64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/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3.464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062))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/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33)</m:t>
                      </m:r>
                    </m:oMath>
                  </m:oMathPara>
                </a14:m>
                <a:endParaRPr lang="zh-TW" altLang="en-US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6.928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/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zh-TW" sz="180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196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7E289BB1-0305-07C9-9707-C1DE90ECFE8F}"/>
              </a:ext>
            </a:extLst>
          </p:cNvPr>
          <p:cNvSpPr/>
          <p:nvPr/>
        </p:nvSpPr>
        <p:spPr>
          <a:xfrm>
            <a:off x="628650" y="1571625"/>
            <a:ext cx="11229975" cy="16478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/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彎曲 15">
            <a:extLst>
              <a:ext uri="{FF2B5EF4-FFF2-40B4-BE49-F238E27FC236}">
                <a16:creationId xmlns:a16="http://schemas.microsoft.com/office/drawing/2014/main" id="{E47935DE-6C02-913E-B0DD-23DC69BF6BA6}"/>
              </a:ext>
            </a:extLst>
          </p:cNvPr>
          <p:cNvSpPr/>
          <p:nvPr/>
        </p:nvSpPr>
        <p:spPr>
          <a:xfrm flipV="1">
            <a:off x="790575" y="3219450"/>
            <a:ext cx="647700" cy="657224"/>
          </a:xfrm>
          <a:prstGeom prst="bentArrow">
            <a:avLst>
              <a:gd name="adj1" fmla="val 25000"/>
              <a:gd name="adj2" fmla="val 27174"/>
              <a:gd name="adj3" fmla="val 25000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/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noFill/>
              <a:ln w="1905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TW" alt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TW" altLang="en-US" sz="1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3.5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7.794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15.588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0CB6F7-9896-2C98-9E1C-80712584CD04}"/>
              </a:ext>
            </a:extLst>
          </p:cNvPr>
          <p:cNvSpPr txBox="1"/>
          <p:nvPr/>
        </p:nvSpPr>
        <p:spPr>
          <a:xfrm>
            <a:off x="5286375" y="572452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/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Spectrum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blipFill>
                <a:blip r:embed="rId8"/>
                <a:stretch>
                  <a:fillRect l="-241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3823727"/>
                  </p:ext>
                </p:extLst>
              </p:nvPr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15.588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3823727"/>
                  </p:ext>
                </p:extLst>
              </p:nvPr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704" t="-101220" r="-201408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EA3BAD1E-B475-5512-E850-32D0D16784C4}"/>
              </a:ext>
            </a:extLst>
          </p:cNvPr>
          <p:cNvSpPr txBox="1"/>
          <p:nvPr/>
        </p:nvSpPr>
        <p:spPr>
          <a:xfrm>
            <a:off x="9601200" y="60388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/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3.5+7.794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8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5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948</Words>
  <Application>Microsoft Office PowerPoint</Application>
  <PresentationFormat>寬螢幕</PresentationFormat>
  <Paragraphs>189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Aptos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2024-09-17T11:26:55Z</dcterms:created>
  <dcterms:modified xsi:type="dcterms:W3CDTF">2025-11-09T13:00:31Z</dcterms:modified>
</cp:coreProperties>
</file>