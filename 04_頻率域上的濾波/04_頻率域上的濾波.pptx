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411" r:id="rId3"/>
    <p:sldId id="410" r:id="rId4"/>
    <p:sldId id="427" r:id="rId5"/>
    <p:sldId id="421" r:id="rId6"/>
    <p:sldId id="442" r:id="rId7"/>
    <p:sldId id="422" r:id="rId8"/>
    <p:sldId id="412" r:id="rId9"/>
    <p:sldId id="423" r:id="rId10"/>
    <p:sldId id="424" r:id="rId11"/>
    <p:sldId id="461" r:id="rId12"/>
    <p:sldId id="493" r:id="rId13"/>
    <p:sldId id="425" r:id="rId14"/>
    <p:sldId id="438" r:id="rId15"/>
    <p:sldId id="434" r:id="rId16"/>
    <p:sldId id="433" r:id="rId17"/>
    <p:sldId id="436" r:id="rId18"/>
    <p:sldId id="426" r:id="rId19"/>
    <p:sldId id="435" r:id="rId20"/>
    <p:sldId id="440" r:id="rId21"/>
    <p:sldId id="480" r:id="rId22"/>
    <p:sldId id="429" r:id="rId23"/>
    <p:sldId id="420" r:id="rId24"/>
    <p:sldId id="492" r:id="rId25"/>
    <p:sldId id="491" r:id="rId26"/>
    <p:sldId id="404" r:id="rId27"/>
    <p:sldId id="406" r:id="rId28"/>
    <p:sldId id="487" r:id="rId29"/>
    <p:sldId id="488" r:id="rId30"/>
    <p:sldId id="489" r:id="rId31"/>
    <p:sldId id="441" r:id="rId32"/>
    <p:sldId id="482" r:id="rId33"/>
    <p:sldId id="443" r:id="rId34"/>
    <p:sldId id="444" r:id="rId35"/>
    <p:sldId id="445" r:id="rId36"/>
    <p:sldId id="446" r:id="rId37"/>
    <p:sldId id="449" r:id="rId38"/>
    <p:sldId id="450" r:id="rId39"/>
    <p:sldId id="451" r:id="rId40"/>
    <p:sldId id="447" r:id="rId41"/>
    <p:sldId id="452" r:id="rId42"/>
    <p:sldId id="453" r:id="rId43"/>
    <p:sldId id="454" r:id="rId44"/>
    <p:sldId id="455" r:id="rId45"/>
    <p:sldId id="456" r:id="rId46"/>
    <p:sldId id="457" r:id="rId47"/>
    <p:sldId id="458" r:id="rId48"/>
    <p:sldId id="459" r:id="rId49"/>
    <p:sldId id="460" r:id="rId50"/>
    <p:sldId id="485" r:id="rId51"/>
    <p:sldId id="484" r:id="rId52"/>
    <p:sldId id="483" r:id="rId53"/>
    <p:sldId id="494" r:id="rId54"/>
    <p:sldId id="464" r:id="rId55"/>
    <p:sldId id="467" r:id="rId56"/>
    <p:sldId id="478" r:id="rId57"/>
    <p:sldId id="431" r:id="rId58"/>
    <p:sldId id="432" r:id="rId59"/>
    <p:sldId id="471" r:id="rId60"/>
    <p:sldId id="472" r:id="rId61"/>
    <p:sldId id="473" r:id="rId62"/>
    <p:sldId id="475" r:id="rId63"/>
    <p:sldId id="476" r:id="rId64"/>
    <p:sldId id="477" r:id="rId65"/>
    <p:sldId id="479" r:id="rId66"/>
    <p:sldId id="486" r:id="rId6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D9F2D0"/>
    <a:srgbClr val="FBE3D6"/>
    <a:srgbClr val="5757FF"/>
    <a:srgbClr val="FDEFE7"/>
    <a:srgbClr val="EAF2FA"/>
    <a:srgbClr val="FFD10F"/>
    <a:srgbClr val="FEF0F0"/>
    <a:srgbClr val="FFF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000AE-B708-4BF5-88B5-F8D7512244DF}" v="9" dt="2025-11-25T05:10:17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redo custSel addSld delSld modSld sldOrd">
      <pc:chgData name="蕭兆翔" userId="c09afb0b-60c9-45d8-81f2-4d7aa859f4bf" providerId="ADAL" clId="{6F9FAB1B-BF87-4C86-8CBB-A04DB701A215}" dt="2025-11-05T05:03:27.188" v="2630" actId="20577"/>
      <pc:docMkLst>
        <pc:docMk/>
      </pc:docMkLst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3067381678" sldId="404"/>
        </pc:sldMkLst>
      </pc:sldChg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989326539" sldId="406"/>
        </pc:sldMkLst>
      </pc:sldChg>
      <pc:sldChg chg="ord">
        <pc:chgData name="蕭兆翔" userId="c09afb0b-60c9-45d8-81f2-4d7aa859f4bf" providerId="ADAL" clId="{6F9FAB1B-BF87-4C86-8CBB-A04DB701A215}" dt="2025-11-04T13:47:37.515" v="512"/>
        <pc:sldMkLst>
          <pc:docMk/>
          <pc:sldMk cId="3376754976" sldId="412"/>
        </pc:sldMkLst>
      </pc:sldChg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2293569661" sldId="420"/>
        </pc:sldMkLst>
      </pc:sldChg>
      <pc:sldChg chg="modSp mod">
        <pc:chgData name="蕭兆翔" userId="c09afb0b-60c9-45d8-81f2-4d7aa859f4bf" providerId="ADAL" clId="{6F9FAB1B-BF87-4C86-8CBB-A04DB701A215}" dt="2025-11-05T04:18:19.150" v="2170" actId="1076"/>
        <pc:sldMkLst>
          <pc:docMk/>
          <pc:sldMk cId="1013272963" sldId="421"/>
        </pc:sldMkLst>
        <pc:spChg chg="mod">
          <ac:chgData name="蕭兆翔" userId="c09afb0b-60c9-45d8-81f2-4d7aa859f4bf" providerId="ADAL" clId="{6F9FAB1B-BF87-4C86-8CBB-A04DB701A215}" dt="2025-11-05T04:18:13.478" v="2168" actId="1076"/>
          <ac:spMkLst>
            <pc:docMk/>
            <pc:sldMk cId="1013272963" sldId="421"/>
            <ac:spMk id="4" creationId="{6973BCCE-D547-7DEB-6863-7E6D3BB5F673}"/>
          </ac:spMkLst>
        </pc:spChg>
        <pc:spChg chg="mod">
          <ac:chgData name="蕭兆翔" userId="c09afb0b-60c9-45d8-81f2-4d7aa859f4bf" providerId="ADAL" clId="{6F9FAB1B-BF87-4C86-8CBB-A04DB701A215}" dt="2025-11-05T04:18:11.740" v="2167" actId="1076"/>
          <ac:spMkLst>
            <pc:docMk/>
            <pc:sldMk cId="1013272963" sldId="421"/>
            <ac:spMk id="5" creationId="{6BF22170-4AFA-37C1-B634-60EF206F8D45}"/>
          </ac:spMkLst>
        </pc:spChg>
        <pc:spChg chg="mod">
          <ac:chgData name="蕭兆翔" userId="c09afb0b-60c9-45d8-81f2-4d7aa859f4bf" providerId="ADAL" clId="{6F9FAB1B-BF87-4C86-8CBB-A04DB701A215}" dt="2025-11-05T04:18:15.452" v="2169" actId="1076"/>
          <ac:spMkLst>
            <pc:docMk/>
            <pc:sldMk cId="1013272963" sldId="421"/>
            <ac:spMk id="7" creationId="{219AA67D-3640-9C32-AFFC-5FFA105B8EB8}"/>
          </ac:spMkLst>
        </pc:spChg>
        <pc:spChg chg="mod">
          <ac:chgData name="蕭兆翔" userId="c09afb0b-60c9-45d8-81f2-4d7aa859f4bf" providerId="ADAL" clId="{6F9FAB1B-BF87-4C86-8CBB-A04DB701A215}" dt="2025-11-05T04:18:19.150" v="2170" actId="1076"/>
          <ac:spMkLst>
            <pc:docMk/>
            <pc:sldMk cId="1013272963" sldId="421"/>
            <ac:spMk id="18" creationId="{EE79A6A6-6B98-9E37-3CA1-89E6A20F8144}"/>
          </ac:spMkLst>
        </pc:spChg>
        <pc:spChg chg="mod">
          <ac:chgData name="蕭兆翔" userId="c09afb0b-60c9-45d8-81f2-4d7aa859f4bf" providerId="ADAL" clId="{6F9FAB1B-BF87-4C86-8CBB-A04DB701A215}" dt="2025-11-05T04:18:19.150" v="2170" actId="1076"/>
          <ac:spMkLst>
            <pc:docMk/>
            <pc:sldMk cId="1013272963" sldId="421"/>
            <ac:spMk id="21" creationId="{D075E781-68F8-A082-CB8B-25D6BAA33E4A}"/>
          </ac:spMkLst>
        </pc:spChg>
        <pc:spChg chg="mod">
          <ac:chgData name="蕭兆翔" userId="c09afb0b-60c9-45d8-81f2-4d7aa859f4bf" providerId="ADAL" clId="{6F9FAB1B-BF87-4C86-8CBB-A04DB701A215}" dt="2025-11-05T04:18:19.150" v="2170" actId="1076"/>
          <ac:spMkLst>
            <pc:docMk/>
            <pc:sldMk cId="1013272963" sldId="421"/>
            <ac:spMk id="22" creationId="{6454EA81-9203-54E8-B269-91649C09CE82}"/>
          </ac:spMkLst>
        </pc:spChg>
        <pc:spChg chg="mod">
          <ac:chgData name="蕭兆翔" userId="c09afb0b-60c9-45d8-81f2-4d7aa859f4bf" providerId="ADAL" clId="{6F9FAB1B-BF87-4C86-8CBB-A04DB701A215}" dt="2025-11-05T04:18:19.150" v="2170" actId="1076"/>
          <ac:spMkLst>
            <pc:docMk/>
            <pc:sldMk cId="1013272963" sldId="421"/>
            <ac:spMk id="23" creationId="{450D41BC-236A-954D-79BB-BC47341D5A37}"/>
          </ac:spMkLst>
        </pc:spChg>
        <pc:spChg chg="mod">
          <ac:chgData name="蕭兆翔" userId="c09afb0b-60c9-45d8-81f2-4d7aa859f4bf" providerId="ADAL" clId="{6F9FAB1B-BF87-4C86-8CBB-A04DB701A215}" dt="2025-11-05T04:18:19.150" v="2170" actId="1076"/>
          <ac:spMkLst>
            <pc:docMk/>
            <pc:sldMk cId="1013272963" sldId="421"/>
            <ac:spMk id="24" creationId="{0884BEDA-2E62-14F6-FEFA-19D699FF1451}"/>
          </ac:spMkLst>
        </pc:spChg>
        <pc:spChg chg="mod">
          <ac:chgData name="蕭兆翔" userId="c09afb0b-60c9-45d8-81f2-4d7aa859f4bf" providerId="ADAL" clId="{6F9FAB1B-BF87-4C86-8CBB-A04DB701A215}" dt="2025-11-05T04:18:19.150" v="2170" actId="1076"/>
          <ac:spMkLst>
            <pc:docMk/>
            <pc:sldMk cId="1013272963" sldId="421"/>
            <ac:spMk id="25" creationId="{759D53D4-F8C9-5A85-3037-165A8B59DE4D}"/>
          </ac:spMkLst>
        </pc:spChg>
        <pc:picChg chg="mod">
          <ac:chgData name="蕭兆翔" userId="c09afb0b-60c9-45d8-81f2-4d7aa859f4bf" providerId="ADAL" clId="{6F9FAB1B-BF87-4C86-8CBB-A04DB701A215}" dt="2025-11-05T04:18:19.150" v="2170" actId="1076"/>
          <ac:picMkLst>
            <pc:docMk/>
            <pc:sldMk cId="1013272963" sldId="421"/>
            <ac:picMk id="9" creationId="{FECFF1CB-DE96-274D-FED6-58E49F9EE69B}"/>
          </ac:picMkLst>
        </pc:picChg>
        <pc:picChg chg="mod">
          <ac:chgData name="蕭兆翔" userId="c09afb0b-60c9-45d8-81f2-4d7aa859f4bf" providerId="ADAL" clId="{6F9FAB1B-BF87-4C86-8CBB-A04DB701A215}" dt="2025-11-05T04:18:19.150" v="2170" actId="1076"/>
          <ac:picMkLst>
            <pc:docMk/>
            <pc:sldMk cId="1013272963" sldId="421"/>
            <ac:picMk id="11" creationId="{7ABBC96C-F687-D478-D32F-54E49F1F43FB}"/>
          </ac:picMkLst>
        </pc:picChg>
        <pc:picChg chg="mod">
          <ac:chgData name="蕭兆翔" userId="c09afb0b-60c9-45d8-81f2-4d7aa859f4bf" providerId="ADAL" clId="{6F9FAB1B-BF87-4C86-8CBB-A04DB701A215}" dt="2025-11-05T04:18:19.150" v="2170" actId="1076"/>
          <ac:picMkLst>
            <pc:docMk/>
            <pc:sldMk cId="1013272963" sldId="421"/>
            <ac:picMk id="15" creationId="{608179FD-5882-B2C5-DB8C-61E7F18E5E78}"/>
          </ac:picMkLst>
        </pc:picChg>
        <pc:picChg chg="mod">
          <ac:chgData name="蕭兆翔" userId="c09afb0b-60c9-45d8-81f2-4d7aa859f4bf" providerId="ADAL" clId="{6F9FAB1B-BF87-4C86-8CBB-A04DB701A215}" dt="2025-11-05T04:18:19.150" v="2170" actId="1076"/>
          <ac:picMkLst>
            <pc:docMk/>
            <pc:sldMk cId="1013272963" sldId="421"/>
            <ac:picMk id="17" creationId="{5A3F2B7C-5FA9-7259-7A71-C3FEB678C135}"/>
          </ac:picMkLst>
        </pc:picChg>
      </pc:sldChg>
      <pc:sldChg chg="add">
        <pc:chgData name="蕭兆翔" userId="c09afb0b-60c9-45d8-81f2-4d7aa859f4bf" providerId="ADAL" clId="{6F9FAB1B-BF87-4C86-8CBB-A04DB701A215}" dt="2025-11-04T14:23:55.308" v="718"/>
        <pc:sldMkLst>
          <pc:docMk/>
          <pc:sldMk cId="4216322725" sldId="423"/>
        </pc:sldMkLst>
      </pc:sldChg>
      <pc:sldChg chg="add">
        <pc:chgData name="蕭兆翔" userId="c09afb0b-60c9-45d8-81f2-4d7aa859f4bf" providerId="ADAL" clId="{6F9FAB1B-BF87-4C86-8CBB-A04DB701A215}" dt="2025-11-04T14:23:55.308" v="718"/>
        <pc:sldMkLst>
          <pc:docMk/>
          <pc:sldMk cId="212161712" sldId="424"/>
        </pc:sldMkLst>
      </pc:sldChg>
      <pc:sldChg chg="addSp delSp modSp add mod ord">
        <pc:chgData name="蕭兆翔" userId="c09afb0b-60c9-45d8-81f2-4d7aa859f4bf" providerId="ADAL" clId="{6F9FAB1B-BF87-4C86-8CBB-A04DB701A215}" dt="2025-11-05T04:40:14.683" v="2433" actId="1076"/>
        <pc:sldMkLst>
          <pc:docMk/>
          <pc:sldMk cId="3041594859" sldId="425"/>
        </pc:sldMkLst>
        <pc:spChg chg="mod">
          <ac:chgData name="蕭兆翔" userId="c09afb0b-60c9-45d8-81f2-4d7aa859f4bf" providerId="ADAL" clId="{6F9FAB1B-BF87-4C86-8CBB-A04DB701A215}" dt="2025-11-05T04:36:55.767" v="2408" actId="20577"/>
          <ac:spMkLst>
            <pc:docMk/>
            <pc:sldMk cId="3041594859" sldId="425"/>
            <ac:spMk id="4" creationId="{B148A92B-A143-E979-91AA-633D70910861}"/>
          </ac:spMkLst>
        </pc:spChg>
        <pc:spChg chg="mod">
          <ac:chgData name="蕭兆翔" userId="c09afb0b-60c9-45d8-81f2-4d7aa859f4bf" providerId="ADAL" clId="{6F9FAB1B-BF87-4C86-8CBB-A04DB701A215}" dt="2025-11-05T04:36:14.360" v="2404" actId="1076"/>
          <ac:spMkLst>
            <pc:docMk/>
            <pc:sldMk cId="3041594859" sldId="425"/>
            <ac:spMk id="5" creationId="{1FAF4372-F483-C17A-58E2-94160C018DBC}"/>
          </ac:spMkLst>
        </pc:spChg>
        <pc:spChg chg="add mod">
          <ac:chgData name="蕭兆翔" userId="c09afb0b-60c9-45d8-81f2-4d7aa859f4bf" providerId="ADAL" clId="{6F9FAB1B-BF87-4C86-8CBB-A04DB701A215}" dt="2025-11-05T04:40:14.683" v="2433" actId="1076"/>
          <ac:spMkLst>
            <pc:docMk/>
            <pc:sldMk cId="3041594859" sldId="425"/>
            <ac:spMk id="8" creationId="{F74CDB98-9BB8-2861-D145-6519C3C42048}"/>
          </ac:spMkLst>
        </pc:spChg>
        <pc:spChg chg="mod">
          <ac:chgData name="蕭兆翔" userId="c09afb0b-60c9-45d8-81f2-4d7aa859f4bf" providerId="ADAL" clId="{6F9FAB1B-BF87-4C86-8CBB-A04DB701A215}" dt="2025-11-05T04:36:14.360" v="2404" actId="1076"/>
          <ac:spMkLst>
            <pc:docMk/>
            <pc:sldMk cId="3041594859" sldId="425"/>
            <ac:spMk id="13" creationId="{133DDCB6-A39D-296F-5D0C-22B63E81AC07}"/>
          </ac:spMkLst>
        </pc:spChg>
        <pc:picChg chg="mod">
          <ac:chgData name="蕭兆翔" userId="c09afb0b-60c9-45d8-81f2-4d7aa859f4bf" providerId="ADAL" clId="{6F9FAB1B-BF87-4C86-8CBB-A04DB701A215}" dt="2025-11-05T04:36:14.360" v="2404" actId="1076"/>
          <ac:picMkLst>
            <pc:docMk/>
            <pc:sldMk cId="3041594859" sldId="425"/>
            <ac:picMk id="15" creationId="{174C7C54-65B9-CB57-74F1-81B6F9411BEE}"/>
          </ac:picMkLst>
        </pc:picChg>
      </pc:sldChg>
      <pc:sldChg chg="addSp delSp modSp add mod ord">
        <pc:chgData name="蕭兆翔" userId="c09afb0b-60c9-45d8-81f2-4d7aa859f4bf" providerId="ADAL" clId="{6F9FAB1B-BF87-4C86-8CBB-A04DB701A215}" dt="2025-11-05T04:36:58.847" v="2410" actId="20577"/>
        <pc:sldMkLst>
          <pc:docMk/>
          <pc:sldMk cId="4279386159" sldId="426"/>
        </pc:sldMkLst>
        <pc:spChg chg="mod">
          <ac:chgData name="蕭兆翔" userId="c09afb0b-60c9-45d8-81f2-4d7aa859f4bf" providerId="ADAL" clId="{6F9FAB1B-BF87-4C86-8CBB-A04DB701A215}" dt="2025-11-05T04:36:58.847" v="2410" actId="20577"/>
          <ac:spMkLst>
            <pc:docMk/>
            <pc:sldMk cId="4279386159" sldId="426"/>
            <ac:spMk id="4" creationId="{F12E4EE3-503C-5DDC-F317-6E05626DA630}"/>
          </ac:spMkLst>
        </pc:spChg>
        <pc:spChg chg="mod">
          <ac:chgData name="蕭兆翔" userId="c09afb0b-60c9-45d8-81f2-4d7aa859f4bf" providerId="ADAL" clId="{6F9FAB1B-BF87-4C86-8CBB-A04DB701A215}" dt="2025-11-05T04:36:10.988" v="2403" actId="1076"/>
          <ac:spMkLst>
            <pc:docMk/>
            <pc:sldMk cId="4279386159" sldId="426"/>
            <ac:spMk id="5" creationId="{C692F4B0-DD08-D8D5-AC3F-104C56218454}"/>
          </ac:spMkLst>
        </pc:spChg>
        <pc:spChg chg="add mod">
          <ac:chgData name="蕭兆翔" userId="c09afb0b-60c9-45d8-81f2-4d7aa859f4bf" providerId="ADAL" clId="{6F9FAB1B-BF87-4C86-8CBB-A04DB701A215}" dt="2025-11-05T04:36:10.988" v="2403" actId="1076"/>
          <ac:spMkLst>
            <pc:docMk/>
            <pc:sldMk cId="4279386159" sldId="426"/>
            <ac:spMk id="8" creationId="{C4A75F82-E90A-20B8-3406-CFEA6A6FA9D1}"/>
          </ac:spMkLst>
        </pc:spChg>
        <pc:spChg chg="add mod">
          <ac:chgData name="蕭兆翔" userId="c09afb0b-60c9-45d8-81f2-4d7aa859f4bf" providerId="ADAL" clId="{6F9FAB1B-BF87-4C86-8CBB-A04DB701A215}" dt="2025-11-05T04:36:10.988" v="2403" actId="1076"/>
          <ac:spMkLst>
            <pc:docMk/>
            <pc:sldMk cId="4279386159" sldId="426"/>
            <ac:spMk id="11" creationId="{CA36CE8A-D292-4806-C698-6191E5EFA476}"/>
          </ac:spMkLst>
        </pc:spChg>
        <pc:spChg chg="mod">
          <ac:chgData name="蕭兆翔" userId="c09afb0b-60c9-45d8-81f2-4d7aa859f4bf" providerId="ADAL" clId="{6F9FAB1B-BF87-4C86-8CBB-A04DB701A215}" dt="2025-11-05T04:36:10.988" v="2403" actId="1076"/>
          <ac:spMkLst>
            <pc:docMk/>
            <pc:sldMk cId="4279386159" sldId="426"/>
            <ac:spMk id="13" creationId="{7A2E7786-033D-459C-CAEC-76834A16EAA3}"/>
          </ac:spMkLst>
        </pc:spChg>
        <pc:spChg chg="add mod">
          <ac:chgData name="蕭兆翔" userId="c09afb0b-60c9-45d8-81f2-4d7aa859f4bf" providerId="ADAL" clId="{6F9FAB1B-BF87-4C86-8CBB-A04DB701A215}" dt="2025-11-05T04:36:10.988" v="2403" actId="1076"/>
          <ac:spMkLst>
            <pc:docMk/>
            <pc:sldMk cId="4279386159" sldId="426"/>
            <ac:spMk id="19" creationId="{F73F5DAB-E335-3062-069B-56C240601EAB}"/>
          </ac:spMkLst>
        </pc:spChg>
        <pc:spChg chg="add mod">
          <ac:chgData name="蕭兆翔" userId="c09afb0b-60c9-45d8-81f2-4d7aa859f4bf" providerId="ADAL" clId="{6F9FAB1B-BF87-4C86-8CBB-A04DB701A215}" dt="2025-11-05T04:36:10.988" v="2403" actId="1076"/>
          <ac:spMkLst>
            <pc:docMk/>
            <pc:sldMk cId="4279386159" sldId="426"/>
            <ac:spMk id="21" creationId="{833371FA-2EE7-FA85-91AE-DFD138E482A0}"/>
          </ac:spMkLst>
        </pc:spChg>
        <pc:picChg chg="mod">
          <ac:chgData name="蕭兆翔" userId="c09afb0b-60c9-45d8-81f2-4d7aa859f4bf" providerId="ADAL" clId="{6F9FAB1B-BF87-4C86-8CBB-A04DB701A215}" dt="2025-11-05T04:36:10.988" v="2403" actId="1076"/>
          <ac:picMkLst>
            <pc:docMk/>
            <pc:sldMk cId="4279386159" sldId="426"/>
            <ac:picMk id="3" creationId="{06F5E1DD-A533-6AE4-C1EB-F756B34310A8}"/>
          </ac:picMkLst>
        </pc:picChg>
        <pc:picChg chg="add mod">
          <ac:chgData name="蕭兆翔" userId="c09afb0b-60c9-45d8-81f2-4d7aa859f4bf" providerId="ADAL" clId="{6F9FAB1B-BF87-4C86-8CBB-A04DB701A215}" dt="2025-11-05T04:36:10.988" v="2403" actId="1076"/>
          <ac:picMkLst>
            <pc:docMk/>
            <pc:sldMk cId="4279386159" sldId="426"/>
            <ac:picMk id="14" creationId="{27200FC6-10A9-9A1D-2BFF-0C937DC99204}"/>
          </ac:picMkLst>
        </pc:picChg>
        <pc:picChg chg="add mod">
          <ac:chgData name="蕭兆翔" userId="c09afb0b-60c9-45d8-81f2-4d7aa859f4bf" providerId="ADAL" clId="{6F9FAB1B-BF87-4C86-8CBB-A04DB701A215}" dt="2025-11-05T04:36:10.988" v="2403" actId="1076"/>
          <ac:picMkLst>
            <pc:docMk/>
            <pc:sldMk cId="4279386159" sldId="426"/>
            <ac:picMk id="16" creationId="{91812D18-B1A7-F279-17C3-6EC1A1359068}"/>
          </ac:picMkLst>
        </pc:picChg>
      </pc:sldChg>
      <pc:sldChg chg="addSp modSp mod ord">
        <pc:chgData name="蕭兆翔" userId="c09afb0b-60c9-45d8-81f2-4d7aa859f4bf" providerId="ADAL" clId="{6F9FAB1B-BF87-4C86-8CBB-A04DB701A215}" dt="2025-11-04T16:07:43.161" v="1368" actId="12788"/>
        <pc:sldMkLst>
          <pc:docMk/>
          <pc:sldMk cId="2437168631" sldId="427"/>
        </pc:sldMkLst>
        <pc:spChg chg="add mod">
          <ac:chgData name="蕭兆翔" userId="c09afb0b-60c9-45d8-81f2-4d7aa859f4bf" providerId="ADAL" clId="{6F9FAB1B-BF87-4C86-8CBB-A04DB701A215}" dt="2025-11-04T16:07:43.161" v="1368" actId="12788"/>
          <ac:spMkLst>
            <pc:docMk/>
            <pc:sldMk cId="2437168631" sldId="427"/>
            <ac:spMk id="4" creationId="{68FAAF28-2177-ADDD-D88F-0511BA38E942}"/>
          </ac:spMkLst>
        </pc:spChg>
        <pc:spChg chg="add mod">
          <ac:chgData name="蕭兆翔" userId="c09afb0b-60c9-45d8-81f2-4d7aa859f4bf" providerId="ADAL" clId="{6F9FAB1B-BF87-4C86-8CBB-A04DB701A215}" dt="2025-11-04T16:07:43.161" v="1368" actId="12788"/>
          <ac:spMkLst>
            <pc:docMk/>
            <pc:sldMk cId="2437168631" sldId="427"/>
            <ac:spMk id="6" creationId="{0CF86EAE-892F-9BAE-192E-0E0E8B4F1829}"/>
          </ac:spMkLst>
        </pc:spChg>
        <pc:picChg chg="mod">
          <ac:chgData name="蕭兆翔" userId="c09afb0b-60c9-45d8-81f2-4d7aa859f4bf" providerId="ADAL" clId="{6F9FAB1B-BF87-4C86-8CBB-A04DB701A215}" dt="2025-11-04T16:07:12.139" v="1330" actId="1076"/>
          <ac:picMkLst>
            <pc:docMk/>
            <pc:sldMk cId="2437168631" sldId="427"/>
            <ac:picMk id="5122" creationId="{C7CA2129-B6CB-D3D4-E05D-046DE91462B9}"/>
          </ac:picMkLst>
        </pc:picChg>
      </pc:sldChg>
      <pc:sldChg chg="add">
        <pc:chgData name="蕭兆翔" userId="c09afb0b-60c9-45d8-81f2-4d7aa859f4bf" providerId="ADAL" clId="{6F9FAB1B-BF87-4C86-8CBB-A04DB701A215}" dt="2025-11-04T17:23:15.399" v="1838"/>
        <pc:sldMkLst>
          <pc:docMk/>
          <pc:sldMk cId="3687791933" sldId="429"/>
        </pc:sldMkLst>
      </pc:sldChg>
      <pc:sldChg chg="addSp modSp mod">
        <pc:chgData name="蕭兆翔" userId="c09afb0b-60c9-45d8-81f2-4d7aa859f4bf" providerId="ADAL" clId="{6F9FAB1B-BF87-4C86-8CBB-A04DB701A215}" dt="2025-11-04T14:55:31.072" v="1194" actId="1076"/>
        <pc:sldMkLst>
          <pc:docMk/>
          <pc:sldMk cId="2875611561" sldId="431"/>
        </pc:sldMkLst>
        <pc:spChg chg="mod">
          <ac:chgData name="蕭兆翔" userId="c09afb0b-60c9-45d8-81f2-4d7aa859f4bf" providerId="ADAL" clId="{6F9FAB1B-BF87-4C86-8CBB-A04DB701A215}" dt="2025-11-04T14:51:50.497" v="1038" actId="20577"/>
          <ac:spMkLst>
            <pc:docMk/>
            <pc:sldMk cId="2875611561" sldId="431"/>
            <ac:spMk id="3" creationId="{CA0E6ED4-114C-359E-B94B-6002744BC870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4" creationId="{9289BE79-AB23-2368-76C3-BDC3F1E4903E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5" creationId="{AFCE64B2-04C8-6FB9-C59F-2AE15010E949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6" creationId="{4FA2A738-660D-0AA0-91C1-2355FC2327C5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7" creationId="{EDECF4FC-8CB7-FEA6-DC4F-1DD43E0E5C1C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8" creationId="{CD149E39-3B18-FE13-C9AD-98CA9DE5FBFE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10" creationId="{EC407E27-4042-E528-43AC-453DEE4B3C5B}"/>
          </ac:spMkLst>
        </pc:spChg>
        <pc:spChg chg="add mod">
          <ac:chgData name="蕭兆翔" userId="c09afb0b-60c9-45d8-81f2-4d7aa859f4bf" providerId="ADAL" clId="{6F9FAB1B-BF87-4C86-8CBB-A04DB701A215}" dt="2025-11-04T14:54:37.833" v="1121" actId="20577"/>
          <ac:spMkLst>
            <pc:docMk/>
            <pc:sldMk cId="2875611561" sldId="431"/>
            <ac:spMk id="11" creationId="{BF1C73A4-2481-6A98-CC2B-F5A035A3C0FC}"/>
          </ac:spMkLst>
        </pc:spChg>
        <pc:spChg chg="add mod">
          <ac:chgData name="蕭兆翔" userId="c09afb0b-60c9-45d8-81f2-4d7aa859f4bf" providerId="ADAL" clId="{6F9FAB1B-BF87-4C86-8CBB-A04DB701A215}" dt="2025-11-04T14:55:31.072" v="1194" actId="1076"/>
          <ac:spMkLst>
            <pc:docMk/>
            <pc:sldMk cId="2875611561" sldId="431"/>
            <ac:spMk id="12" creationId="{09906397-0CD2-FA6F-0E9F-5650B0F96903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19" creationId="{0F3565D3-5DAB-50A5-10C5-A38534B2E40A}"/>
          </ac:spMkLst>
        </pc:spChg>
        <pc:spChg chg="mod">
          <ac:chgData name="蕭兆翔" userId="c09afb0b-60c9-45d8-81f2-4d7aa859f4bf" providerId="ADAL" clId="{6F9FAB1B-BF87-4C86-8CBB-A04DB701A215}" dt="2025-11-04T14:55:14.835" v="1180" actId="122"/>
          <ac:spMkLst>
            <pc:docMk/>
            <pc:sldMk cId="2875611561" sldId="431"/>
            <ac:spMk id="20" creationId="{55973495-3F75-7D03-FCA6-0A400FFD779A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21" creationId="{73D517F8-D8E0-2951-CB5B-A85531998537}"/>
          </ac:spMkLst>
        </pc:spChg>
        <pc:spChg chg="mod">
          <ac:chgData name="蕭兆翔" userId="c09afb0b-60c9-45d8-81f2-4d7aa859f4bf" providerId="ADAL" clId="{6F9FAB1B-BF87-4C86-8CBB-A04DB701A215}" dt="2025-11-04T14:51:59.532" v="1039" actId="1076"/>
          <ac:spMkLst>
            <pc:docMk/>
            <pc:sldMk cId="2875611561" sldId="431"/>
            <ac:spMk id="23" creationId="{9626A65A-A8F3-748C-39D0-343094B5A926}"/>
          </ac:spMkLst>
        </pc:spChg>
      </pc:sldChg>
      <pc:sldChg chg="addSp delSp modSp mod">
        <pc:chgData name="蕭兆翔" userId="c09afb0b-60c9-45d8-81f2-4d7aa859f4bf" providerId="ADAL" clId="{6F9FAB1B-BF87-4C86-8CBB-A04DB701A215}" dt="2025-11-04T14:55:23.960" v="1192" actId="20577"/>
        <pc:sldMkLst>
          <pc:docMk/>
          <pc:sldMk cId="4060943819" sldId="432"/>
        </pc:sldMkLst>
        <pc:spChg chg="add mod">
          <ac:chgData name="蕭兆翔" userId="c09afb0b-60c9-45d8-81f2-4d7aa859f4bf" providerId="ADAL" clId="{6F9FAB1B-BF87-4C86-8CBB-A04DB701A215}" dt="2025-11-04T14:55:23.960" v="1192" actId="20577"/>
          <ac:spMkLst>
            <pc:docMk/>
            <pc:sldMk cId="4060943819" sldId="432"/>
            <ac:spMk id="7" creationId="{59112394-2959-A4E4-1FCD-09BB3E8195FE}"/>
          </ac:spMkLst>
        </pc:spChg>
        <pc:spChg chg="mod">
          <ac:chgData name="蕭兆翔" userId="c09afb0b-60c9-45d8-81f2-4d7aa859f4bf" providerId="ADAL" clId="{6F9FAB1B-BF87-4C86-8CBB-A04DB701A215}" dt="2025-11-04T14:51:00.754" v="1008" actId="1076"/>
          <ac:spMkLst>
            <pc:docMk/>
            <pc:sldMk cId="4060943819" sldId="432"/>
            <ac:spMk id="8" creationId="{C0183A16-CF30-BCB1-CB33-9FC259DB55BA}"/>
          </ac:spMkLst>
        </pc:spChg>
        <pc:spChg chg="mod">
          <ac:chgData name="蕭兆翔" userId="c09afb0b-60c9-45d8-81f2-4d7aa859f4bf" providerId="ADAL" clId="{6F9FAB1B-BF87-4C86-8CBB-A04DB701A215}" dt="2025-11-04T14:51:00.754" v="1008" actId="1076"/>
          <ac:spMkLst>
            <pc:docMk/>
            <pc:sldMk cId="4060943819" sldId="432"/>
            <ac:spMk id="9" creationId="{76B0E368-D1FD-579B-8559-1A05AA16F74C}"/>
          </ac:spMkLst>
        </pc:spChg>
        <pc:spChg chg="mod">
          <ac:chgData name="蕭兆翔" userId="c09afb0b-60c9-45d8-81f2-4d7aa859f4bf" providerId="ADAL" clId="{6F9FAB1B-BF87-4C86-8CBB-A04DB701A215}" dt="2025-11-04T14:51:00.754" v="1008" actId="1076"/>
          <ac:spMkLst>
            <pc:docMk/>
            <pc:sldMk cId="4060943819" sldId="432"/>
            <ac:spMk id="11" creationId="{BA50C88D-071B-39C2-FFE7-1ACF0C86A0A7}"/>
          </ac:spMkLst>
        </pc:spChg>
        <pc:spChg chg="mod">
          <ac:chgData name="蕭兆翔" userId="c09afb0b-60c9-45d8-81f2-4d7aa859f4bf" providerId="ADAL" clId="{6F9FAB1B-BF87-4C86-8CBB-A04DB701A215}" dt="2025-11-04T14:51:00.754" v="1008" actId="1076"/>
          <ac:spMkLst>
            <pc:docMk/>
            <pc:sldMk cId="4060943819" sldId="432"/>
            <ac:spMk id="14" creationId="{CE143E3C-F98D-9D70-B43D-C46903AC68BC}"/>
          </ac:spMkLst>
        </pc:spChg>
        <pc:spChg chg="add mod ord">
          <ac:chgData name="蕭兆翔" userId="c09afb0b-60c9-45d8-81f2-4d7aa859f4bf" providerId="ADAL" clId="{6F9FAB1B-BF87-4C86-8CBB-A04DB701A215}" dt="2025-11-04T14:55:21.603" v="1181" actId="167"/>
          <ac:spMkLst>
            <pc:docMk/>
            <pc:sldMk cId="4060943819" sldId="432"/>
            <ac:spMk id="20" creationId="{909373A5-FB00-0B73-7BC9-876C354AE0A4}"/>
          </ac:spMkLst>
        </pc:spChg>
        <pc:grpChg chg="mod">
          <ac:chgData name="蕭兆翔" userId="c09afb0b-60c9-45d8-81f2-4d7aa859f4bf" providerId="ADAL" clId="{6F9FAB1B-BF87-4C86-8CBB-A04DB701A215}" dt="2025-11-04T14:51:00.754" v="1008" actId="1076"/>
          <ac:grpSpMkLst>
            <pc:docMk/>
            <pc:sldMk cId="4060943819" sldId="432"/>
            <ac:grpSpMk id="15" creationId="{7197B223-6E56-3B67-6619-A09C87739F78}"/>
          </ac:grpSpMkLst>
        </pc:grpChg>
        <pc:grpChg chg="mod">
          <ac:chgData name="蕭兆翔" userId="c09afb0b-60c9-45d8-81f2-4d7aa859f4bf" providerId="ADAL" clId="{6F9FAB1B-BF87-4C86-8CBB-A04DB701A215}" dt="2025-11-04T14:51:00.754" v="1008" actId="1076"/>
          <ac:grpSpMkLst>
            <pc:docMk/>
            <pc:sldMk cId="4060943819" sldId="432"/>
            <ac:grpSpMk id="17" creationId="{5A4655F5-665A-4BF2-F599-9C382416D280}"/>
          </ac:grpSpMkLst>
        </pc:grpChg>
      </pc:sldChg>
      <pc:sldChg chg="delSp modSp add mod">
        <pc:chgData name="蕭兆翔" userId="c09afb0b-60c9-45d8-81f2-4d7aa859f4bf" providerId="ADAL" clId="{6F9FAB1B-BF87-4C86-8CBB-A04DB701A215}" dt="2025-11-04T15:34:40.954" v="1301" actId="1035"/>
        <pc:sldMkLst>
          <pc:docMk/>
          <pc:sldMk cId="4173824887" sldId="433"/>
        </pc:sldMkLst>
        <pc:spChg chg="mod">
          <ac:chgData name="蕭兆翔" userId="c09afb0b-60c9-45d8-81f2-4d7aa859f4bf" providerId="ADAL" clId="{6F9FAB1B-BF87-4C86-8CBB-A04DB701A215}" dt="2025-11-04T15:34:29.773" v="1299" actId="20577"/>
          <ac:spMkLst>
            <pc:docMk/>
            <pc:sldMk cId="4173824887" sldId="433"/>
            <ac:spMk id="7" creationId="{63135951-CB07-DC43-AE7A-21AFEBA0A332}"/>
          </ac:spMkLst>
        </pc:spChg>
        <pc:picChg chg="mod">
          <ac:chgData name="蕭兆翔" userId="c09afb0b-60c9-45d8-81f2-4d7aa859f4bf" providerId="ADAL" clId="{6F9FAB1B-BF87-4C86-8CBB-A04DB701A215}" dt="2025-11-04T15:34:40.954" v="1301" actId="1035"/>
          <ac:picMkLst>
            <pc:docMk/>
            <pc:sldMk cId="4173824887" sldId="433"/>
            <ac:picMk id="9" creationId="{2167AB69-0B0D-5A4C-90FB-6BA74CF14B80}"/>
          </ac:picMkLst>
        </pc:picChg>
      </pc:sldChg>
      <pc:sldChg chg="modSp add mod">
        <pc:chgData name="蕭兆翔" userId="c09afb0b-60c9-45d8-81f2-4d7aa859f4bf" providerId="ADAL" clId="{6F9FAB1B-BF87-4C86-8CBB-A04DB701A215}" dt="2025-11-04T16:11:18.520" v="1467" actId="20577"/>
        <pc:sldMkLst>
          <pc:docMk/>
          <pc:sldMk cId="2225798271" sldId="434"/>
        </pc:sldMkLst>
        <pc:spChg chg="mod">
          <ac:chgData name="蕭兆翔" userId="c09afb0b-60c9-45d8-81f2-4d7aa859f4bf" providerId="ADAL" clId="{6F9FAB1B-BF87-4C86-8CBB-A04DB701A215}" dt="2025-11-04T16:11:18.520" v="1467" actId="20577"/>
          <ac:spMkLst>
            <pc:docMk/>
            <pc:sldMk cId="2225798271" sldId="434"/>
            <ac:spMk id="13" creationId="{110E4B42-76BB-DD2C-5528-7F7734E20842}"/>
          </ac:spMkLst>
        </pc:spChg>
      </pc:sldChg>
      <pc:sldChg chg="addSp delSp modSp add mod ord">
        <pc:chgData name="蕭兆翔" userId="c09afb0b-60c9-45d8-81f2-4d7aa859f4bf" providerId="ADAL" clId="{6F9FAB1B-BF87-4C86-8CBB-A04DB701A215}" dt="2025-11-05T04:40:52.662" v="2454"/>
        <pc:sldMkLst>
          <pc:docMk/>
          <pc:sldMk cId="65345085" sldId="435"/>
        </pc:sldMkLst>
        <pc:spChg chg="add mod">
          <ac:chgData name="蕭兆翔" userId="c09afb0b-60c9-45d8-81f2-4d7aa859f4bf" providerId="ADAL" clId="{6F9FAB1B-BF87-4C86-8CBB-A04DB701A215}" dt="2025-11-04T17:01:23.303" v="1718" actId="207"/>
          <ac:spMkLst>
            <pc:docMk/>
            <pc:sldMk cId="65345085" sldId="435"/>
            <ac:spMk id="5" creationId="{83B5DE05-2DCB-B1C5-3544-702D28A9790E}"/>
          </ac:spMkLst>
        </pc:spChg>
        <pc:spChg chg="mod">
          <ac:chgData name="蕭兆翔" userId="c09afb0b-60c9-45d8-81f2-4d7aa859f4bf" providerId="ADAL" clId="{6F9FAB1B-BF87-4C86-8CBB-A04DB701A215}" dt="2025-11-04T17:00:44.749" v="1623" actId="20577"/>
          <ac:spMkLst>
            <pc:docMk/>
            <pc:sldMk cId="65345085" sldId="435"/>
            <ac:spMk id="8" creationId="{23616335-2C77-BAD3-9CF9-6B6172789975}"/>
          </ac:spMkLst>
        </pc:spChg>
      </pc:sldChg>
      <pc:sldChg chg="addSp modSp add mod">
        <pc:chgData name="蕭兆翔" userId="c09afb0b-60c9-45d8-81f2-4d7aa859f4bf" providerId="ADAL" clId="{6F9FAB1B-BF87-4C86-8CBB-A04DB701A215}" dt="2025-11-04T16:10:21.948" v="1430" actId="1076"/>
        <pc:sldMkLst>
          <pc:docMk/>
          <pc:sldMk cId="969299276" sldId="436"/>
        </pc:sldMkLst>
        <pc:spChg chg="add mod">
          <ac:chgData name="蕭兆翔" userId="c09afb0b-60c9-45d8-81f2-4d7aa859f4bf" providerId="ADAL" clId="{6F9FAB1B-BF87-4C86-8CBB-A04DB701A215}" dt="2025-11-04T16:10:00.259" v="1382" actId="1076"/>
          <ac:spMkLst>
            <pc:docMk/>
            <pc:sldMk cId="969299276" sldId="436"/>
            <ac:spMk id="6" creationId="{6A1CE87B-8F0F-08D6-4366-23DC4F41A675}"/>
          </ac:spMkLst>
        </pc:spChg>
        <pc:spChg chg="add mod">
          <ac:chgData name="蕭兆翔" userId="c09afb0b-60c9-45d8-81f2-4d7aa859f4bf" providerId="ADAL" clId="{6F9FAB1B-BF87-4C86-8CBB-A04DB701A215}" dt="2025-11-04T16:10:21.948" v="1430" actId="1076"/>
          <ac:spMkLst>
            <pc:docMk/>
            <pc:sldMk cId="969299276" sldId="436"/>
            <ac:spMk id="7" creationId="{B9A83B71-4A6C-1D18-9A80-5EE634A7F5C4}"/>
          </ac:spMkLst>
        </pc:spChg>
      </pc:sldChg>
      <pc:sldChg chg="modSp add mod">
        <pc:chgData name="蕭兆翔" userId="c09afb0b-60c9-45d8-81f2-4d7aa859f4bf" providerId="ADAL" clId="{6F9FAB1B-BF87-4C86-8CBB-A04DB701A215}" dt="2025-11-05T04:40:32.362" v="2452" actId="20577"/>
        <pc:sldMkLst>
          <pc:docMk/>
          <pc:sldMk cId="3173015160" sldId="438"/>
        </pc:sldMkLst>
        <pc:spChg chg="mod">
          <ac:chgData name="蕭兆翔" userId="c09afb0b-60c9-45d8-81f2-4d7aa859f4bf" providerId="ADAL" clId="{6F9FAB1B-BF87-4C86-8CBB-A04DB701A215}" dt="2025-11-05T04:40:32.362" v="2452" actId="20577"/>
          <ac:spMkLst>
            <pc:docMk/>
            <pc:sldMk cId="3173015160" sldId="438"/>
            <ac:spMk id="3" creationId="{9C027E6B-2F35-A59F-64B1-05B91CD0645D}"/>
          </ac:spMkLst>
        </pc:spChg>
      </pc:sldChg>
      <pc:sldChg chg="add">
        <pc:chgData name="蕭兆翔" userId="c09afb0b-60c9-45d8-81f2-4d7aa859f4bf" providerId="ADAL" clId="{6F9FAB1B-BF87-4C86-8CBB-A04DB701A215}" dt="2025-11-04T17:23:15.399" v="1838"/>
        <pc:sldMkLst>
          <pc:docMk/>
          <pc:sldMk cId="3897357933" sldId="440"/>
        </pc:sldMkLst>
      </pc:sldChg>
      <pc:sldChg chg="add ord">
        <pc:chgData name="蕭兆翔" userId="c09afb0b-60c9-45d8-81f2-4d7aa859f4bf" providerId="ADAL" clId="{6F9FAB1B-BF87-4C86-8CBB-A04DB701A215}" dt="2025-11-04T13:43:34.686" v="504"/>
        <pc:sldMkLst>
          <pc:docMk/>
          <pc:sldMk cId="4257744211" sldId="441"/>
        </pc:sldMkLst>
      </pc:sldChg>
      <pc:sldChg chg="modSp add mod ord">
        <pc:chgData name="蕭兆翔" userId="c09afb0b-60c9-45d8-81f2-4d7aa859f4bf" providerId="ADAL" clId="{6F9FAB1B-BF87-4C86-8CBB-A04DB701A215}" dt="2025-11-05T04:20:38.530" v="2183" actId="207"/>
        <pc:sldMkLst>
          <pc:docMk/>
          <pc:sldMk cId="3289803837" sldId="442"/>
        </pc:sldMkLst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2" creationId="{87402770-4A08-0171-51D0-DCD03BDB1F8C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3" creationId="{2B20777C-6F3A-778D-08D8-6E6C33630726}"/>
          </ac:spMkLst>
        </pc:spChg>
        <pc:spChg chg="mod">
          <ac:chgData name="蕭兆翔" userId="c09afb0b-60c9-45d8-81f2-4d7aa859f4bf" providerId="ADAL" clId="{6F9FAB1B-BF87-4C86-8CBB-A04DB701A215}" dt="2025-11-04T16:08:28.140" v="1371" actId="207"/>
          <ac:spMkLst>
            <pc:docMk/>
            <pc:sldMk cId="3289803837" sldId="442"/>
            <ac:spMk id="7" creationId="{5DC3F086-5AB1-2293-0BC1-9AEC148ED643}"/>
          </ac:spMkLst>
        </pc:spChg>
        <pc:spChg chg="mod">
          <ac:chgData name="蕭兆翔" userId="c09afb0b-60c9-45d8-81f2-4d7aa859f4bf" providerId="ADAL" clId="{6F9FAB1B-BF87-4C86-8CBB-A04DB701A215}" dt="2025-11-05T04:19:47.934" v="2179" actId="207"/>
          <ac:spMkLst>
            <pc:docMk/>
            <pc:sldMk cId="3289803837" sldId="442"/>
            <ac:spMk id="9" creationId="{2F605E6C-7B6D-61D8-307C-E89B0A49E5E0}"/>
          </ac:spMkLst>
        </pc:spChg>
        <pc:spChg chg="mod">
          <ac:chgData name="蕭兆翔" userId="c09afb0b-60c9-45d8-81f2-4d7aa859f4bf" providerId="ADAL" clId="{6F9FAB1B-BF87-4C86-8CBB-A04DB701A215}" dt="2025-11-05T04:18:58.032" v="2173" actId="207"/>
          <ac:spMkLst>
            <pc:docMk/>
            <pc:sldMk cId="3289803837" sldId="442"/>
            <ac:spMk id="10" creationId="{0C1353C9-FFF7-C9D5-4F44-604702E33321}"/>
          </ac:spMkLst>
        </pc:spChg>
        <pc:spChg chg="mod">
          <ac:chgData name="蕭兆翔" userId="c09afb0b-60c9-45d8-81f2-4d7aa859f4bf" providerId="ADAL" clId="{6F9FAB1B-BF87-4C86-8CBB-A04DB701A215}" dt="2025-11-05T04:20:38.530" v="2183" actId="207"/>
          <ac:spMkLst>
            <pc:docMk/>
            <pc:sldMk cId="3289803837" sldId="442"/>
            <ac:spMk id="11" creationId="{17EFA727-75AF-1608-92C1-A7CF2EDA1F50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12" creationId="{D5C95814-0158-64A1-1954-4FB335673634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17" creationId="{38F5F061-0732-F723-5261-8922C09BD548}"/>
          </ac:spMkLst>
        </pc:spChg>
        <pc:spChg chg="mod">
          <ac:chgData name="蕭兆翔" userId="c09afb0b-60c9-45d8-81f2-4d7aa859f4bf" providerId="ADAL" clId="{6F9FAB1B-BF87-4C86-8CBB-A04DB701A215}" dt="2025-11-05T04:19:57.118" v="2182" actId="13926"/>
          <ac:spMkLst>
            <pc:docMk/>
            <pc:sldMk cId="3289803837" sldId="442"/>
            <ac:spMk id="34" creationId="{20B91DD6-2F8D-F513-C429-5B0BFA9704E1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37" creationId="{0B8EB81A-E377-EADB-B56A-A89AA3063EBE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38" creationId="{0DA6C8CA-0554-F41F-5886-B239F77DDFCA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39" creationId="{972944A5-CAD5-B492-B916-D3A55D640725}"/>
          </ac:spMkLst>
        </pc:spChg>
        <pc:spChg chg="mod">
          <ac:chgData name="蕭兆翔" userId="c09afb0b-60c9-45d8-81f2-4d7aa859f4bf" providerId="ADAL" clId="{6F9FAB1B-BF87-4C86-8CBB-A04DB701A215}" dt="2025-11-05T04:18:27.204" v="2171" actId="2711"/>
          <ac:spMkLst>
            <pc:docMk/>
            <pc:sldMk cId="3289803837" sldId="442"/>
            <ac:spMk id="40" creationId="{9B29450E-AEB7-BC97-D8B9-66411D33F6BD}"/>
          </ac:spMkLst>
        </pc:spChg>
        <pc:cxnChg chg="mod">
          <ac:chgData name="蕭兆翔" userId="c09afb0b-60c9-45d8-81f2-4d7aa859f4bf" providerId="ADAL" clId="{6F9FAB1B-BF87-4C86-8CBB-A04DB701A215}" dt="2025-11-05T04:18:44.895" v="2172" actId="208"/>
          <ac:cxnSpMkLst>
            <pc:docMk/>
            <pc:sldMk cId="3289803837" sldId="442"/>
            <ac:cxnSpMk id="19" creationId="{F4FB654A-4B05-8ED1-4BF3-BAD3F192E54B}"/>
          </ac:cxnSpMkLst>
        </pc:cxnChg>
        <pc:cxnChg chg="mod">
          <ac:chgData name="蕭兆翔" userId="c09afb0b-60c9-45d8-81f2-4d7aa859f4bf" providerId="ADAL" clId="{6F9FAB1B-BF87-4C86-8CBB-A04DB701A215}" dt="2025-11-05T04:18:44.895" v="2172" actId="208"/>
          <ac:cxnSpMkLst>
            <pc:docMk/>
            <pc:sldMk cId="3289803837" sldId="442"/>
            <ac:cxnSpMk id="21" creationId="{8F4D8CEF-D80F-AD20-7ED1-18040F9335C7}"/>
          </ac:cxnSpMkLst>
        </pc:cxnChg>
        <pc:cxnChg chg="mod">
          <ac:chgData name="蕭兆翔" userId="c09afb0b-60c9-45d8-81f2-4d7aa859f4bf" providerId="ADAL" clId="{6F9FAB1B-BF87-4C86-8CBB-A04DB701A215}" dt="2025-11-05T04:18:44.895" v="2172" actId="208"/>
          <ac:cxnSpMkLst>
            <pc:docMk/>
            <pc:sldMk cId="3289803837" sldId="442"/>
            <ac:cxnSpMk id="23" creationId="{ACDE2280-31AB-3713-A6D9-6606753A659B}"/>
          </ac:cxnSpMkLst>
        </pc:cxnChg>
        <pc:cxnChg chg="mod">
          <ac:chgData name="蕭兆翔" userId="c09afb0b-60c9-45d8-81f2-4d7aa859f4bf" providerId="ADAL" clId="{6F9FAB1B-BF87-4C86-8CBB-A04DB701A215}" dt="2025-11-05T04:18:44.895" v="2172" actId="208"/>
          <ac:cxnSpMkLst>
            <pc:docMk/>
            <pc:sldMk cId="3289803837" sldId="442"/>
            <ac:cxnSpMk id="31" creationId="{D55AAB5B-6312-C18B-9E5A-77EBE8BA70C2}"/>
          </ac:cxnSpMkLst>
        </pc:cxnChg>
      </pc:sldChg>
      <pc:sldChg chg="modSp add mod">
        <pc:chgData name="蕭兆翔" userId="c09afb0b-60c9-45d8-81f2-4d7aa859f4bf" providerId="ADAL" clId="{6F9FAB1B-BF87-4C86-8CBB-A04DB701A215}" dt="2025-11-05T04:17:36.548" v="2166" actId="20577"/>
        <pc:sldMkLst>
          <pc:docMk/>
          <pc:sldMk cId="1938451508" sldId="443"/>
        </pc:sldMkLst>
        <pc:spChg chg="mod">
          <ac:chgData name="蕭兆翔" userId="c09afb0b-60c9-45d8-81f2-4d7aa859f4bf" providerId="ADAL" clId="{6F9FAB1B-BF87-4C86-8CBB-A04DB701A215}" dt="2025-11-05T04:17:36.548" v="2166" actId="20577"/>
          <ac:spMkLst>
            <pc:docMk/>
            <pc:sldMk cId="1938451508" sldId="443"/>
            <ac:spMk id="11" creationId="{E26C024F-8D48-C094-4368-FA6AC37805D8}"/>
          </ac:spMkLst>
        </pc:spChg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4009475990" sldId="444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3164861290" sldId="445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1060592782" sldId="446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3555784358" sldId="447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2891202196" sldId="449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3532820105" sldId="450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3414546521" sldId="451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979397165" sldId="452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128881839" sldId="453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1177463157" sldId="454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1198480473" sldId="455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2787450398" sldId="456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2433488556" sldId="457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2495748965" sldId="458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844977940" sldId="459"/>
        </pc:sldMkLst>
      </pc:sldChg>
      <pc:sldChg chg="add">
        <pc:chgData name="蕭兆翔" userId="c09afb0b-60c9-45d8-81f2-4d7aa859f4bf" providerId="ADAL" clId="{6F9FAB1B-BF87-4C86-8CBB-A04DB701A215}" dt="2025-11-04T13:40:37.347" v="466"/>
        <pc:sldMkLst>
          <pc:docMk/>
          <pc:sldMk cId="3602093754" sldId="460"/>
        </pc:sldMkLst>
      </pc:sldChg>
      <pc:sldChg chg="addSp delSp modSp add mod">
        <pc:chgData name="蕭兆翔" userId="c09afb0b-60c9-45d8-81f2-4d7aa859f4bf" providerId="ADAL" clId="{6F9FAB1B-BF87-4C86-8CBB-A04DB701A215}" dt="2025-11-04T14:35:53.032" v="765" actId="20577"/>
        <pc:sldMkLst>
          <pc:docMk/>
          <pc:sldMk cId="3401654252" sldId="461"/>
        </pc:sldMkLst>
        <pc:spChg chg="mod">
          <ac:chgData name="蕭兆翔" userId="c09afb0b-60c9-45d8-81f2-4d7aa859f4bf" providerId="ADAL" clId="{6F9FAB1B-BF87-4C86-8CBB-A04DB701A215}" dt="2025-11-04T14:35:53.032" v="765" actId="20577"/>
          <ac:spMkLst>
            <pc:docMk/>
            <pc:sldMk cId="3401654252" sldId="461"/>
            <ac:spMk id="4" creationId="{3B54DBF4-4871-D060-2475-A5C151B079E3}"/>
          </ac:spMkLst>
        </pc:spChg>
      </pc:sldChg>
      <pc:sldChg chg="addSp modSp mod">
        <pc:chgData name="蕭兆翔" userId="c09afb0b-60c9-45d8-81f2-4d7aa859f4bf" providerId="ADAL" clId="{6F9FAB1B-BF87-4C86-8CBB-A04DB701A215}" dt="2025-11-04T16:14:21.749" v="1468" actId="20577"/>
        <pc:sldMkLst>
          <pc:docMk/>
          <pc:sldMk cId="537865537" sldId="464"/>
        </pc:sldMkLst>
        <pc:spChg chg="mod">
          <ac:chgData name="蕭兆翔" userId="c09afb0b-60c9-45d8-81f2-4d7aa859f4bf" providerId="ADAL" clId="{6F9FAB1B-BF87-4C86-8CBB-A04DB701A215}" dt="2025-11-04T14:46:15.056" v="992" actId="2711"/>
          <ac:spMkLst>
            <pc:docMk/>
            <pc:sldMk cId="537865537" sldId="464"/>
            <ac:spMk id="4" creationId="{F719A97C-4392-2775-B2AD-171F98A39B7B}"/>
          </ac:spMkLst>
        </pc:spChg>
        <pc:spChg chg="add mod">
          <ac:chgData name="蕭兆翔" userId="c09afb0b-60c9-45d8-81f2-4d7aa859f4bf" providerId="ADAL" clId="{6F9FAB1B-BF87-4C86-8CBB-A04DB701A215}" dt="2025-11-04T16:14:21.749" v="1468" actId="20577"/>
          <ac:spMkLst>
            <pc:docMk/>
            <pc:sldMk cId="537865537" sldId="464"/>
            <ac:spMk id="11" creationId="{67BAAA3F-7A35-0434-0C35-88C3B44A56D0}"/>
          </ac:spMkLst>
        </pc:spChg>
      </pc:sldChg>
      <pc:sldChg chg="addSp modSp mod">
        <pc:chgData name="蕭兆翔" userId="c09afb0b-60c9-45d8-81f2-4d7aa859f4bf" providerId="ADAL" clId="{6F9FAB1B-BF87-4C86-8CBB-A04DB701A215}" dt="2025-11-04T14:54:17.687" v="1110" actId="20577"/>
        <pc:sldMkLst>
          <pc:docMk/>
          <pc:sldMk cId="2616976071" sldId="467"/>
        </pc:sldMkLst>
        <pc:spChg chg="add mod">
          <ac:chgData name="蕭兆翔" userId="c09afb0b-60c9-45d8-81f2-4d7aa859f4bf" providerId="ADAL" clId="{6F9FAB1B-BF87-4C86-8CBB-A04DB701A215}" dt="2025-11-04T14:45:58.967" v="984"/>
          <ac:spMkLst>
            <pc:docMk/>
            <pc:sldMk cId="2616976071" sldId="467"/>
            <ac:spMk id="3" creationId="{BAD748D7-9AE1-7D33-4BB1-65376E66E228}"/>
          </ac:spMkLst>
        </pc:spChg>
        <pc:spChg chg="mod">
          <ac:chgData name="蕭兆翔" userId="c09afb0b-60c9-45d8-81f2-4d7aa859f4bf" providerId="ADAL" clId="{6F9FAB1B-BF87-4C86-8CBB-A04DB701A215}" dt="2025-11-04T14:46:19.643" v="995" actId="20577"/>
          <ac:spMkLst>
            <pc:docMk/>
            <pc:sldMk cId="2616976071" sldId="467"/>
            <ac:spMk id="4" creationId="{B866495B-6B68-94CC-F1E5-6BC5CEBC58D6}"/>
          </ac:spMkLst>
        </pc:spChg>
        <pc:spChg chg="add mod">
          <ac:chgData name="蕭兆翔" userId="c09afb0b-60c9-45d8-81f2-4d7aa859f4bf" providerId="ADAL" clId="{6F9FAB1B-BF87-4C86-8CBB-A04DB701A215}" dt="2025-11-04T14:54:14.207" v="1100" actId="1076"/>
          <ac:spMkLst>
            <pc:docMk/>
            <pc:sldMk cId="2616976071" sldId="467"/>
            <ac:spMk id="6" creationId="{5C20FF13-3694-DACE-7D71-7E4968551200}"/>
          </ac:spMkLst>
        </pc:spChg>
        <pc:spChg chg="mod">
          <ac:chgData name="蕭兆翔" userId="c09afb0b-60c9-45d8-81f2-4d7aa859f4bf" providerId="ADAL" clId="{6F9FAB1B-BF87-4C86-8CBB-A04DB701A215}" dt="2025-11-04T14:54:17.687" v="1110" actId="20577"/>
          <ac:spMkLst>
            <pc:docMk/>
            <pc:sldMk cId="2616976071" sldId="467"/>
            <ac:spMk id="55" creationId="{5BF89E23-61D2-0F9B-D1A4-52BBF890DB83}"/>
          </ac:spMkLst>
        </pc:spChg>
      </pc:sldChg>
      <pc:sldChg chg="addSp modSp mod">
        <pc:chgData name="蕭兆翔" userId="c09afb0b-60c9-45d8-81f2-4d7aa859f4bf" providerId="ADAL" clId="{6F9FAB1B-BF87-4C86-8CBB-A04DB701A215}" dt="2025-11-04T17:15:24.339" v="1770" actId="1076"/>
        <pc:sldMkLst>
          <pc:docMk/>
          <pc:sldMk cId="4232115690" sldId="471"/>
        </pc:sldMkLst>
        <pc:spChg chg="mod">
          <ac:chgData name="蕭兆翔" userId="c09afb0b-60c9-45d8-81f2-4d7aa859f4bf" providerId="ADAL" clId="{6F9FAB1B-BF87-4C86-8CBB-A04DB701A215}" dt="2025-11-04T17:15:21.386" v="1768" actId="1076"/>
          <ac:spMkLst>
            <pc:docMk/>
            <pc:sldMk cId="4232115690" sldId="471"/>
            <ac:spMk id="3" creationId="{A17A16DF-F655-C4F6-3432-873C1A125ED3}"/>
          </ac:spMkLst>
        </pc:spChg>
        <pc:spChg chg="mod">
          <ac:chgData name="蕭兆翔" userId="c09afb0b-60c9-45d8-81f2-4d7aa859f4bf" providerId="ADAL" clId="{6F9FAB1B-BF87-4C86-8CBB-A04DB701A215}" dt="2025-11-04T14:52:12.599" v="1042" actId="20577"/>
          <ac:spMkLst>
            <pc:docMk/>
            <pc:sldMk cId="4232115690" sldId="471"/>
            <ac:spMk id="4" creationId="{F451F9FE-3B57-779F-28EC-CFA6D9667210}"/>
          </ac:spMkLst>
        </pc:spChg>
        <pc:spChg chg="add mod">
          <ac:chgData name="蕭兆翔" userId="c09afb0b-60c9-45d8-81f2-4d7aa859f4bf" providerId="ADAL" clId="{6F9FAB1B-BF87-4C86-8CBB-A04DB701A215}" dt="2025-11-04T14:46:41.458" v="998"/>
          <ac:spMkLst>
            <pc:docMk/>
            <pc:sldMk cId="4232115690" sldId="471"/>
            <ac:spMk id="5" creationId="{2CC009D0-8A97-DCAD-80A8-BD31327DE004}"/>
          </ac:spMkLst>
        </pc:spChg>
        <pc:spChg chg="mod">
          <ac:chgData name="蕭兆翔" userId="c09afb0b-60c9-45d8-81f2-4d7aa859f4bf" providerId="ADAL" clId="{6F9FAB1B-BF87-4C86-8CBB-A04DB701A215}" dt="2025-11-04T17:15:21.386" v="1768" actId="1076"/>
          <ac:spMkLst>
            <pc:docMk/>
            <pc:sldMk cId="4232115690" sldId="471"/>
            <ac:spMk id="6" creationId="{E180397C-CA5B-036F-2423-32B049D2BB6E}"/>
          </ac:spMkLst>
        </pc:spChg>
        <pc:spChg chg="mod">
          <ac:chgData name="蕭兆翔" userId="c09afb0b-60c9-45d8-81f2-4d7aa859f4bf" providerId="ADAL" clId="{6F9FAB1B-BF87-4C86-8CBB-A04DB701A215}" dt="2025-11-04T17:15:24.339" v="1770" actId="1076"/>
          <ac:spMkLst>
            <pc:docMk/>
            <pc:sldMk cId="4232115690" sldId="471"/>
            <ac:spMk id="27" creationId="{3353FAF0-3BAC-6A09-D61D-B04B3E786571}"/>
          </ac:spMkLst>
        </pc:spChg>
        <pc:spChg chg="mod">
          <ac:chgData name="蕭兆翔" userId="c09afb0b-60c9-45d8-81f2-4d7aa859f4bf" providerId="ADAL" clId="{6F9FAB1B-BF87-4C86-8CBB-A04DB701A215}" dt="2025-11-04T17:15:21.386" v="1768" actId="1076"/>
          <ac:spMkLst>
            <pc:docMk/>
            <pc:sldMk cId="4232115690" sldId="471"/>
            <ac:spMk id="31" creationId="{F7DB072A-24A5-F9F6-BDB3-3239C6E3C1F7}"/>
          </ac:spMkLst>
        </pc:spChg>
      </pc:sldChg>
      <pc:sldChg chg="addSp modSp">
        <pc:chgData name="蕭兆翔" userId="c09afb0b-60c9-45d8-81f2-4d7aa859f4bf" providerId="ADAL" clId="{6F9FAB1B-BF87-4C86-8CBB-A04DB701A215}" dt="2025-11-04T14:57:50.758" v="1199" actId="20577"/>
        <pc:sldMkLst>
          <pc:docMk/>
          <pc:sldMk cId="1710291920" sldId="472"/>
        </pc:sldMkLst>
        <pc:spChg chg="add mod">
          <ac:chgData name="蕭兆翔" userId="c09afb0b-60c9-45d8-81f2-4d7aa859f4bf" providerId="ADAL" clId="{6F9FAB1B-BF87-4C86-8CBB-A04DB701A215}" dt="2025-11-04T14:46:42.914" v="999"/>
          <ac:spMkLst>
            <pc:docMk/>
            <pc:sldMk cId="1710291920" sldId="472"/>
            <ac:spMk id="3" creationId="{F77BE5F6-B4A7-A312-18CA-FA79565AD03E}"/>
          </ac:spMkLst>
        </pc:spChg>
        <pc:spChg chg="mod">
          <ac:chgData name="蕭兆翔" userId="c09afb0b-60c9-45d8-81f2-4d7aa859f4bf" providerId="ADAL" clId="{6F9FAB1B-BF87-4C86-8CBB-A04DB701A215}" dt="2025-11-04T14:57:50.758" v="1199" actId="20577"/>
          <ac:spMkLst>
            <pc:docMk/>
            <pc:sldMk cId="1710291920" sldId="472"/>
            <ac:spMk id="4" creationId="{92F0C3BF-8C58-61DA-849C-EE8749E9C72A}"/>
          </ac:spMkLst>
        </pc:spChg>
      </pc:sldChg>
      <pc:sldChg chg="addSp modSp">
        <pc:chgData name="蕭兆翔" userId="c09afb0b-60c9-45d8-81f2-4d7aa859f4bf" providerId="ADAL" clId="{6F9FAB1B-BF87-4C86-8CBB-A04DB701A215}" dt="2025-11-04T14:57:55.076" v="1205" actId="20577"/>
        <pc:sldMkLst>
          <pc:docMk/>
          <pc:sldMk cId="1348720815" sldId="473"/>
        </pc:sldMkLst>
        <pc:spChg chg="add mod">
          <ac:chgData name="蕭兆翔" userId="c09afb0b-60c9-45d8-81f2-4d7aa859f4bf" providerId="ADAL" clId="{6F9FAB1B-BF87-4C86-8CBB-A04DB701A215}" dt="2025-11-04T14:46:43.947" v="1000"/>
          <ac:spMkLst>
            <pc:docMk/>
            <pc:sldMk cId="1348720815" sldId="473"/>
            <ac:spMk id="3" creationId="{39E0E7FB-6D92-E0F2-934B-53C8573BC75E}"/>
          </ac:spMkLst>
        </pc:spChg>
        <pc:spChg chg="mod">
          <ac:chgData name="蕭兆翔" userId="c09afb0b-60c9-45d8-81f2-4d7aa859f4bf" providerId="ADAL" clId="{6F9FAB1B-BF87-4C86-8CBB-A04DB701A215}" dt="2025-11-04T14:57:55.076" v="1205" actId="20577"/>
          <ac:spMkLst>
            <pc:docMk/>
            <pc:sldMk cId="1348720815" sldId="473"/>
            <ac:spMk id="4" creationId="{AC18BD30-FC94-B6FB-9D6A-7F529AE41C89}"/>
          </ac:spMkLst>
        </pc:spChg>
        <pc:spChg chg="mod">
          <ac:chgData name="蕭兆翔" userId="c09afb0b-60c9-45d8-81f2-4d7aa859f4bf" providerId="ADAL" clId="{6F9FAB1B-BF87-4C86-8CBB-A04DB701A215}" dt="2025-11-04T14:56:40.460" v="1196" actId="20577"/>
          <ac:spMkLst>
            <pc:docMk/>
            <pc:sldMk cId="1348720815" sldId="473"/>
            <ac:spMk id="27" creationId="{E03C4F1F-6E22-13AB-F42C-DD950584D4BC}"/>
          </ac:spMkLst>
        </pc:spChg>
      </pc:sldChg>
      <pc:sldChg chg="addSp modSp">
        <pc:chgData name="蕭兆翔" userId="c09afb0b-60c9-45d8-81f2-4d7aa859f4bf" providerId="ADAL" clId="{6F9FAB1B-BF87-4C86-8CBB-A04DB701A215}" dt="2025-11-04T14:46:44.866" v="1001"/>
        <pc:sldMkLst>
          <pc:docMk/>
          <pc:sldMk cId="1079332812" sldId="475"/>
        </pc:sldMkLst>
        <pc:spChg chg="add mod">
          <ac:chgData name="蕭兆翔" userId="c09afb0b-60c9-45d8-81f2-4d7aa859f4bf" providerId="ADAL" clId="{6F9FAB1B-BF87-4C86-8CBB-A04DB701A215}" dt="2025-11-04T14:46:44.866" v="1001"/>
          <ac:spMkLst>
            <pc:docMk/>
            <pc:sldMk cId="1079332812" sldId="475"/>
            <ac:spMk id="4" creationId="{6C45410B-EA39-94D0-FCA9-D46BB814A2FB}"/>
          </ac:spMkLst>
        </pc:spChg>
      </pc:sldChg>
      <pc:sldChg chg="addSp delSp modSp mod">
        <pc:chgData name="蕭兆翔" userId="c09afb0b-60c9-45d8-81f2-4d7aa859f4bf" providerId="ADAL" clId="{6F9FAB1B-BF87-4C86-8CBB-A04DB701A215}" dt="2025-11-04T17:19:42.613" v="1829"/>
        <pc:sldMkLst>
          <pc:docMk/>
          <pc:sldMk cId="2741163584" sldId="476"/>
        </pc:sldMkLst>
        <pc:spChg chg="add mod">
          <ac:chgData name="蕭兆翔" userId="c09afb0b-60c9-45d8-81f2-4d7aa859f4bf" providerId="ADAL" clId="{6F9FAB1B-BF87-4C86-8CBB-A04DB701A215}" dt="2025-11-04T17:19:41.511" v="1827"/>
          <ac:spMkLst>
            <pc:docMk/>
            <pc:sldMk cId="2741163584" sldId="476"/>
            <ac:spMk id="4" creationId="{5E7A5DCA-B133-B2EF-5D19-B9C231DD5ACB}"/>
          </ac:spMkLst>
        </pc:spChg>
        <pc:spChg chg="mod">
          <ac:chgData name="蕭兆翔" userId="c09afb0b-60c9-45d8-81f2-4d7aa859f4bf" providerId="ADAL" clId="{6F9FAB1B-BF87-4C86-8CBB-A04DB701A215}" dt="2025-11-04T14:57:59.005" v="1208" actId="20577"/>
          <ac:spMkLst>
            <pc:docMk/>
            <pc:sldMk cId="2741163584" sldId="476"/>
            <ac:spMk id="6" creationId="{CE35CE65-ADF1-00CD-768E-F75B24A6870A}"/>
          </ac:spMkLst>
        </pc:spChg>
        <pc:spChg chg="add mod">
          <ac:chgData name="蕭兆翔" userId="c09afb0b-60c9-45d8-81f2-4d7aa859f4bf" providerId="ADAL" clId="{6F9FAB1B-BF87-4C86-8CBB-A04DB701A215}" dt="2025-11-04T17:18:35.238" v="1791" actId="1076"/>
          <ac:spMkLst>
            <pc:docMk/>
            <pc:sldMk cId="2741163584" sldId="476"/>
            <ac:spMk id="7" creationId="{6AAF20E3-4938-D9EB-5AB6-0AA0305FFA01}"/>
          </ac:spMkLst>
        </pc:spChg>
        <pc:spChg chg="add mod">
          <ac:chgData name="蕭兆翔" userId="c09afb0b-60c9-45d8-81f2-4d7aa859f4bf" providerId="ADAL" clId="{6F9FAB1B-BF87-4C86-8CBB-A04DB701A215}" dt="2025-11-04T17:19:42.613" v="1829"/>
          <ac:spMkLst>
            <pc:docMk/>
            <pc:sldMk cId="2741163584" sldId="476"/>
            <ac:spMk id="9" creationId="{EEB97B86-91DD-E643-0BC1-DB1D79C7F539}"/>
          </ac:spMkLst>
        </pc:spChg>
        <pc:spChg chg="add mod">
          <ac:chgData name="蕭兆翔" userId="c09afb0b-60c9-45d8-81f2-4d7aa859f4bf" providerId="ADAL" clId="{6F9FAB1B-BF87-4C86-8CBB-A04DB701A215}" dt="2025-11-04T14:46:46.891" v="1002"/>
          <ac:spMkLst>
            <pc:docMk/>
            <pc:sldMk cId="2741163584" sldId="476"/>
            <ac:spMk id="12" creationId="{ADC56F9A-6678-DD77-0D0D-BA8D3D1D4EA8}"/>
          </ac:spMkLst>
        </pc:spChg>
        <pc:spChg chg="add mod">
          <ac:chgData name="蕭兆翔" userId="c09afb0b-60c9-45d8-81f2-4d7aa859f4bf" providerId="ADAL" clId="{6F9FAB1B-BF87-4C86-8CBB-A04DB701A215}" dt="2025-11-04T17:18:38.723" v="1793" actId="1076"/>
          <ac:spMkLst>
            <pc:docMk/>
            <pc:sldMk cId="2741163584" sldId="476"/>
            <ac:spMk id="14" creationId="{A4093D5B-D809-0208-62B1-B6050D8BEF03}"/>
          </ac:spMkLst>
        </pc:spChg>
      </pc:sldChg>
      <pc:sldChg chg="addSp modSp">
        <pc:chgData name="蕭兆翔" userId="c09afb0b-60c9-45d8-81f2-4d7aa859f4bf" providerId="ADAL" clId="{6F9FAB1B-BF87-4C86-8CBB-A04DB701A215}" dt="2025-11-04T14:58:02.219" v="1211" actId="20577"/>
        <pc:sldMkLst>
          <pc:docMk/>
          <pc:sldMk cId="1031891745" sldId="477"/>
        </pc:sldMkLst>
        <pc:spChg chg="add mod">
          <ac:chgData name="蕭兆翔" userId="c09afb0b-60c9-45d8-81f2-4d7aa859f4bf" providerId="ADAL" clId="{6F9FAB1B-BF87-4C86-8CBB-A04DB701A215}" dt="2025-11-04T14:46:50.786" v="1003"/>
          <ac:spMkLst>
            <pc:docMk/>
            <pc:sldMk cId="1031891745" sldId="477"/>
            <ac:spMk id="3" creationId="{6D102909-DA61-876A-7E3E-AA267028CF6A}"/>
          </ac:spMkLst>
        </pc:spChg>
        <pc:spChg chg="mod">
          <ac:chgData name="蕭兆翔" userId="c09afb0b-60c9-45d8-81f2-4d7aa859f4bf" providerId="ADAL" clId="{6F9FAB1B-BF87-4C86-8CBB-A04DB701A215}" dt="2025-11-04T14:58:02.219" v="1211" actId="20577"/>
          <ac:spMkLst>
            <pc:docMk/>
            <pc:sldMk cId="1031891745" sldId="477"/>
            <ac:spMk id="6" creationId="{C5BCE37E-F2D4-81B6-3EF5-80C1F1B69488}"/>
          </ac:spMkLst>
        </pc:spChg>
      </pc:sldChg>
      <pc:sldChg chg="addSp modSp mod">
        <pc:chgData name="蕭兆翔" userId="c09afb0b-60c9-45d8-81f2-4d7aa859f4bf" providerId="ADAL" clId="{6F9FAB1B-BF87-4C86-8CBB-A04DB701A215}" dt="2025-11-04T14:54:53.545" v="1139" actId="1076"/>
        <pc:sldMkLst>
          <pc:docMk/>
          <pc:sldMk cId="4051163356" sldId="478"/>
        </pc:sldMkLst>
        <pc:spChg chg="add mod">
          <ac:chgData name="蕭兆翔" userId="c09afb0b-60c9-45d8-81f2-4d7aa859f4bf" providerId="ADAL" clId="{6F9FAB1B-BF87-4C86-8CBB-A04DB701A215}" dt="2025-11-04T14:53:53.133" v="1073" actId="20577"/>
          <ac:spMkLst>
            <pc:docMk/>
            <pc:sldMk cId="4051163356" sldId="478"/>
            <ac:spMk id="9" creationId="{017CFE8D-FD90-9D02-4346-EE0D9628848F}"/>
          </ac:spMkLst>
        </pc:spChg>
        <pc:spChg chg="add mod">
          <ac:chgData name="蕭兆翔" userId="c09afb0b-60c9-45d8-81f2-4d7aa859f4bf" providerId="ADAL" clId="{6F9FAB1B-BF87-4C86-8CBB-A04DB701A215}" dt="2025-11-04T14:54:53.545" v="1139" actId="1076"/>
          <ac:spMkLst>
            <pc:docMk/>
            <pc:sldMk cId="4051163356" sldId="478"/>
            <ac:spMk id="11" creationId="{45596E98-E118-71B9-32F5-456A3BD4F4C0}"/>
          </ac:spMkLst>
        </pc:spChg>
        <pc:spChg chg="mod">
          <ac:chgData name="蕭兆翔" userId="c09afb0b-60c9-45d8-81f2-4d7aa859f4bf" providerId="ADAL" clId="{6F9FAB1B-BF87-4C86-8CBB-A04DB701A215}" dt="2025-11-04T14:54:45.695" v="1134" actId="20577"/>
          <ac:spMkLst>
            <pc:docMk/>
            <pc:sldMk cId="4051163356" sldId="478"/>
            <ac:spMk id="25" creationId="{AE740462-6BDF-3277-7467-B596001FCF12}"/>
          </ac:spMkLst>
        </pc:spChg>
      </pc:sldChg>
      <pc:sldChg chg="addSp modSp mod">
        <pc:chgData name="蕭兆翔" userId="c09afb0b-60c9-45d8-81f2-4d7aa859f4bf" providerId="ADAL" clId="{6F9FAB1B-BF87-4C86-8CBB-A04DB701A215}" dt="2025-11-04T17:29:22.974" v="1922" actId="1076"/>
        <pc:sldMkLst>
          <pc:docMk/>
          <pc:sldMk cId="961186668" sldId="479"/>
        </pc:sldMkLst>
        <pc:spChg chg="add mod">
          <ac:chgData name="蕭兆翔" userId="c09afb0b-60c9-45d8-81f2-4d7aa859f4bf" providerId="ADAL" clId="{6F9FAB1B-BF87-4C86-8CBB-A04DB701A215}" dt="2025-11-04T14:46:53.612" v="1004"/>
          <ac:spMkLst>
            <pc:docMk/>
            <pc:sldMk cId="961186668" sldId="479"/>
            <ac:spMk id="4" creationId="{AFB2A00D-846D-6D6F-6ECA-907CD34950FB}"/>
          </ac:spMkLst>
        </pc:spChg>
        <pc:spChg chg="mod">
          <ac:chgData name="蕭兆翔" userId="c09afb0b-60c9-45d8-81f2-4d7aa859f4bf" providerId="ADAL" clId="{6F9FAB1B-BF87-4C86-8CBB-A04DB701A215}" dt="2025-11-04T14:58:05.380" v="1214" actId="20577"/>
          <ac:spMkLst>
            <pc:docMk/>
            <pc:sldMk cId="961186668" sldId="479"/>
            <ac:spMk id="6" creationId="{145C0380-BC4C-C3E9-0009-CB0E4B16D539}"/>
          </ac:spMkLst>
        </pc:spChg>
        <pc:spChg chg="mod">
          <ac:chgData name="蕭兆翔" userId="c09afb0b-60c9-45d8-81f2-4d7aa859f4bf" providerId="ADAL" clId="{6F9FAB1B-BF87-4C86-8CBB-A04DB701A215}" dt="2025-11-04T17:29:22.974" v="1922" actId="1076"/>
          <ac:spMkLst>
            <pc:docMk/>
            <pc:sldMk cId="961186668" sldId="479"/>
            <ac:spMk id="45" creationId="{53BF7986-0319-81A0-BD56-3C1B88FDCFAD}"/>
          </ac:spMkLst>
        </pc:spChg>
      </pc:sldChg>
      <pc:sldChg chg="addSp delSp modSp add mod">
        <pc:chgData name="蕭兆翔" userId="c09afb0b-60c9-45d8-81f2-4d7aa859f4bf" providerId="ADAL" clId="{6F9FAB1B-BF87-4C86-8CBB-A04DB701A215}" dt="2025-11-05T05:03:27.188" v="2630" actId="20577"/>
        <pc:sldMkLst>
          <pc:docMk/>
          <pc:sldMk cId="3624089899" sldId="480"/>
        </pc:sldMkLst>
        <pc:spChg chg="mod">
          <ac:chgData name="蕭兆翔" userId="c09afb0b-60c9-45d8-81f2-4d7aa859f4bf" providerId="ADAL" clId="{6F9FAB1B-BF87-4C86-8CBB-A04DB701A215}" dt="2025-11-05T04:45:25.746" v="2503" actId="1076"/>
          <ac:spMkLst>
            <pc:docMk/>
            <pc:sldMk cId="3624089899" sldId="480"/>
            <ac:spMk id="3" creationId="{2F9718BF-291C-95B0-EFBD-A4C8F4D8F980}"/>
          </ac:spMkLst>
        </pc:spChg>
        <pc:spChg chg="mod">
          <ac:chgData name="蕭兆翔" userId="c09afb0b-60c9-45d8-81f2-4d7aa859f4bf" providerId="ADAL" clId="{6F9FAB1B-BF87-4C86-8CBB-A04DB701A215}" dt="2025-11-05T04:45:25.746" v="2503" actId="1076"/>
          <ac:spMkLst>
            <pc:docMk/>
            <pc:sldMk cId="3624089899" sldId="480"/>
            <ac:spMk id="7" creationId="{C7E77D02-9C46-28FA-2D76-758C1E3F8F77}"/>
          </ac:spMkLst>
        </pc:spChg>
        <pc:spChg chg="mod">
          <ac:chgData name="蕭兆翔" userId="c09afb0b-60c9-45d8-81f2-4d7aa859f4bf" providerId="ADAL" clId="{6F9FAB1B-BF87-4C86-8CBB-A04DB701A215}" dt="2025-11-05T04:54:19.097" v="2612" actId="1076"/>
          <ac:spMkLst>
            <pc:docMk/>
            <pc:sldMk cId="3624089899" sldId="480"/>
            <ac:spMk id="9" creationId="{406FFC65-C107-DCBA-ACA9-7A32C52053CE}"/>
          </ac:spMkLst>
        </pc:spChg>
        <pc:spChg chg="mod">
          <ac:chgData name="蕭兆翔" userId="c09afb0b-60c9-45d8-81f2-4d7aa859f4bf" providerId="ADAL" clId="{6F9FAB1B-BF87-4C86-8CBB-A04DB701A215}" dt="2025-11-05T04:47:14.894" v="2529" actId="1076"/>
          <ac:spMkLst>
            <pc:docMk/>
            <pc:sldMk cId="3624089899" sldId="480"/>
            <ac:spMk id="12" creationId="{5051D803-B966-37D7-B53A-0E289E9514C0}"/>
          </ac:spMkLst>
        </pc:spChg>
        <pc:spChg chg="mod">
          <ac:chgData name="蕭兆翔" userId="c09afb0b-60c9-45d8-81f2-4d7aa859f4bf" providerId="ADAL" clId="{6F9FAB1B-BF87-4C86-8CBB-A04DB701A215}" dt="2025-11-05T04:54:11.054" v="2611" actId="1076"/>
          <ac:spMkLst>
            <pc:docMk/>
            <pc:sldMk cId="3624089899" sldId="480"/>
            <ac:spMk id="13" creationId="{364E0CAB-36FC-A1FB-DBBB-46D105BB23EF}"/>
          </ac:spMkLst>
        </pc:spChg>
        <pc:spChg chg="mod">
          <ac:chgData name="蕭兆翔" userId="c09afb0b-60c9-45d8-81f2-4d7aa859f4bf" providerId="ADAL" clId="{6F9FAB1B-BF87-4C86-8CBB-A04DB701A215}" dt="2025-11-05T05:03:27.188" v="2630" actId="20577"/>
          <ac:spMkLst>
            <pc:docMk/>
            <pc:sldMk cId="3624089899" sldId="480"/>
            <ac:spMk id="14" creationId="{2C092833-15B5-E358-ABC3-D933C5AD646D}"/>
          </ac:spMkLst>
        </pc:spChg>
        <pc:spChg chg="add mod">
          <ac:chgData name="蕭兆翔" userId="c09afb0b-60c9-45d8-81f2-4d7aa859f4bf" providerId="ADAL" clId="{6F9FAB1B-BF87-4C86-8CBB-A04DB701A215}" dt="2025-11-05T04:50:05.613" v="2546" actId="1076"/>
          <ac:spMkLst>
            <pc:docMk/>
            <pc:sldMk cId="3624089899" sldId="480"/>
            <ac:spMk id="15" creationId="{1456A953-D298-E8F6-DFAD-A94A3CF6374F}"/>
          </ac:spMkLst>
        </pc:spChg>
        <pc:spChg chg="mod">
          <ac:chgData name="蕭兆翔" userId="c09afb0b-60c9-45d8-81f2-4d7aa859f4bf" providerId="ADAL" clId="{6F9FAB1B-BF87-4C86-8CBB-A04DB701A215}" dt="2025-11-05T04:47:21.069" v="2531" actId="207"/>
          <ac:spMkLst>
            <pc:docMk/>
            <pc:sldMk cId="3624089899" sldId="480"/>
            <ac:spMk id="16" creationId="{D733E302-3F72-3D4A-F36E-1E1ACDF351EA}"/>
          </ac:spMkLst>
        </pc:spChg>
        <pc:spChg chg="add mod">
          <ac:chgData name="蕭兆翔" userId="c09afb0b-60c9-45d8-81f2-4d7aa859f4bf" providerId="ADAL" clId="{6F9FAB1B-BF87-4C86-8CBB-A04DB701A215}" dt="2025-11-05T04:54:19.097" v="2612" actId="1076"/>
          <ac:spMkLst>
            <pc:docMk/>
            <pc:sldMk cId="3624089899" sldId="480"/>
            <ac:spMk id="18" creationId="{70FEC169-4C8C-7764-7F59-B0EF38972567}"/>
          </ac:spMkLst>
        </pc:spChg>
        <pc:spChg chg="add mod">
          <ac:chgData name="蕭兆翔" userId="c09afb0b-60c9-45d8-81f2-4d7aa859f4bf" providerId="ADAL" clId="{6F9FAB1B-BF87-4C86-8CBB-A04DB701A215}" dt="2025-11-05T04:50:34.216" v="2552"/>
          <ac:spMkLst>
            <pc:docMk/>
            <pc:sldMk cId="3624089899" sldId="480"/>
            <ac:spMk id="23" creationId="{F506292B-C10B-0571-F593-110A09F2776B}"/>
          </ac:spMkLst>
        </pc:spChg>
        <pc:spChg chg="add mod">
          <ac:chgData name="蕭兆翔" userId="c09afb0b-60c9-45d8-81f2-4d7aa859f4bf" providerId="ADAL" clId="{6F9FAB1B-BF87-4C86-8CBB-A04DB701A215}" dt="2025-11-05T04:54:19.097" v="2612" actId="1076"/>
          <ac:spMkLst>
            <pc:docMk/>
            <pc:sldMk cId="3624089899" sldId="480"/>
            <ac:spMk id="24" creationId="{E2FF0FE2-D718-BECD-A5E9-F117E25A2855}"/>
          </ac:spMkLst>
        </pc:spChg>
      </pc:sldChg>
      <pc:sldChg chg="add ord">
        <pc:chgData name="蕭兆翔" userId="c09afb0b-60c9-45d8-81f2-4d7aa859f4bf" providerId="ADAL" clId="{6F9FAB1B-BF87-4C86-8CBB-A04DB701A215}" dt="2025-11-04T13:47:09.394" v="510"/>
        <pc:sldMkLst>
          <pc:docMk/>
          <pc:sldMk cId="2050191594" sldId="482"/>
        </pc:sldMkLst>
      </pc:sldChg>
      <pc:sldChg chg="add">
        <pc:chgData name="蕭兆翔" userId="c09afb0b-60c9-45d8-81f2-4d7aa859f4bf" providerId="ADAL" clId="{6F9FAB1B-BF87-4C86-8CBB-A04DB701A215}" dt="2025-11-04T17:22:42.503" v="1833"/>
        <pc:sldMkLst>
          <pc:docMk/>
          <pc:sldMk cId="973142263" sldId="483"/>
        </pc:sldMkLst>
      </pc:sldChg>
      <pc:sldChg chg="add">
        <pc:chgData name="蕭兆翔" userId="c09afb0b-60c9-45d8-81f2-4d7aa859f4bf" providerId="ADAL" clId="{6F9FAB1B-BF87-4C86-8CBB-A04DB701A215}" dt="2025-11-04T17:22:42.503" v="1833"/>
        <pc:sldMkLst>
          <pc:docMk/>
          <pc:sldMk cId="3984741161" sldId="484"/>
        </pc:sldMkLst>
      </pc:sldChg>
      <pc:sldChg chg="addSp delSp modSp add mod">
        <pc:chgData name="蕭兆翔" userId="c09afb0b-60c9-45d8-81f2-4d7aa859f4bf" providerId="ADAL" clId="{6F9FAB1B-BF87-4C86-8CBB-A04DB701A215}" dt="2025-11-05T04:11:55.688" v="2110" actId="1076"/>
        <pc:sldMkLst>
          <pc:docMk/>
          <pc:sldMk cId="147388039" sldId="485"/>
        </pc:sldMkLst>
        <pc:spChg chg="mod">
          <ac:chgData name="蕭兆翔" userId="c09afb0b-60c9-45d8-81f2-4d7aa859f4bf" providerId="ADAL" clId="{6F9FAB1B-BF87-4C86-8CBB-A04DB701A215}" dt="2025-11-04T17:44:31.231" v="1947" actId="1076"/>
          <ac:spMkLst>
            <pc:docMk/>
            <pc:sldMk cId="147388039" sldId="485"/>
            <ac:spMk id="3" creationId="{28AD21B5-6DD2-A6A5-25C3-8CF2A9E9E319}"/>
          </ac:spMkLst>
        </pc:spChg>
        <pc:spChg chg="add mod">
          <ac:chgData name="蕭兆翔" userId="c09afb0b-60c9-45d8-81f2-4d7aa859f4bf" providerId="ADAL" clId="{6F9FAB1B-BF87-4C86-8CBB-A04DB701A215}" dt="2025-11-05T04:10:12.725" v="2076" actId="14100"/>
          <ac:spMkLst>
            <pc:docMk/>
            <pc:sldMk cId="147388039" sldId="485"/>
            <ac:spMk id="5" creationId="{C2480523-0191-4FEA-E3CC-7CD5B96BCAC5}"/>
          </ac:spMkLst>
        </pc:spChg>
        <pc:spChg chg="add mod">
          <ac:chgData name="蕭兆翔" userId="c09afb0b-60c9-45d8-81f2-4d7aa859f4bf" providerId="ADAL" clId="{6F9FAB1B-BF87-4C86-8CBB-A04DB701A215}" dt="2025-11-05T04:10:32.377" v="2082" actId="1076"/>
          <ac:spMkLst>
            <pc:docMk/>
            <pc:sldMk cId="147388039" sldId="485"/>
            <ac:spMk id="7" creationId="{7888E2B2-FF70-0F60-856E-7ECA83BA029A}"/>
          </ac:spMkLst>
        </pc:spChg>
        <pc:spChg chg="mod">
          <ac:chgData name="蕭兆翔" userId="c09afb0b-60c9-45d8-81f2-4d7aa859f4bf" providerId="ADAL" clId="{6F9FAB1B-BF87-4C86-8CBB-A04DB701A215}" dt="2025-11-05T04:11:32.326" v="2088" actId="207"/>
          <ac:spMkLst>
            <pc:docMk/>
            <pc:sldMk cId="147388039" sldId="485"/>
            <ac:spMk id="9" creationId="{9663D227-A001-FF97-B238-8E251B8CD9D5}"/>
          </ac:spMkLst>
        </pc:spChg>
        <pc:spChg chg="add mod">
          <ac:chgData name="蕭兆翔" userId="c09afb0b-60c9-45d8-81f2-4d7aa859f4bf" providerId="ADAL" clId="{6F9FAB1B-BF87-4C86-8CBB-A04DB701A215}" dt="2025-11-05T04:01:35.533" v="2012" actId="1076"/>
          <ac:spMkLst>
            <pc:docMk/>
            <pc:sldMk cId="147388039" sldId="485"/>
            <ac:spMk id="10" creationId="{E059D7C0-7C9F-C7F7-9974-62D47C4605F9}"/>
          </ac:spMkLst>
        </pc:spChg>
        <pc:spChg chg="mod">
          <ac:chgData name="蕭兆翔" userId="c09afb0b-60c9-45d8-81f2-4d7aa859f4bf" providerId="ADAL" clId="{6F9FAB1B-BF87-4C86-8CBB-A04DB701A215}" dt="2025-11-04T17:43:49.298" v="1931" actId="1076"/>
          <ac:spMkLst>
            <pc:docMk/>
            <pc:sldMk cId="147388039" sldId="485"/>
            <ac:spMk id="20" creationId="{AE54D3CB-B4BC-7AE2-97C0-E21F65BFC83E}"/>
          </ac:spMkLst>
        </pc:spChg>
        <pc:spChg chg="mod">
          <ac:chgData name="蕭兆翔" userId="c09afb0b-60c9-45d8-81f2-4d7aa859f4bf" providerId="ADAL" clId="{6F9FAB1B-BF87-4C86-8CBB-A04DB701A215}" dt="2025-11-04T17:43:49.298" v="1931" actId="1076"/>
          <ac:spMkLst>
            <pc:docMk/>
            <pc:sldMk cId="147388039" sldId="485"/>
            <ac:spMk id="21" creationId="{36416A93-FA63-48B0-644F-C6C401A2DFAA}"/>
          </ac:spMkLst>
        </pc:spChg>
        <pc:spChg chg="mod">
          <ac:chgData name="蕭兆翔" userId="c09afb0b-60c9-45d8-81f2-4d7aa859f4bf" providerId="ADAL" clId="{6F9FAB1B-BF87-4C86-8CBB-A04DB701A215}" dt="2025-11-04T17:43:49.298" v="1931" actId="1076"/>
          <ac:spMkLst>
            <pc:docMk/>
            <pc:sldMk cId="147388039" sldId="485"/>
            <ac:spMk id="22" creationId="{F0719061-F5FC-2218-161E-84E8AD12F00B}"/>
          </ac:spMkLst>
        </pc:spChg>
        <pc:spChg chg="mod">
          <ac:chgData name="蕭兆翔" userId="c09afb0b-60c9-45d8-81f2-4d7aa859f4bf" providerId="ADAL" clId="{6F9FAB1B-BF87-4C86-8CBB-A04DB701A215}" dt="2025-11-04T17:43:49.298" v="1931" actId="1076"/>
          <ac:spMkLst>
            <pc:docMk/>
            <pc:sldMk cId="147388039" sldId="485"/>
            <ac:spMk id="23" creationId="{E223A83F-F441-A829-4811-722B1F38172E}"/>
          </ac:spMkLst>
        </pc:spChg>
        <pc:spChg chg="mod">
          <ac:chgData name="蕭兆翔" userId="c09afb0b-60c9-45d8-81f2-4d7aa859f4bf" providerId="ADAL" clId="{6F9FAB1B-BF87-4C86-8CBB-A04DB701A215}" dt="2025-11-05T04:01:35.533" v="2012" actId="1076"/>
          <ac:spMkLst>
            <pc:docMk/>
            <pc:sldMk cId="147388039" sldId="485"/>
            <ac:spMk id="25" creationId="{DFB69B89-5627-F1FE-D0D9-1160367992CD}"/>
          </ac:spMkLst>
        </pc:spChg>
        <pc:spChg chg="mod">
          <ac:chgData name="蕭兆翔" userId="c09afb0b-60c9-45d8-81f2-4d7aa859f4bf" providerId="ADAL" clId="{6F9FAB1B-BF87-4C86-8CBB-A04DB701A215}" dt="2025-11-05T04:01:35.533" v="2012" actId="1076"/>
          <ac:spMkLst>
            <pc:docMk/>
            <pc:sldMk cId="147388039" sldId="485"/>
            <ac:spMk id="26" creationId="{E82EECCB-C301-B273-B27C-2E2111BE7A83}"/>
          </ac:spMkLst>
        </pc:spChg>
        <pc:spChg chg="mod">
          <ac:chgData name="蕭兆翔" userId="c09afb0b-60c9-45d8-81f2-4d7aa859f4bf" providerId="ADAL" clId="{6F9FAB1B-BF87-4C86-8CBB-A04DB701A215}" dt="2025-11-05T04:11:55.688" v="2110" actId="1076"/>
          <ac:spMkLst>
            <pc:docMk/>
            <pc:sldMk cId="147388039" sldId="485"/>
            <ac:spMk id="27" creationId="{B5389AA6-BC83-4441-BAE9-18C78DD9CDC2}"/>
          </ac:spMkLst>
        </pc:spChg>
        <pc:spChg chg="mod">
          <ac:chgData name="蕭兆翔" userId="c09afb0b-60c9-45d8-81f2-4d7aa859f4bf" providerId="ADAL" clId="{6F9FAB1B-BF87-4C86-8CBB-A04DB701A215}" dt="2025-11-05T04:01:35.533" v="2012" actId="1076"/>
          <ac:spMkLst>
            <pc:docMk/>
            <pc:sldMk cId="147388039" sldId="485"/>
            <ac:spMk id="28" creationId="{4186EAC4-BD5A-28EF-AC8B-C84855C258AB}"/>
          </ac:spMkLst>
        </pc:spChg>
        <pc:spChg chg="mod">
          <ac:chgData name="蕭兆翔" userId="c09afb0b-60c9-45d8-81f2-4d7aa859f4bf" providerId="ADAL" clId="{6F9FAB1B-BF87-4C86-8CBB-A04DB701A215}" dt="2025-11-05T04:01:35.533" v="2012" actId="1076"/>
          <ac:spMkLst>
            <pc:docMk/>
            <pc:sldMk cId="147388039" sldId="485"/>
            <ac:spMk id="29" creationId="{A5B19D24-04DC-FA8A-19F6-B8420F24EBE4}"/>
          </ac:spMkLst>
        </pc:spChg>
        <pc:picChg chg="add mod">
          <ac:chgData name="蕭兆翔" userId="c09afb0b-60c9-45d8-81f2-4d7aa859f4bf" providerId="ADAL" clId="{6F9FAB1B-BF87-4C86-8CBB-A04DB701A215}" dt="2025-11-05T04:02:18.329" v="2015" actId="14100"/>
          <ac:picMkLst>
            <pc:docMk/>
            <pc:sldMk cId="147388039" sldId="485"/>
            <ac:picMk id="12" creationId="{B6429BB9-2172-94DA-6844-CB1CC0A7C478}"/>
          </ac:picMkLst>
        </pc:picChg>
        <pc:picChg chg="add mod">
          <ac:chgData name="蕭兆翔" userId="c09afb0b-60c9-45d8-81f2-4d7aa859f4bf" providerId="ADAL" clId="{6F9FAB1B-BF87-4C86-8CBB-A04DB701A215}" dt="2025-11-05T04:03:00.941" v="2022" actId="1076"/>
          <ac:picMkLst>
            <pc:docMk/>
            <pc:sldMk cId="147388039" sldId="485"/>
            <ac:picMk id="14" creationId="{DE69977B-5B49-ABB8-133B-769B7B993BF1}"/>
          </ac:picMkLst>
        </pc:picChg>
        <pc:picChg chg="add mod">
          <ac:chgData name="蕭兆翔" userId="c09afb0b-60c9-45d8-81f2-4d7aa859f4bf" providerId="ADAL" clId="{6F9FAB1B-BF87-4C86-8CBB-A04DB701A215}" dt="2025-11-05T04:10:35.265" v="2084" actId="1076"/>
          <ac:picMkLst>
            <pc:docMk/>
            <pc:sldMk cId="147388039" sldId="485"/>
            <ac:picMk id="18" creationId="{B94CCEF9-0855-2F04-D44D-587D77274AF3}"/>
          </ac:picMkLst>
        </pc:picChg>
        <pc:picChg chg="mod">
          <ac:chgData name="蕭兆翔" userId="c09afb0b-60c9-45d8-81f2-4d7aa859f4bf" providerId="ADAL" clId="{6F9FAB1B-BF87-4C86-8CBB-A04DB701A215}" dt="2025-11-04T17:44:24.976" v="1944" actId="1076"/>
          <ac:picMkLst>
            <pc:docMk/>
            <pc:sldMk cId="147388039" sldId="485"/>
            <ac:picMk id="19" creationId="{2562F0A4-A02A-85AC-434F-999FDABFD903}"/>
          </ac:picMkLst>
        </pc:picChg>
        <pc:picChg chg="add del mod">
          <ac:chgData name="蕭兆翔" userId="c09afb0b-60c9-45d8-81f2-4d7aa859f4bf" providerId="ADAL" clId="{6F9FAB1B-BF87-4C86-8CBB-A04DB701A215}" dt="2025-11-05T04:10:34.120" v="2083" actId="1076"/>
          <ac:picMkLst>
            <pc:docMk/>
            <pc:sldMk cId="147388039" sldId="485"/>
            <ac:picMk id="1028" creationId="{668DD04E-01CC-6882-950A-7C3839E40FA5}"/>
          </ac:picMkLst>
        </pc:picChg>
      </pc:sldChg>
      <pc:sldChg chg="addSp delSp modSp mod">
        <pc:chgData name="蕭兆翔" userId="c09afb0b-60c9-45d8-81f2-4d7aa859f4bf" providerId="ADAL" clId="{6F9FAB1B-BF87-4C86-8CBB-A04DB701A215}" dt="2025-11-04T15:04:50.678" v="1233" actId="1076"/>
        <pc:sldMkLst>
          <pc:docMk/>
          <pc:sldMk cId="703579032" sldId="486"/>
        </pc:sldMkLst>
        <pc:spChg chg="mod">
          <ac:chgData name="蕭兆翔" userId="c09afb0b-60c9-45d8-81f2-4d7aa859f4bf" providerId="ADAL" clId="{6F9FAB1B-BF87-4C86-8CBB-A04DB701A215}" dt="2025-11-04T13:53:40.398" v="550" actId="207"/>
          <ac:spMkLst>
            <pc:docMk/>
            <pc:sldMk cId="703579032" sldId="486"/>
            <ac:spMk id="3" creationId="{38669BF9-D1C7-D613-3284-FBB1F12564B0}"/>
          </ac:spMkLst>
        </pc:spChg>
        <pc:spChg chg="add mod">
          <ac:chgData name="蕭兆翔" userId="c09afb0b-60c9-45d8-81f2-4d7aa859f4bf" providerId="ADAL" clId="{6F9FAB1B-BF87-4C86-8CBB-A04DB701A215}" dt="2025-11-04T15:04:50.678" v="1233" actId="1076"/>
          <ac:spMkLst>
            <pc:docMk/>
            <pc:sldMk cId="703579032" sldId="486"/>
            <ac:spMk id="5" creationId="{6FB57CF0-920B-D7F9-6B09-5D37128DC259}"/>
          </ac:spMkLst>
        </pc:spChg>
        <pc:spChg chg="mod">
          <ac:chgData name="蕭兆翔" userId="c09afb0b-60c9-45d8-81f2-4d7aa859f4bf" providerId="ADAL" clId="{6F9FAB1B-BF87-4C86-8CBB-A04DB701A215}" dt="2025-11-04T14:58:20.281" v="1218" actId="20577"/>
          <ac:spMkLst>
            <pc:docMk/>
            <pc:sldMk cId="703579032" sldId="486"/>
            <ac:spMk id="6" creationId="{18243EBC-9B6A-DB6B-3D17-7D28F1005D56}"/>
          </ac:spMkLst>
        </pc:spChg>
        <pc:spChg chg="add mod">
          <ac:chgData name="蕭兆翔" userId="c09afb0b-60c9-45d8-81f2-4d7aa859f4bf" providerId="ADAL" clId="{6F9FAB1B-BF87-4C86-8CBB-A04DB701A215}" dt="2025-11-04T13:53:46.235" v="552" actId="207"/>
          <ac:spMkLst>
            <pc:docMk/>
            <pc:sldMk cId="703579032" sldId="486"/>
            <ac:spMk id="9" creationId="{5ED35EE1-119C-7D0E-9C9A-0207CFF499A8}"/>
          </ac:spMkLst>
        </pc:spChg>
        <pc:spChg chg="add mod">
          <ac:chgData name="蕭兆翔" userId="c09afb0b-60c9-45d8-81f2-4d7aa859f4bf" providerId="ADAL" clId="{6F9FAB1B-BF87-4C86-8CBB-A04DB701A215}" dt="2025-11-04T14:46:54.893" v="1005"/>
          <ac:spMkLst>
            <pc:docMk/>
            <pc:sldMk cId="703579032" sldId="486"/>
            <ac:spMk id="12" creationId="{AD9DA49D-C4F0-F367-0C52-149508A5BF14}"/>
          </ac:spMkLst>
        </pc:spChg>
        <pc:picChg chg="mod">
          <ac:chgData name="蕭兆翔" userId="c09afb0b-60c9-45d8-81f2-4d7aa859f4bf" providerId="ADAL" clId="{6F9FAB1B-BF87-4C86-8CBB-A04DB701A215}" dt="2025-11-04T13:52:10.070" v="543" actId="1076"/>
          <ac:picMkLst>
            <pc:docMk/>
            <pc:sldMk cId="703579032" sldId="486"/>
            <ac:picMk id="10" creationId="{65DAFB50-2297-F661-C4A6-AD5CB6664152}"/>
          </ac:picMkLst>
        </pc:picChg>
      </pc:sldChg>
      <pc:sldChg chg="addSp modSp add mod">
        <pc:chgData name="蕭兆翔" userId="c09afb0b-60c9-45d8-81f2-4d7aa859f4bf" providerId="ADAL" clId="{6F9FAB1B-BF87-4C86-8CBB-A04DB701A215}" dt="2025-11-04T14:07:31.414" v="622" actId="1076"/>
        <pc:sldMkLst>
          <pc:docMk/>
          <pc:sldMk cId="677167667" sldId="487"/>
        </pc:sldMkLst>
        <pc:spChg chg="add 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3" creationId="{DDFE9CC4-40DC-95AE-485E-E8291E210FE1}"/>
          </ac:spMkLst>
        </pc:spChg>
        <pc:spChg chg="add 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4" creationId="{DB516592-09B4-8C89-5C56-9F7EAA6AD1CD}"/>
          </ac:spMkLst>
        </pc:spChg>
        <pc:spChg chg="add mod">
          <ac:chgData name="蕭兆翔" userId="c09afb0b-60c9-45d8-81f2-4d7aa859f4bf" providerId="ADAL" clId="{6F9FAB1B-BF87-4C86-8CBB-A04DB701A215}" dt="2025-11-04T14:07:25.373" v="619" actId="207"/>
          <ac:spMkLst>
            <pc:docMk/>
            <pc:sldMk cId="677167667" sldId="487"/>
            <ac:spMk id="5" creationId="{F607E40E-DEA7-525C-A0E3-50B800168EED}"/>
          </ac:spMkLst>
        </pc:spChg>
        <pc:spChg chg="mod">
          <ac:chgData name="蕭兆翔" userId="c09afb0b-60c9-45d8-81f2-4d7aa859f4bf" providerId="ADAL" clId="{6F9FAB1B-BF87-4C86-8CBB-A04DB701A215}" dt="2025-11-04T14:02:43.849" v="567" actId="1076"/>
          <ac:spMkLst>
            <pc:docMk/>
            <pc:sldMk cId="677167667" sldId="487"/>
            <ac:spMk id="14" creationId="{B972B76E-D7F3-0252-0D95-C7E677FBC1D3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15" creationId="{CAB3365E-A7F3-AAEC-AD87-695FB08DB621}"/>
          </ac:spMkLst>
        </pc:spChg>
        <pc:spChg chg="mod">
          <ac:chgData name="蕭兆翔" userId="c09afb0b-60c9-45d8-81f2-4d7aa859f4bf" providerId="ADAL" clId="{6F9FAB1B-BF87-4C86-8CBB-A04DB701A215}" dt="2025-11-04T14:03:29.277" v="576" actId="1076"/>
          <ac:spMkLst>
            <pc:docMk/>
            <pc:sldMk cId="677167667" sldId="487"/>
            <ac:spMk id="16" creationId="{F6395148-B8E5-4F6E-9C21-1C74B8AFC76D}"/>
          </ac:spMkLst>
        </pc:spChg>
        <pc:spChg chg="mod">
          <ac:chgData name="蕭兆翔" userId="c09afb0b-60c9-45d8-81f2-4d7aa859f4bf" providerId="ADAL" clId="{6F9FAB1B-BF87-4C86-8CBB-A04DB701A215}" dt="2025-11-04T14:03:29.277" v="576" actId="1076"/>
          <ac:spMkLst>
            <pc:docMk/>
            <pc:sldMk cId="677167667" sldId="487"/>
            <ac:spMk id="17" creationId="{973246C5-3839-2B6F-0EBB-52EEC671BE98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0" creationId="{E8CAFC34-5E12-1005-E883-A0C68328A5B7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1" creationId="{EA033B06-108B-ECB1-8AA9-60E626B74196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3" creationId="{2406BE52-D772-87FE-7D4A-0B20DC6BC98F}"/>
          </ac:spMkLst>
        </pc:spChg>
        <pc:spChg chg="mod">
          <ac:chgData name="蕭兆翔" userId="c09afb0b-60c9-45d8-81f2-4d7aa859f4bf" providerId="ADAL" clId="{6F9FAB1B-BF87-4C86-8CBB-A04DB701A215}" dt="2025-11-04T14:02:43.849" v="567" actId="1076"/>
          <ac:spMkLst>
            <pc:docMk/>
            <pc:sldMk cId="677167667" sldId="487"/>
            <ac:spMk id="24" creationId="{5B84B98F-A866-F509-7B30-10CF0C344DF0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5" creationId="{873D91FE-51D1-D469-4DF7-D0C85528F7CE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9" creationId="{593DA61C-65C1-D5ED-58C2-EB48043FE8EA}"/>
          </ac:spMkLst>
        </pc:spChg>
        <pc:spChg chg="mod">
          <ac:chgData name="蕭兆翔" userId="c09afb0b-60c9-45d8-81f2-4d7aa859f4bf" providerId="ADAL" clId="{6F9FAB1B-BF87-4C86-8CBB-A04DB701A215}" dt="2025-11-04T14:03:29.277" v="576" actId="1076"/>
          <ac:spMkLst>
            <pc:docMk/>
            <pc:sldMk cId="677167667" sldId="487"/>
            <ac:spMk id="30" creationId="{0C7E2EDE-9A2F-E0B9-4307-DED08407C313}"/>
          </ac:spMkLst>
        </pc:spChg>
        <pc:spChg chg="mod">
          <ac:chgData name="蕭兆翔" userId="c09afb0b-60c9-45d8-81f2-4d7aa859f4bf" providerId="ADAL" clId="{6F9FAB1B-BF87-4C86-8CBB-A04DB701A215}" dt="2025-11-04T14:02:43.849" v="567" actId="1076"/>
          <ac:spMkLst>
            <pc:docMk/>
            <pc:sldMk cId="677167667" sldId="487"/>
            <ac:spMk id="31" creationId="{AA1AC676-27AA-84DC-8BC0-B07D06813826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32" creationId="{EC1C0CCA-C235-BABA-1A6C-8A69A3B56025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33" creationId="{3BD4C12E-CA8F-6B0F-65DF-8A95F1528152}"/>
          </ac:spMkLst>
        </pc:spChg>
      </pc:sldChg>
      <pc:sldChg chg="addSp modSp add mod">
        <pc:chgData name="蕭兆翔" userId="c09afb0b-60c9-45d8-81f2-4d7aa859f4bf" providerId="ADAL" clId="{6F9FAB1B-BF87-4C86-8CBB-A04DB701A215}" dt="2025-11-04T14:07:55.507" v="629" actId="1076"/>
        <pc:sldMkLst>
          <pc:docMk/>
          <pc:sldMk cId="647669920" sldId="488"/>
        </pc:sldMkLst>
        <pc:spChg chg="mod">
          <ac:chgData name="蕭兆翔" userId="c09afb0b-60c9-45d8-81f2-4d7aa859f4bf" providerId="ADAL" clId="{6F9FAB1B-BF87-4C86-8CBB-A04DB701A215}" dt="2025-11-04T14:07:49.780" v="626" actId="1076"/>
          <ac:spMkLst>
            <pc:docMk/>
            <pc:sldMk cId="647669920" sldId="488"/>
            <ac:spMk id="4" creationId="{7091F1C0-7694-29A8-22B8-D31AE6C3286A}"/>
          </ac:spMkLst>
        </pc:spChg>
        <pc:spChg chg="mod">
          <ac:chgData name="蕭兆翔" userId="c09afb0b-60c9-45d8-81f2-4d7aa859f4bf" providerId="ADAL" clId="{6F9FAB1B-BF87-4C86-8CBB-A04DB701A215}" dt="2025-11-04T14:07:49.780" v="626" actId="1076"/>
          <ac:spMkLst>
            <pc:docMk/>
            <pc:sldMk cId="647669920" sldId="488"/>
            <ac:spMk id="5" creationId="{1506C4C5-56AC-FF9A-D66C-F3293E9B2BB2}"/>
          </ac:spMkLst>
        </pc:spChg>
        <pc:spChg chg="mod">
          <ac:chgData name="蕭兆翔" userId="c09afb0b-60c9-45d8-81f2-4d7aa859f4bf" providerId="ADAL" clId="{6F9FAB1B-BF87-4C86-8CBB-A04DB701A215}" dt="2025-11-04T14:07:49.780" v="626" actId="1076"/>
          <ac:spMkLst>
            <pc:docMk/>
            <pc:sldMk cId="647669920" sldId="488"/>
            <ac:spMk id="6" creationId="{CD4C2658-EE0F-DE20-0132-2323712F74F9}"/>
          </ac:spMkLst>
        </pc:spChg>
        <pc:spChg chg="add mod">
          <ac:chgData name="蕭兆翔" userId="c09afb0b-60c9-45d8-81f2-4d7aa859f4bf" providerId="ADAL" clId="{6F9FAB1B-BF87-4C86-8CBB-A04DB701A215}" dt="2025-11-04T14:03:59.621" v="583" actId="14100"/>
          <ac:spMkLst>
            <pc:docMk/>
            <pc:sldMk cId="647669920" sldId="488"/>
            <ac:spMk id="7" creationId="{82EB797D-8394-573E-5BB1-1EE71E11175F}"/>
          </ac:spMkLst>
        </pc:spChg>
        <pc:spChg chg="add mod">
          <ac:chgData name="蕭兆翔" userId="c09afb0b-60c9-45d8-81f2-4d7aa859f4bf" providerId="ADAL" clId="{6F9FAB1B-BF87-4C86-8CBB-A04DB701A215}" dt="2025-11-04T14:07:44.542" v="625" actId="1076"/>
          <ac:spMkLst>
            <pc:docMk/>
            <pc:sldMk cId="647669920" sldId="488"/>
            <ac:spMk id="8" creationId="{DCEBD9C5-1681-FB75-D8BE-04C0774E82E3}"/>
          </ac:spMkLst>
        </pc:spChg>
        <pc:spChg chg="add mod">
          <ac:chgData name="蕭兆翔" userId="c09afb0b-60c9-45d8-81f2-4d7aa859f4bf" providerId="ADAL" clId="{6F9FAB1B-BF87-4C86-8CBB-A04DB701A215}" dt="2025-11-04T14:07:55.507" v="629" actId="1076"/>
          <ac:spMkLst>
            <pc:docMk/>
            <pc:sldMk cId="647669920" sldId="488"/>
            <ac:spMk id="10" creationId="{5C026365-3492-2AB8-F3EE-C775B72544BA}"/>
          </ac:spMkLst>
        </pc:spChg>
        <pc:spChg chg="mod">
          <ac:chgData name="蕭兆翔" userId="c09afb0b-60c9-45d8-81f2-4d7aa859f4bf" providerId="ADAL" clId="{6F9FAB1B-BF87-4C86-8CBB-A04DB701A215}" dt="2025-11-04T14:04:23.664" v="588" actId="14100"/>
          <ac:spMkLst>
            <pc:docMk/>
            <pc:sldMk cId="647669920" sldId="488"/>
            <ac:spMk id="23" creationId="{B70CBB65-14D0-501C-4AFA-4B70BF1A58A8}"/>
          </ac:spMkLst>
        </pc:spChg>
        <pc:spChg chg="mod">
          <ac:chgData name="蕭兆翔" userId="c09afb0b-60c9-45d8-81f2-4d7aa859f4bf" providerId="ADAL" clId="{6F9FAB1B-BF87-4C86-8CBB-A04DB701A215}" dt="2025-11-04T14:04:28.732" v="589" actId="1076"/>
          <ac:spMkLst>
            <pc:docMk/>
            <pc:sldMk cId="647669920" sldId="488"/>
            <ac:spMk id="25" creationId="{D1C9E6D7-C9F7-A5C0-0F01-9F82D08E83E7}"/>
          </ac:spMkLst>
        </pc:spChg>
      </pc:sldChg>
      <pc:sldChg chg="addSp delSp modSp add mod">
        <pc:chgData name="蕭兆翔" userId="c09afb0b-60c9-45d8-81f2-4d7aa859f4bf" providerId="ADAL" clId="{6F9FAB1B-BF87-4C86-8CBB-A04DB701A215}" dt="2025-11-04T14:22:09.483" v="706" actId="1076"/>
        <pc:sldMkLst>
          <pc:docMk/>
          <pc:sldMk cId="328982423" sldId="489"/>
        </pc:sldMkLst>
        <pc:spChg chg="mod">
          <ac:chgData name="蕭兆翔" userId="c09afb0b-60c9-45d8-81f2-4d7aa859f4bf" providerId="ADAL" clId="{6F9FAB1B-BF87-4C86-8CBB-A04DB701A215}" dt="2025-11-04T14:08:58.674" v="633" actId="1076"/>
          <ac:spMkLst>
            <pc:docMk/>
            <pc:sldMk cId="328982423" sldId="489"/>
            <ac:spMk id="4" creationId="{522CA167-21CD-C35E-A742-1D03BE15B60E}"/>
          </ac:spMkLst>
        </pc:spChg>
        <pc:spChg chg="mod">
          <ac:chgData name="蕭兆翔" userId="c09afb0b-60c9-45d8-81f2-4d7aa859f4bf" providerId="ADAL" clId="{6F9FAB1B-BF87-4C86-8CBB-A04DB701A215}" dt="2025-11-04T14:08:58.674" v="633" actId="1076"/>
          <ac:spMkLst>
            <pc:docMk/>
            <pc:sldMk cId="328982423" sldId="489"/>
            <ac:spMk id="5" creationId="{373A6D8F-FB63-8B04-25A2-C38FEED0F7B3}"/>
          </ac:spMkLst>
        </pc:spChg>
        <pc:spChg chg="mod">
          <ac:chgData name="蕭兆翔" userId="c09afb0b-60c9-45d8-81f2-4d7aa859f4bf" providerId="ADAL" clId="{6F9FAB1B-BF87-4C86-8CBB-A04DB701A215}" dt="2025-11-04T14:08:58.674" v="633" actId="1076"/>
          <ac:spMkLst>
            <pc:docMk/>
            <pc:sldMk cId="328982423" sldId="489"/>
            <ac:spMk id="6" creationId="{31799A98-71BA-91AA-FB0B-D5C94D3DDEBA}"/>
          </ac:spMkLst>
        </pc:spChg>
        <pc:spChg chg="add mod">
          <ac:chgData name="蕭兆翔" userId="c09afb0b-60c9-45d8-81f2-4d7aa859f4bf" providerId="ADAL" clId="{6F9FAB1B-BF87-4C86-8CBB-A04DB701A215}" dt="2025-11-04T14:09:01.812" v="634" actId="14100"/>
          <ac:spMkLst>
            <pc:docMk/>
            <pc:sldMk cId="328982423" sldId="489"/>
            <ac:spMk id="11" creationId="{7E289BB1-0305-07C9-9707-C1DE90ECFE8F}"/>
          </ac:spMkLst>
        </pc:spChg>
        <pc:spChg chg="add mod">
          <ac:chgData name="蕭兆翔" userId="c09afb0b-60c9-45d8-81f2-4d7aa859f4bf" providerId="ADAL" clId="{6F9FAB1B-BF87-4C86-8CBB-A04DB701A215}" dt="2025-11-04T14:22:02.480" v="704" actId="1076"/>
          <ac:spMkLst>
            <pc:docMk/>
            <pc:sldMk cId="328982423" sldId="489"/>
            <ac:spMk id="12" creationId="{8071C804-712E-7475-2C69-1F918B5D31CE}"/>
          </ac:spMkLst>
        </pc:spChg>
        <pc:spChg chg="mod ord">
          <ac:chgData name="蕭兆翔" userId="c09afb0b-60c9-45d8-81f2-4d7aa859f4bf" providerId="ADAL" clId="{6F9FAB1B-BF87-4C86-8CBB-A04DB701A215}" dt="2025-11-04T14:21:53.254" v="703" actId="166"/>
          <ac:spMkLst>
            <pc:docMk/>
            <pc:sldMk cId="328982423" sldId="489"/>
            <ac:spMk id="14" creationId="{EA2185CB-E401-FC4D-1972-34E02EF25EC3}"/>
          </ac:spMkLst>
        </pc:spChg>
        <pc:spChg chg="add mod">
          <ac:chgData name="蕭兆翔" userId="c09afb0b-60c9-45d8-81f2-4d7aa859f4bf" providerId="ADAL" clId="{6F9FAB1B-BF87-4C86-8CBB-A04DB701A215}" dt="2025-11-04T14:21:48.748" v="702" actId="14100"/>
          <ac:spMkLst>
            <pc:docMk/>
            <pc:sldMk cId="328982423" sldId="489"/>
            <ac:spMk id="16" creationId="{E47935DE-6C02-913E-B0DD-23DC69BF6BA6}"/>
          </ac:spMkLst>
        </pc:spChg>
        <pc:spChg chg="add mod">
          <ac:chgData name="蕭兆翔" userId="c09afb0b-60c9-45d8-81f2-4d7aa859f4bf" providerId="ADAL" clId="{6F9FAB1B-BF87-4C86-8CBB-A04DB701A215}" dt="2025-11-04T14:13:10.499" v="682" actId="115"/>
          <ac:spMkLst>
            <pc:docMk/>
            <pc:sldMk cId="328982423" sldId="489"/>
            <ac:spMk id="17" creationId="{EEEEBE47-33EA-094D-FF6D-95DC2523BDE8}"/>
          </ac:spMkLst>
        </pc:spChg>
        <pc:spChg chg="add mod">
          <ac:chgData name="蕭兆翔" userId="c09afb0b-60c9-45d8-81f2-4d7aa859f4bf" providerId="ADAL" clId="{6F9FAB1B-BF87-4C86-8CBB-A04DB701A215}" dt="2025-11-04T14:13:20.997" v="684" actId="1076"/>
          <ac:spMkLst>
            <pc:docMk/>
            <pc:sldMk cId="328982423" sldId="489"/>
            <ac:spMk id="19" creationId="{9C0CB6F7-9896-2C98-9E1C-80712584CD04}"/>
          </ac:spMkLst>
        </pc:spChg>
        <pc:spChg chg="add mod">
          <ac:chgData name="蕭兆翔" userId="c09afb0b-60c9-45d8-81f2-4d7aa859f4bf" providerId="ADAL" clId="{6F9FAB1B-BF87-4C86-8CBB-A04DB701A215}" dt="2025-11-04T14:22:06.424" v="705" actId="1076"/>
          <ac:spMkLst>
            <pc:docMk/>
            <pc:sldMk cId="328982423" sldId="489"/>
            <ac:spMk id="20" creationId="{BA6CF9C6-F4D3-55E3-D65F-A55536AEBC32}"/>
          </ac:spMkLst>
        </pc:spChg>
        <pc:spChg chg="add mod">
          <ac:chgData name="蕭兆翔" userId="c09afb0b-60c9-45d8-81f2-4d7aa859f4bf" providerId="ADAL" clId="{6F9FAB1B-BF87-4C86-8CBB-A04DB701A215}" dt="2025-11-04T14:22:09.483" v="706" actId="1076"/>
          <ac:spMkLst>
            <pc:docMk/>
            <pc:sldMk cId="328982423" sldId="489"/>
            <ac:spMk id="22" creationId="{EA3BAD1E-B475-5512-E850-32D0D16784C4}"/>
          </ac:spMkLst>
        </pc:spChg>
        <pc:spChg chg="add mod ord">
          <ac:chgData name="蕭兆翔" userId="c09afb0b-60c9-45d8-81f2-4d7aa859f4bf" providerId="ADAL" clId="{6F9FAB1B-BF87-4C86-8CBB-A04DB701A215}" dt="2025-11-04T14:21:02.806" v="694" actId="14100"/>
          <ac:spMkLst>
            <pc:docMk/>
            <pc:sldMk cId="328982423" sldId="489"/>
            <ac:spMk id="23" creationId="{1F67E31A-3153-A917-2279-A4592F9A9D6D}"/>
          </ac:spMkLst>
        </pc:spChg>
        <pc:graphicFrameChg chg="add mod">
          <ac:chgData name="蕭兆翔" userId="c09afb0b-60c9-45d8-81f2-4d7aa859f4bf" providerId="ADAL" clId="{6F9FAB1B-BF87-4C86-8CBB-A04DB701A215}" dt="2025-11-04T14:22:06.424" v="705" actId="1076"/>
          <ac:graphicFrameMkLst>
            <pc:docMk/>
            <pc:sldMk cId="328982423" sldId="489"/>
            <ac:graphicFrameMk id="21" creationId="{079DBDEB-5875-D5D0-2A19-EDE229FA679B}"/>
          </ac:graphicFrameMkLst>
        </pc:graphicFrameChg>
      </pc:sldChg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3151891525" sldId="491"/>
        </pc:sldMkLst>
      </pc:sldChg>
      <pc:sldChg chg="add ord">
        <pc:chgData name="蕭兆翔" userId="c09afb0b-60c9-45d8-81f2-4d7aa859f4bf" providerId="ADAL" clId="{6F9FAB1B-BF87-4C86-8CBB-A04DB701A215}" dt="2025-11-04T13:46:13.804" v="508"/>
        <pc:sldMkLst>
          <pc:docMk/>
          <pc:sldMk cId="459030246" sldId="492"/>
        </pc:sldMkLst>
      </pc:sldChg>
      <pc:sldChg chg="addSp modSp new mod">
        <pc:chgData name="蕭兆翔" userId="c09afb0b-60c9-45d8-81f2-4d7aa859f4bf" providerId="ADAL" clId="{6F9FAB1B-BF87-4C86-8CBB-A04DB701A215}" dt="2025-11-04T14:41:31.277" v="959" actId="1076"/>
        <pc:sldMkLst>
          <pc:docMk/>
          <pc:sldMk cId="2042332855" sldId="493"/>
        </pc:sldMkLst>
        <pc:spChg chg="add mod">
          <ac:chgData name="蕭兆翔" userId="c09afb0b-60c9-45d8-81f2-4d7aa859f4bf" providerId="ADAL" clId="{6F9FAB1B-BF87-4C86-8CBB-A04DB701A215}" dt="2025-11-04T14:36:08.785" v="779" actId="20577"/>
          <ac:spMkLst>
            <pc:docMk/>
            <pc:sldMk cId="2042332855" sldId="493"/>
            <ac:spMk id="3" creationId="{E5B2F94E-06C6-C7E8-69A3-C508CB57253A}"/>
          </ac:spMkLst>
        </pc:spChg>
        <pc:spChg chg="add mod">
          <ac:chgData name="蕭兆翔" userId="c09afb0b-60c9-45d8-81f2-4d7aa859f4bf" providerId="ADAL" clId="{6F9FAB1B-BF87-4C86-8CBB-A04DB701A215}" dt="2025-11-04T14:40:09.897" v="849" actId="164"/>
          <ac:spMkLst>
            <pc:docMk/>
            <pc:sldMk cId="2042332855" sldId="493"/>
            <ac:spMk id="14" creationId="{BC9FAE23-82BE-C6BE-E93D-B9F8C00009D2}"/>
          </ac:spMkLst>
        </pc:spChg>
        <pc:spChg chg="add mod">
          <ac:chgData name="蕭兆翔" userId="c09afb0b-60c9-45d8-81f2-4d7aa859f4bf" providerId="ADAL" clId="{6F9FAB1B-BF87-4C86-8CBB-A04DB701A215}" dt="2025-11-04T14:40:09.897" v="849" actId="164"/>
          <ac:spMkLst>
            <pc:docMk/>
            <pc:sldMk cId="2042332855" sldId="493"/>
            <ac:spMk id="15" creationId="{C9C15CEC-7E8E-B2EC-FDFF-A6478E468DFF}"/>
          </ac:spMkLst>
        </pc:spChg>
        <pc:spChg chg="add mod">
          <ac:chgData name="蕭兆翔" userId="c09afb0b-60c9-45d8-81f2-4d7aa859f4bf" providerId="ADAL" clId="{6F9FAB1B-BF87-4C86-8CBB-A04DB701A215}" dt="2025-11-04T14:41:31.277" v="959" actId="1076"/>
          <ac:spMkLst>
            <pc:docMk/>
            <pc:sldMk cId="2042332855" sldId="493"/>
            <ac:spMk id="18" creationId="{2F921611-895B-0457-F69E-6BD8B5A3B19A}"/>
          </ac:spMkLst>
        </pc:spChg>
        <pc:grpChg chg="add mod">
          <ac:chgData name="蕭兆翔" userId="c09afb0b-60c9-45d8-81f2-4d7aa859f4bf" providerId="ADAL" clId="{6F9FAB1B-BF87-4C86-8CBB-A04DB701A215}" dt="2025-11-04T14:40:12.103" v="850" actId="14100"/>
          <ac:grpSpMkLst>
            <pc:docMk/>
            <pc:sldMk cId="2042332855" sldId="493"/>
            <ac:grpSpMk id="16" creationId="{7B2F2B5B-2654-AC6E-B785-B58DA83EEA1D}"/>
          </ac:grpSpMkLst>
        </pc:grpChg>
        <pc:picChg chg="add mod">
          <ac:chgData name="蕭兆翔" userId="c09afb0b-60c9-45d8-81f2-4d7aa859f4bf" providerId="ADAL" clId="{6F9FAB1B-BF87-4C86-8CBB-A04DB701A215}" dt="2025-11-04T14:40:09.897" v="849" actId="164"/>
          <ac:picMkLst>
            <pc:docMk/>
            <pc:sldMk cId="2042332855" sldId="493"/>
            <ac:picMk id="5" creationId="{71587D5F-4336-9109-D6FF-342ADAD00C7C}"/>
          </ac:picMkLst>
        </pc:picChg>
        <pc:picChg chg="add mod">
          <ac:chgData name="蕭兆翔" userId="c09afb0b-60c9-45d8-81f2-4d7aa859f4bf" providerId="ADAL" clId="{6F9FAB1B-BF87-4C86-8CBB-A04DB701A215}" dt="2025-11-04T14:40:09.897" v="849" actId="164"/>
          <ac:picMkLst>
            <pc:docMk/>
            <pc:sldMk cId="2042332855" sldId="493"/>
            <ac:picMk id="7" creationId="{AB970BEE-54A5-E548-17D3-A71D52FBE3D1}"/>
          </ac:picMkLst>
        </pc:picChg>
        <pc:picChg chg="add mod">
          <ac:chgData name="蕭兆翔" userId="c09afb0b-60c9-45d8-81f2-4d7aa859f4bf" providerId="ADAL" clId="{6F9FAB1B-BF87-4C86-8CBB-A04DB701A215}" dt="2025-11-04T14:40:09.897" v="849" actId="164"/>
          <ac:picMkLst>
            <pc:docMk/>
            <pc:sldMk cId="2042332855" sldId="493"/>
            <ac:picMk id="9" creationId="{24F4B5C7-DCC2-56D0-CD59-B570EB9EB93C}"/>
          </ac:picMkLst>
        </pc:picChg>
        <pc:picChg chg="add mod">
          <ac:chgData name="蕭兆翔" userId="c09afb0b-60c9-45d8-81f2-4d7aa859f4bf" providerId="ADAL" clId="{6F9FAB1B-BF87-4C86-8CBB-A04DB701A215}" dt="2025-11-04T14:40:09.897" v="849" actId="164"/>
          <ac:picMkLst>
            <pc:docMk/>
            <pc:sldMk cId="2042332855" sldId="493"/>
            <ac:picMk id="11" creationId="{80CBFE77-2A3E-D266-A15B-85A7431EDA1D}"/>
          </ac:picMkLst>
        </pc:picChg>
        <pc:picChg chg="add mod">
          <ac:chgData name="蕭兆翔" userId="c09afb0b-60c9-45d8-81f2-4d7aa859f4bf" providerId="ADAL" clId="{6F9FAB1B-BF87-4C86-8CBB-A04DB701A215}" dt="2025-11-04T14:40:09.897" v="849" actId="164"/>
          <ac:picMkLst>
            <pc:docMk/>
            <pc:sldMk cId="2042332855" sldId="493"/>
            <ac:picMk id="13" creationId="{F23B943D-E1C3-4671-2E44-9CF3BB6E4458}"/>
          </ac:picMkLst>
        </pc:picChg>
      </pc:sldChg>
      <pc:sldChg chg="addSp delSp modSp add mod">
        <pc:chgData name="蕭兆翔" userId="c09afb0b-60c9-45d8-81f2-4d7aa859f4bf" providerId="ADAL" clId="{6F9FAB1B-BF87-4C86-8CBB-A04DB701A215}" dt="2025-11-04T17:26:52.323" v="1915" actId="1076"/>
        <pc:sldMkLst>
          <pc:docMk/>
          <pc:sldMk cId="914787322" sldId="494"/>
        </pc:sldMkLst>
        <pc:spChg chg="mod">
          <ac:chgData name="蕭兆翔" userId="c09afb0b-60c9-45d8-81f2-4d7aa859f4bf" providerId="ADAL" clId="{6F9FAB1B-BF87-4C86-8CBB-A04DB701A215}" dt="2025-11-04T17:24:18.267" v="1870" actId="20577"/>
          <ac:spMkLst>
            <pc:docMk/>
            <pc:sldMk cId="914787322" sldId="494"/>
            <ac:spMk id="3" creationId="{5BB07AC1-45F9-1513-A7A5-17FE6F60D2EE}"/>
          </ac:spMkLst>
        </pc:spChg>
        <pc:picChg chg="add del mod">
          <ac:chgData name="蕭兆翔" userId="c09afb0b-60c9-45d8-81f2-4d7aa859f4bf" providerId="ADAL" clId="{6F9FAB1B-BF87-4C86-8CBB-A04DB701A215}" dt="2025-11-04T17:26:52.323" v="1915" actId="1076"/>
          <ac:picMkLst>
            <pc:docMk/>
            <pc:sldMk cId="914787322" sldId="494"/>
            <ac:picMk id="2052" creationId="{5F55DEFA-6500-7A9F-8A79-C383256C78F2}"/>
          </ac:picMkLst>
        </pc:picChg>
      </pc:sldChg>
    </pc:docChg>
  </pc:docChgLst>
  <pc:docChgLst>
    <pc:chgData name="蕭兆翔" userId="c09afb0b-60c9-45d8-81f2-4d7aa859f4bf" providerId="ADAL" clId="{BB09C43D-0E4C-4E7A-9FB9-8CA7AAD0FD7F}"/>
    <pc:docChg chg="addSld delSld modSld sldOrd">
      <pc:chgData name="蕭兆翔" userId="c09afb0b-60c9-45d8-81f2-4d7aa859f4bf" providerId="ADAL" clId="{BB09C43D-0E4C-4E7A-9FB9-8CA7AAD0FD7F}" dt="2025-11-25T05:10:19.965" v="33"/>
      <pc:docMkLst>
        <pc:docMk/>
      </pc:docMkLst>
      <pc:sldChg chg="modSp mod">
        <pc:chgData name="蕭兆翔" userId="c09afb0b-60c9-45d8-81f2-4d7aa859f4bf" providerId="ADAL" clId="{BB09C43D-0E4C-4E7A-9FB9-8CA7AAD0FD7F}" dt="2025-10-26T08:25:03.185" v="21" actId="20577"/>
        <pc:sldMkLst>
          <pc:docMk/>
          <pc:sldMk cId="1343009528" sldId="256"/>
        </pc:sldMkLst>
        <pc:spChg chg="mod">
          <ac:chgData name="蕭兆翔" userId="c09afb0b-60c9-45d8-81f2-4d7aa859f4bf" providerId="ADAL" clId="{BB09C43D-0E4C-4E7A-9FB9-8CA7AAD0FD7F}" dt="2025-10-26T08:25:03.185" v="21" actId="20577"/>
          <ac:spMkLst>
            <pc:docMk/>
            <pc:sldMk cId="1343009528" sldId="256"/>
            <ac:spMk id="5" creationId="{F5AE22FC-AF5D-80D6-CC9F-1199F201F39A}"/>
          </ac:spMkLst>
        </pc:spChg>
      </pc:sldChg>
      <pc:sldChg chg="modSp">
        <pc:chgData name="蕭兆翔" userId="c09afb0b-60c9-45d8-81f2-4d7aa859f4bf" providerId="ADAL" clId="{BB09C43D-0E4C-4E7A-9FB9-8CA7AAD0FD7F}" dt="2025-11-25T05:09:48.410" v="29" actId="20577"/>
        <pc:sldMkLst>
          <pc:docMk/>
          <pc:sldMk cId="3067381678" sldId="404"/>
        </pc:sldMkLst>
        <pc:spChg chg="mod">
          <ac:chgData name="蕭兆翔" userId="c09afb0b-60c9-45d8-81f2-4d7aa859f4bf" providerId="ADAL" clId="{BB09C43D-0E4C-4E7A-9FB9-8CA7AAD0FD7F}" dt="2025-11-25T05:09:48.410" v="29" actId="20577"/>
          <ac:spMkLst>
            <pc:docMk/>
            <pc:sldMk cId="3067381678" sldId="404"/>
            <ac:spMk id="50" creationId="{8E04D429-CB85-725B-C951-3EE3322D7E51}"/>
          </ac:spMkLst>
        </pc:spChg>
      </pc:sldChg>
      <pc:sldChg chg="modSp">
        <pc:chgData name="蕭兆翔" userId="c09afb0b-60c9-45d8-81f2-4d7aa859f4bf" providerId="ADAL" clId="{BB09C43D-0E4C-4E7A-9FB9-8CA7AAD0FD7F}" dt="2025-11-25T05:09:37.914" v="25" actId="20577"/>
        <pc:sldMkLst>
          <pc:docMk/>
          <pc:sldMk cId="2293569661" sldId="420"/>
        </pc:sldMkLst>
        <pc:spChg chg="mod">
          <ac:chgData name="蕭兆翔" userId="c09afb0b-60c9-45d8-81f2-4d7aa859f4bf" providerId="ADAL" clId="{BB09C43D-0E4C-4E7A-9FB9-8CA7AAD0FD7F}" dt="2025-11-25T05:09:37.914" v="25" actId="20577"/>
          <ac:spMkLst>
            <pc:docMk/>
            <pc:sldMk cId="2293569661" sldId="420"/>
            <ac:spMk id="12" creationId="{A0A14F33-0738-0A75-1EC6-72A9F91A5895}"/>
          </ac:spMkLst>
        </pc:spChg>
      </pc:sldChg>
      <pc:sldChg chg="add del ord">
        <pc:chgData name="蕭兆翔" userId="c09afb0b-60c9-45d8-81f2-4d7aa859f4bf" providerId="ADAL" clId="{BB09C43D-0E4C-4E7A-9FB9-8CA7AAD0FD7F}" dt="2025-11-25T05:10:19.965" v="33"/>
        <pc:sldMkLst>
          <pc:docMk/>
          <pc:sldMk cId="677167667" sldId="487"/>
        </pc:sldMkLst>
      </pc:sldChg>
      <pc:sldChg chg="add del ord">
        <pc:chgData name="蕭兆翔" userId="c09afb0b-60c9-45d8-81f2-4d7aa859f4bf" providerId="ADAL" clId="{BB09C43D-0E4C-4E7A-9FB9-8CA7AAD0FD7F}" dt="2025-11-25T05:10:19.965" v="33"/>
        <pc:sldMkLst>
          <pc:docMk/>
          <pc:sldMk cId="647669920" sldId="488"/>
        </pc:sldMkLst>
      </pc:sldChg>
      <pc:sldChg chg="add del ord">
        <pc:chgData name="蕭兆翔" userId="c09afb0b-60c9-45d8-81f2-4d7aa859f4bf" providerId="ADAL" clId="{BB09C43D-0E4C-4E7A-9FB9-8CA7AAD0FD7F}" dt="2025-11-25T05:10:19.965" v="33"/>
        <pc:sldMkLst>
          <pc:docMk/>
          <pc:sldMk cId="328982423" sldId="4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BA1F3-EF3D-4D7D-9D53-6A73502454B3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F7A67-B956-45B6-B4E9-2E1CB8594A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4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app=desktop&amp;v=OOu5KP3Gvx0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50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youtu.be/mvmuCPvRoWQ?si=N0MgCwQZm8aWlMLj&amp;t=726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youtube.com/watch?v=spUNpyF58BY&amp;t=845s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0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0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../clipboard/media/image1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../clipboard/media/image7.png"/><Relationship Id="rId3" Type="http://schemas.openxmlformats.org/officeDocument/2006/relationships/image" Target="../../clipboard/media/image3.png"/><Relationship Id="rId7" Type="http://schemas.openxmlformats.org/officeDocument/2006/relationships/image" Target="../../clipboard/media/image6.png"/><Relationship Id="rId2" Type="http://schemas.openxmlformats.org/officeDocument/2006/relationships/image" Target="../../clipboard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../clipboard/media/image5.png"/><Relationship Id="rId5" Type="http://schemas.openxmlformats.org/officeDocument/2006/relationships/image" Target="../media/image120.png"/><Relationship Id="rId4" Type="http://schemas.openxmlformats.org/officeDocument/2006/relationships/image" Target="../../clipboard/media/image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.png"/><Relationship Id="rId3" Type="http://schemas.openxmlformats.org/officeDocument/2006/relationships/image" Target="../../clipboard/media/image8.png"/><Relationship Id="rId7" Type="http://schemas.openxmlformats.org/officeDocument/2006/relationships/image" Target="../media/image9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../clipboard/media/image10.png"/><Relationship Id="rId10" Type="http://schemas.openxmlformats.org/officeDocument/2006/relationships/image" Target="../media/image94.png"/><Relationship Id="rId4" Type="http://schemas.openxmlformats.org/officeDocument/2006/relationships/image" Target="../../clipboard/media/image9.png"/><Relationship Id="rId9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0.png"/><Relationship Id="rId3" Type="http://schemas.openxmlformats.org/officeDocument/2006/relationships/image" Target="../media/image82.png"/><Relationship Id="rId7" Type="http://schemas.openxmlformats.org/officeDocument/2006/relationships/image" Target="../media/image83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0.png"/><Relationship Id="rId5" Type="http://schemas.openxmlformats.org/officeDocument/2006/relationships/image" Target="../media/image103.png"/><Relationship Id="rId4" Type="http://schemas.openxmlformats.org/officeDocument/2006/relationships/image" Target="../media/image7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0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jpeg"/><Relationship Id="rId3" Type="http://schemas.openxmlformats.org/officeDocument/2006/relationships/image" Target="../media/image93.png"/><Relationship Id="rId7" Type="http://schemas.openxmlformats.org/officeDocument/2006/relationships/image" Target="../media/image84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9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91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6.png"/><Relationship Id="rId7" Type="http://schemas.openxmlformats.org/officeDocument/2006/relationships/image" Target="../media/image84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07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jpeg"/><Relationship Id="rId3" Type="http://schemas.openxmlformats.org/officeDocument/2006/relationships/image" Target="../media/image109.jpeg"/><Relationship Id="rId7" Type="http://schemas.openxmlformats.org/officeDocument/2006/relationships/image" Target="../media/image98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1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04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14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jpeg"/><Relationship Id="rId3" Type="http://schemas.openxmlformats.org/officeDocument/2006/relationships/image" Target="../media/image116.png"/><Relationship Id="rId7" Type="http://schemas.openxmlformats.org/officeDocument/2006/relationships/image" Target="../media/image84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17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7" Type="http://schemas.openxmlformats.org/officeDocument/2006/relationships/image" Target="../media/image98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20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jpeg"/><Relationship Id="rId13" Type="http://schemas.openxmlformats.org/officeDocument/2006/relationships/image" Target="../media/image1220.png"/><Relationship Id="rId3" Type="http://schemas.openxmlformats.org/officeDocument/2006/relationships/image" Target="../media/image122.png"/><Relationship Id="rId7" Type="http://schemas.openxmlformats.org/officeDocument/2006/relationships/image" Target="../media/image126.jpeg"/><Relationship Id="rId12" Type="http://schemas.openxmlformats.org/officeDocument/2006/relationships/image" Target="../media/image1210.png"/><Relationship Id="rId2" Type="http://schemas.openxmlformats.org/officeDocument/2006/relationships/image" Target="../media/image121.jpeg"/><Relationship Id="rId16" Type="http://schemas.openxmlformats.org/officeDocument/2006/relationships/image" Target="../media/image1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11" Type="http://schemas.openxmlformats.org/officeDocument/2006/relationships/image" Target="../media/image1200.png"/><Relationship Id="rId5" Type="http://schemas.openxmlformats.org/officeDocument/2006/relationships/image" Target="../media/image124.jpeg"/><Relationship Id="rId15" Type="http://schemas.openxmlformats.org/officeDocument/2006/relationships/image" Target="../media/image124.png"/><Relationship Id="rId10" Type="http://schemas.openxmlformats.org/officeDocument/2006/relationships/image" Target="../media/image1190.png"/><Relationship Id="rId4" Type="http://schemas.openxmlformats.org/officeDocument/2006/relationships/image" Target="../media/image123.jpeg"/><Relationship Id="rId9" Type="http://schemas.openxmlformats.org/officeDocument/2006/relationships/image" Target="../media/image1180.png"/><Relationship Id="rId14" Type="http://schemas.openxmlformats.org/officeDocument/2006/relationships/image" Target="../media/image123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70.png"/><Relationship Id="rId7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0.png"/><Relationship Id="rId5" Type="http://schemas.openxmlformats.org/officeDocument/2006/relationships/image" Target="../media/image1290.png"/><Relationship Id="rId4" Type="http://schemas.openxmlformats.org/officeDocument/2006/relationships/image" Target="../media/image12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7" Type="http://schemas.openxmlformats.org/officeDocument/2006/relationships/image" Target="../media/image1360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1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png"/><Relationship Id="rId4" Type="http://schemas.openxmlformats.org/officeDocument/2006/relationships/image" Target="../media/image16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51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50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1" Type="http://schemas.openxmlformats.org/officeDocument/2006/relationships/image" Target="../media/image149.png"/><Relationship Id="rId5" Type="http://schemas.openxmlformats.org/officeDocument/2006/relationships/image" Target="../media/image166.png"/><Relationship Id="rId10" Type="http://schemas.openxmlformats.org/officeDocument/2006/relationships/image" Target="../media/image148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image" Target="../media/image15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sv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00.png"/><Relationship Id="rId7" Type="http://schemas.openxmlformats.org/officeDocument/2006/relationships/image" Target="../media/image159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png"/><Relationship Id="rId3" Type="http://schemas.openxmlformats.org/officeDocument/2006/relationships/image" Target="../media/image440.png"/><Relationship Id="rId7" Type="http://schemas.openxmlformats.org/officeDocument/2006/relationships/image" Target="../media/image48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11" Type="http://schemas.openxmlformats.org/officeDocument/2006/relationships/image" Target="../media/image521.png"/><Relationship Id="rId5" Type="http://schemas.openxmlformats.org/officeDocument/2006/relationships/image" Target="../media/image460.png"/><Relationship Id="rId10" Type="http://schemas.openxmlformats.org/officeDocument/2006/relationships/image" Target="../media/image511.png"/><Relationship Id="rId4" Type="http://schemas.openxmlformats.org/officeDocument/2006/relationships/image" Target="../media/image450.png"/><Relationship Id="rId9" Type="http://schemas.openxmlformats.org/officeDocument/2006/relationships/image" Target="../media/image50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490.png"/><Relationship Id="rId7" Type="http://schemas.openxmlformats.org/officeDocument/2006/relationships/image" Target="../media/image19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0.png"/><Relationship Id="rId5" Type="http://schemas.openxmlformats.org/officeDocument/2006/relationships/image" Target="../media/image510.png"/><Relationship Id="rId4" Type="http://schemas.openxmlformats.org/officeDocument/2006/relationships/image" Target="../media/image5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0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3" Type="http://schemas.openxmlformats.org/officeDocument/2006/relationships/image" Target="../media/image610.png"/><Relationship Id="rId7" Type="http://schemas.openxmlformats.org/officeDocument/2006/relationships/image" Target="../media/image651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1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Relationship Id="rId9" Type="http://schemas.openxmlformats.org/officeDocument/2006/relationships/image" Target="../media/image6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0.png"/><Relationship Id="rId4" Type="http://schemas.openxmlformats.org/officeDocument/2006/relationships/image" Target="../media/image19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0.png"/><Relationship Id="rId5" Type="http://schemas.openxmlformats.org/officeDocument/2006/relationships/image" Target="../media/image750.png"/><Relationship Id="rId4" Type="http://schemas.openxmlformats.org/officeDocument/2006/relationships/image" Target="../media/image74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1.png"/><Relationship Id="rId3" Type="http://schemas.openxmlformats.org/officeDocument/2006/relationships/image" Target="../media/image790.png"/><Relationship Id="rId7" Type="http://schemas.openxmlformats.org/officeDocument/2006/relationships/image" Target="../media/image830.png"/><Relationship Id="rId2" Type="http://schemas.openxmlformats.org/officeDocument/2006/relationships/image" Target="../media/image78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0.png"/><Relationship Id="rId11" Type="http://schemas.openxmlformats.org/officeDocument/2006/relationships/image" Target="../media/image203.png"/><Relationship Id="rId5" Type="http://schemas.openxmlformats.org/officeDocument/2006/relationships/image" Target="../media/image810.png"/><Relationship Id="rId10" Type="http://schemas.openxmlformats.org/officeDocument/2006/relationships/image" Target="../media/image202.png"/><Relationship Id="rId4" Type="http://schemas.openxmlformats.org/officeDocument/2006/relationships/image" Target="../media/image200.png"/><Relationship Id="rId9" Type="http://schemas.openxmlformats.org/officeDocument/2006/relationships/image" Target="../media/image20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7" Type="http://schemas.openxmlformats.org/officeDocument/2006/relationships/image" Target="../media/image930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5" Type="http://schemas.openxmlformats.org/officeDocument/2006/relationships/image" Target="../media/image911.png"/><Relationship Id="rId4" Type="http://schemas.openxmlformats.org/officeDocument/2006/relationships/image" Target="../media/image900.png"/></Relationships>
</file>

<file path=ppt/slides/_rels/slide6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940.png"/><Relationship Id="rId7" Type="http://schemas.openxmlformats.org/officeDocument/2006/relationships/image" Target="../media/image13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0.png"/><Relationship Id="rId5" Type="http://schemas.openxmlformats.org/officeDocument/2006/relationships/image" Target="../media/image960.png"/><Relationship Id="rId4" Type="http://schemas.openxmlformats.org/officeDocument/2006/relationships/image" Target="../media/image20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8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195913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04</a:t>
            </a:r>
            <a:r>
              <a:rPr kumimoji="0" lang="zh-TW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頻率域上的濾波</a:t>
            </a:r>
            <a:endParaRPr kumimoji="0" lang="en-US" altLang="zh-TW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D3C3FC8-6565-2956-B665-A65BE697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BB3D09-7E51-4213-C1B5-868C6E48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423B370-8D67-C1C8-6B6C-6CFE491C17BA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/>
              <a:t>目錄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E410145-68BC-5806-CAA6-49DA5DB53E57}"/>
              </a:ext>
            </a:extLst>
          </p:cNvPr>
          <p:cNvGrpSpPr/>
          <p:nvPr/>
        </p:nvGrpSpPr>
        <p:grpSpPr>
          <a:xfrm>
            <a:off x="6142183" y="1625600"/>
            <a:ext cx="5661890" cy="4248727"/>
            <a:chOff x="6225310" y="1662545"/>
            <a:chExt cx="5661890" cy="424872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FCD3D4-1312-3428-1A4D-054AE20B2D6A}"/>
                </a:ext>
              </a:extLst>
            </p:cNvPr>
            <p:cNvSpPr/>
            <p:nvPr/>
          </p:nvSpPr>
          <p:spPr>
            <a:xfrm>
              <a:off x="6225310" y="1662545"/>
              <a:ext cx="5661890" cy="4248727"/>
            </a:xfrm>
            <a:prstGeom prst="rect">
              <a:avLst/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4717BED3-A960-3C71-3871-8D41BB3CC3F1}"/>
                </a:ext>
              </a:extLst>
            </p:cNvPr>
            <p:cNvSpPr txBox="1"/>
            <p:nvPr/>
          </p:nvSpPr>
          <p:spPr>
            <a:xfrm>
              <a:off x="6500957" y="2461779"/>
              <a:ext cx="23006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/>
                <a:t>理想低通</a:t>
              </a:r>
              <a:endParaRPr lang="en-US" altLang="zh-TW" sz="2000"/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/>
                <a:t>巴特沃斯低通</a:t>
              </a:r>
              <a:endParaRPr lang="en-US" altLang="zh-TW" sz="2000"/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/>
                <a:t>高斯低通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224FAE73-60E8-2A49-54BA-4A3804CACD5F}"/>
                </a:ext>
              </a:extLst>
            </p:cNvPr>
            <p:cNvSpPr txBox="1"/>
            <p:nvPr/>
          </p:nvSpPr>
          <p:spPr>
            <a:xfrm>
              <a:off x="9120332" y="2461779"/>
              <a:ext cx="23006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/>
                <a:t>理想高通</a:t>
              </a:r>
              <a:endParaRPr lang="en-US" altLang="zh-TW" sz="2000"/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/>
                <a:t>巴特沃斯高通</a:t>
              </a:r>
              <a:endParaRPr lang="en-US" altLang="zh-TW" sz="2000"/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/>
                <a:t>高斯高通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81680C7-CE52-5A59-E965-81CD510F34D9}"/>
                </a:ext>
              </a:extLst>
            </p:cNvPr>
            <p:cNvSpPr txBox="1"/>
            <p:nvPr/>
          </p:nvSpPr>
          <p:spPr>
            <a:xfrm>
              <a:off x="6507884" y="4443844"/>
              <a:ext cx="43957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 dirty="0"/>
                <a:t>選擇性濾波</a:t>
              </a:r>
              <a:endParaRPr lang="en-US" altLang="zh-TW" sz="2000" dirty="0"/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zh-TW" altLang="en-US" sz="2000" dirty="0"/>
                <a:t>同態濾波</a:t>
              </a:r>
              <a:r>
                <a:rPr lang="en-US" altLang="zh-TW" sz="2000" dirty="0"/>
                <a:t>(Homomorphic Filtering)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01C476A7-A635-19B7-181F-7AAE245CAD93}"/>
                </a:ext>
              </a:extLst>
            </p:cNvPr>
            <p:cNvSpPr txBox="1"/>
            <p:nvPr/>
          </p:nvSpPr>
          <p:spPr>
            <a:xfrm>
              <a:off x="6500957" y="198552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>
                  <a:solidFill>
                    <a:srgbClr val="0000FF"/>
                  </a:solidFill>
                </a:rPr>
                <a:t>低通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ACF8B05-9E7D-EA96-0EC6-FF3450C07DAD}"/>
                </a:ext>
              </a:extLst>
            </p:cNvPr>
            <p:cNvSpPr txBox="1"/>
            <p:nvPr/>
          </p:nvSpPr>
          <p:spPr>
            <a:xfrm>
              <a:off x="9120332" y="198552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>
                  <a:solidFill>
                    <a:srgbClr val="0000FF"/>
                  </a:solidFill>
                </a:rPr>
                <a:t>高通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9DF133D-C1F7-0566-9BD9-C6004A6B0EE0}"/>
                </a:ext>
              </a:extLst>
            </p:cNvPr>
            <p:cNvSpPr txBox="1"/>
            <p:nvPr/>
          </p:nvSpPr>
          <p:spPr>
            <a:xfrm>
              <a:off x="6536459" y="391044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>
                  <a:solidFill>
                    <a:srgbClr val="0000FF"/>
                  </a:solidFill>
                </a:rPr>
                <a:t>特殊</a:t>
              </a: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FF367CB-5695-BE90-005A-3188C03C155E}"/>
              </a:ext>
            </a:extLst>
          </p:cNvPr>
          <p:cNvSpPr txBox="1"/>
          <p:nvPr/>
        </p:nvSpPr>
        <p:spPr>
          <a:xfrm>
            <a:off x="655781" y="1450109"/>
            <a:ext cx="3382657" cy="2221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/>
              <a:t>頻率域基本概念</a:t>
            </a:r>
            <a:endParaRPr lang="en-US" altLang="zh-TW" sz="32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/>
              <a:t>傅立葉變換</a:t>
            </a:r>
            <a:endParaRPr lang="en-US" altLang="zh-TW" sz="32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/>
              <a:t>濾波器應用</a:t>
            </a:r>
          </a:p>
        </p:txBody>
      </p:sp>
    </p:spTree>
    <p:extLst>
      <p:ext uri="{BB962C8B-B14F-4D97-AF65-F5344CB8AC3E}">
        <p14:creationId xmlns:p14="http://schemas.microsoft.com/office/powerpoint/2010/main" val="4153037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FAFA3D-C529-AFBF-29C1-ED89F376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C25E9E7-7FC0-EAAA-3A2D-683F0EC881EA}"/>
              </a:ext>
            </a:extLst>
          </p:cNvPr>
          <p:cNvSpPr txBox="1"/>
          <p:nvPr/>
        </p:nvSpPr>
        <p:spPr>
          <a:xfrm>
            <a:off x="0" y="302458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轉成頻率域濾波要幹嘛</a:t>
            </a:r>
            <a:r>
              <a:rPr kumimoji="0" lang="en-US" altLang="zh-TW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E7ADC85-F368-27CE-4707-5CA9F4F7699D}"/>
              </a:ext>
            </a:extLst>
          </p:cNvPr>
          <p:cNvSpPr txBox="1"/>
          <p:nvPr/>
        </p:nvSpPr>
        <p:spPr>
          <a:xfrm>
            <a:off x="1857977" y="1673223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/>
              <a:t>我空間濾波就可以做到</a:t>
            </a:r>
            <a:endParaRPr lang="en-US" altLang="zh-TW" sz="320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500F21-33E0-8A59-8F7C-3927ADFDC183}"/>
              </a:ext>
            </a:extLst>
          </p:cNvPr>
          <p:cNvSpPr txBox="1"/>
          <p:nvPr/>
        </p:nvSpPr>
        <p:spPr>
          <a:xfrm>
            <a:off x="7883623" y="1620696"/>
            <a:ext cx="40607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3200"/>
              <a:t>幹嘛那麼複雜要</a:t>
            </a:r>
            <a:endParaRPr lang="en-US" altLang="zh-TW" sz="3200"/>
          </a:p>
          <a:p>
            <a:pPr algn="ctr"/>
            <a:r>
              <a:rPr lang="zh-TW" altLang="en-US" sz="3200"/>
              <a:t>用</a:t>
            </a:r>
            <a:r>
              <a:rPr lang="zh-TW" altLang="en-US" sz="3200">
                <a:solidFill>
                  <a:srgbClr val="FF0000"/>
                </a:solidFill>
              </a:rPr>
              <a:t>傅立葉</a:t>
            </a:r>
            <a:r>
              <a:rPr lang="zh-TW" altLang="en-US" sz="3200"/>
              <a:t>轉成</a:t>
            </a:r>
            <a:r>
              <a:rPr lang="zh-TW" altLang="en-US" sz="3200">
                <a:solidFill>
                  <a:srgbClr val="FF0000"/>
                </a:solidFill>
              </a:rPr>
              <a:t>頻率域</a:t>
            </a:r>
            <a:r>
              <a:rPr lang="en-US" altLang="zh-TW" sz="3200"/>
              <a:t>?</a:t>
            </a:r>
            <a:endParaRPr lang="zh-TW" altLang="en-US" sz="32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8D55050-ACC6-5A69-75B8-2A18783D4460}"/>
              </a:ext>
            </a:extLst>
          </p:cNvPr>
          <p:cNvSpPr txBox="1"/>
          <p:nvPr/>
        </p:nvSpPr>
        <p:spPr>
          <a:xfrm>
            <a:off x="1184877" y="2627806"/>
            <a:ext cx="1764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>
                <a:solidFill>
                  <a:srgbClr val="0000FF"/>
                </a:solidFill>
              </a:rPr>
              <a:t>濾高頻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CE2EB46-5DFE-7E7E-1FA9-E59A869DA5DE}"/>
              </a:ext>
            </a:extLst>
          </p:cNvPr>
          <p:cNvSpPr txBox="1"/>
          <p:nvPr/>
        </p:nvSpPr>
        <p:spPr>
          <a:xfrm>
            <a:off x="4888659" y="2637043"/>
            <a:ext cx="1681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>
                <a:solidFill>
                  <a:srgbClr val="0000FF"/>
                </a:solidFill>
              </a:rPr>
              <a:t>抓邊緣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3063E77-28BD-B922-7990-11F1901D1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56" y="3351205"/>
            <a:ext cx="2724530" cy="2715004"/>
          </a:xfrm>
          <a:prstGeom prst="rect">
            <a:avLst/>
          </a:prstGeom>
        </p:spPr>
      </p:pic>
      <p:pic>
        <p:nvPicPr>
          <p:cNvPr id="11" name="Picture 2" descr="Python图像处理]  四十二.Python图像锐化及边缘检测万字详解（Roberts、Prewitt、Sobel、Laplacian、Canny、LOG）_锐化和边缘检测-CSDN博客">
            <a:extLst>
              <a:ext uri="{FF2B5EF4-FFF2-40B4-BE49-F238E27FC236}">
                <a16:creationId xmlns:a16="http://schemas.microsoft.com/office/drawing/2014/main" id="{69C66AE7-6A93-B247-C849-56331BF38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20442" y="3426690"/>
            <a:ext cx="3612202" cy="256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書類を見て焦る会社員のイラスト（女性） | かわいいフリー素材集 いらすとや">
            <a:extLst>
              <a:ext uri="{FF2B5EF4-FFF2-40B4-BE49-F238E27FC236}">
                <a16:creationId xmlns:a16="http://schemas.microsoft.com/office/drawing/2014/main" id="{9B10C202-DB98-7068-C222-8EEE142C5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45" b="93548" l="9360" r="89163">
                        <a14:foregroundMark x1="57143" y1="8065" x2="49754" y2="6048"/>
                        <a14:foregroundMark x1="21675" y1="11694" x2="19212" y2="10081"/>
                        <a14:foregroundMark x1="17241" y1="18548" x2="15271" y2="18548"/>
                        <a14:foregroundMark x1="18227" y1="29839" x2="17241" y2="32661"/>
                        <a14:foregroundMark x1="52217" y1="56452" x2="48768" y2="53629"/>
                        <a14:foregroundMark x1="57143" y1="73790" x2="57635" y2="67742"/>
                        <a14:foregroundMark x1="61576" y1="75806" x2="54187" y2="63306"/>
                        <a14:foregroundMark x1="73399" y1="59677" x2="68966" y2="59677"/>
                        <a14:foregroundMark x1="57143" y1="93548" x2="45320" y2="91935"/>
                        <a14:foregroundMark x1="71429" y1="89516" x2="67980" y2="887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07734" y="2733109"/>
            <a:ext cx="2744892" cy="335336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約瑟夫·傅立葉- 維基百科，自由的百科全書">
            <a:extLst>
              <a:ext uri="{FF2B5EF4-FFF2-40B4-BE49-F238E27FC236}">
                <a16:creationId xmlns:a16="http://schemas.microsoft.com/office/drawing/2014/main" id="{EDAE5EB2-1563-93D3-746E-B358AD753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235" b="90000" l="9978" r="89910">
                        <a14:foregroundMark x1="42040" y1="8235" x2="52915" y2="94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06063">
            <a:off x="9433739" y="4949287"/>
            <a:ext cx="702976" cy="803826"/>
          </a:xfrm>
          <a:prstGeom prst="rect">
            <a:avLst/>
          </a:prstGeom>
          <a:noFill/>
          <a:scene3d>
            <a:camera prst="orthographicFront">
              <a:rot lat="21589060" lon="20705502" rev="11396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D672BB4C-0EC8-2733-5A21-3F8C36438F5D}"/>
              </a:ext>
            </a:extLst>
          </p:cNvPr>
          <p:cNvSpPr txBox="1"/>
          <p:nvPr/>
        </p:nvSpPr>
        <p:spPr>
          <a:xfrm rot="21444794">
            <a:off x="9327658" y="468299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i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FFT</a:t>
            </a:r>
            <a:endParaRPr lang="zh-TW" altLang="en-US">
              <a:solidFill>
                <a:srgbClr val="0000FF"/>
              </a:solidFill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B7DAB9C-09D0-7EFD-EB7A-410891AA2884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2066950" y="2257998"/>
            <a:ext cx="1935204" cy="3698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588BECF-75EC-1CAA-FEC3-DB1CD1331490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4002154" y="2257998"/>
            <a:ext cx="1727014" cy="379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844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6BEAE1-8D02-08ED-CE6A-9F50086E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122" name="Picture 2" descr="Image Filtering in Frequency Domain | Image Processing II - YouTube">
            <a:extLst>
              <a:ext uri="{FF2B5EF4-FFF2-40B4-BE49-F238E27FC236}">
                <a16:creationId xmlns:a16="http://schemas.microsoft.com/office/drawing/2014/main" id="{C7CA2129-B6CB-D3D4-E05D-046DE9146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97" y="330099"/>
            <a:ext cx="10804985" cy="607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5944DEE-D11D-7F14-B168-7B9FDC7F875E}"/>
              </a:ext>
            </a:extLst>
          </p:cNvPr>
          <p:cNvSpPr txBox="1"/>
          <p:nvPr/>
        </p:nvSpPr>
        <p:spPr>
          <a:xfrm>
            <a:off x="8544099" y="2346037"/>
            <a:ext cx="3278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FFD10F"/>
                </a:solidFill>
              </a:rPr>
              <a:t>有類似的紋理，</a:t>
            </a:r>
            <a:endParaRPr lang="en-US" altLang="zh-TW" sz="2800">
              <a:solidFill>
                <a:srgbClr val="FFD10F"/>
              </a:solidFill>
            </a:endParaRPr>
          </a:p>
          <a:p>
            <a:r>
              <a:rPr lang="zh-TW" altLang="en-US" sz="2800">
                <a:solidFill>
                  <a:srgbClr val="FFD10F"/>
                </a:solidFill>
              </a:rPr>
              <a:t>多次重複出現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68336A-720B-E91D-6E60-15D78F366CA3}"/>
              </a:ext>
            </a:extLst>
          </p:cNvPr>
          <p:cNvSpPr txBox="1"/>
          <p:nvPr/>
        </p:nvSpPr>
        <p:spPr>
          <a:xfrm>
            <a:off x="858981" y="6424013"/>
            <a:ext cx="634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hlinkClick r:id="rId3"/>
              </a:rPr>
              <a:t>https://www.youtube.com/watch?app=desktop&amp;v=OOu5KP3Gvx0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8FAAF28-2177-ADDD-D88F-0511BA38E942}"/>
              </a:ext>
            </a:extLst>
          </p:cNvPr>
          <p:cNvSpPr txBox="1"/>
          <p:nvPr/>
        </p:nvSpPr>
        <p:spPr>
          <a:xfrm>
            <a:off x="1238250" y="4467225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FFFF00"/>
                </a:solidFill>
              </a:rPr>
              <a:t>偏低頻</a:t>
            </a:r>
            <a:endParaRPr lang="en-US" altLang="zh-TW" sz="2400" dirty="0">
              <a:solidFill>
                <a:srgbClr val="FFFF00"/>
              </a:solidFill>
            </a:endParaRPr>
          </a:p>
          <a:p>
            <a:pPr algn="ctr"/>
            <a:r>
              <a:rPr lang="en-US" altLang="zh-TW" sz="2400" dirty="0">
                <a:solidFill>
                  <a:srgbClr val="FFFF00"/>
                </a:solidFill>
              </a:rPr>
              <a:t>(</a:t>
            </a:r>
            <a:r>
              <a:rPr lang="zh-TW" altLang="en-US" sz="2400" dirty="0">
                <a:solidFill>
                  <a:srgbClr val="FFFF00"/>
                </a:solidFill>
              </a:rPr>
              <a:t>模糊</a:t>
            </a:r>
            <a:r>
              <a:rPr lang="en-US" altLang="zh-TW" sz="2400" dirty="0">
                <a:solidFill>
                  <a:srgbClr val="FFFF00"/>
                </a:solidFill>
              </a:rPr>
              <a:t>)</a:t>
            </a:r>
            <a:endParaRPr lang="zh-TW" altLang="en-US" sz="2400" dirty="0">
              <a:solidFill>
                <a:srgbClr val="FFFF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CF86EAE-892F-9BAE-192E-0E0E8B4F1829}"/>
              </a:ext>
            </a:extLst>
          </p:cNvPr>
          <p:cNvSpPr txBox="1"/>
          <p:nvPr/>
        </p:nvSpPr>
        <p:spPr>
          <a:xfrm>
            <a:off x="1238250" y="2476500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FFFF00"/>
                </a:solidFill>
              </a:rPr>
              <a:t>偏高頻</a:t>
            </a:r>
            <a:endParaRPr lang="en-US" altLang="zh-TW" sz="2400" dirty="0">
              <a:solidFill>
                <a:srgbClr val="FFFF00"/>
              </a:solidFill>
            </a:endParaRPr>
          </a:p>
          <a:p>
            <a:pPr algn="ctr"/>
            <a:r>
              <a:rPr lang="en-US" altLang="zh-TW" sz="2400" dirty="0">
                <a:solidFill>
                  <a:srgbClr val="FFFF00"/>
                </a:solidFill>
              </a:rPr>
              <a:t>(</a:t>
            </a:r>
            <a:r>
              <a:rPr lang="zh-TW" altLang="en-US" sz="2400" dirty="0">
                <a:solidFill>
                  <a:srgbClr val="FFFF00"/>
                </a:solidFill>
              </a:rPr>
              <a:t>銳利</a:t>
            </a:r>
            <a:r>
              <a:rPr lang="en-US" altLang="zh-TW" sz="2400" dirty="0">
                <a:solidFill>
                  <a:srgbClr val="FFFF00"/>
                </a:solidFill>
              </a:rPr>
              <a:t>)</a:t>
            </a:r>
            <a:endParaRPr lang="zh-TW" alt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16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D8E9A50-6C63-8153-D752-5863357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973BCCE-D547-7DEB-6863-7E6D3BB5F673}"/>
              </a:ext>
            </a:extLst>
          </p:cNvPr>
          <p:cNvSpPr txBox="1"/>
          <p:nvPr/>
        </p:nvSpPr>
        <p:spPr>
          <a:xfrm>
            <a:off x="-1" y="251311"/>
            <a:ext cx="12125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頻率域</a:t>
            </a:r>
            <a:r>
              <a:rPr lang="zh-TW" altLang="en-US" sz="3600" dirty="0">
                <a:solidFill>
                  <a:srgbClr val="0000FF"/>
                </a:solidFill>
              </a:rPr>
              <a:t>優點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F22170-4AFA-37C1-B634-60EF206F8D45}"/>
              </a:ext>
            </a:extLst>
          </p:cNvPr>
          <p:cNvSpPr txBox="1"/>
          <p:nvPr/>
        </p:nvSpPr>
        <p:spPr>
          <a:xfrm>
            <a:off x="733425" y="946785"/>
            <a:ext cx="4916731" cy="2487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快速計算濾波器</a:t>
            </a:r>
            <a:endParaRPr lang="en-US" altLang="zh-TW" sz="36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方便分析影像頻率</a:t>
            </a:r>
            <a:endParaRPr lang="en-US" altLang="zh-TW" sz="36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可選擇特定頻率去除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19AA67D-3640-9C32-AFFC-5FFA105B8EB8}"/>
                  </a:ext>
                </a:extLst>
              </p:cNvPr>
              <p:cNvSpPr txBox="1"/>
              <p:nvPr/>
            </p:nvSpPr>
            <p:spPr>
              <a:xfrm>
                <a:off x="6489989" y="1115695"/>
                <a:ext cx="354808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000" dirty="0"/>
                  <a:t> </a:t>
                </a:r>
                <a14:m>
                  <m:oMath xmlns:m="http://schemas.openxmlformats.org/officeDocument/2006/math">
                    <m:r>
                      <a:rPr lang="zh-TW" altLang="en-US" sz="4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TW" altLang="en-US" sz="4000" dirty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TW" sz="4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zh-TW" altLang="en-US" sz="4000" dirty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zh-TW" altLang="en-US" sz="40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TW" altLang="en-US" sz="4000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4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TW" sz="4000" dirty="0"/>
              </a:p>
              <a:p>
                <a:r>
                  <a:rPr lang="en-US" altLang="zh-TW" sz="4000" dirty="0"/>
                  <a:t> </a:t>
                </a:r>
                <a14:m>
                  <m:oMath xmlns:m="http://schemas.openxmlformats.org/officeDocument/2006/math">
                    <m:r>
                      <a:rPr lang="zh-TW" altLang="en-US" sz="4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TW" altLang="en-US" sz="4000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TW" sz="4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zh-TW" altLang="en-US" sz="4000" dirty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zh-TW" altLang="en-US" sz="40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TW" altLang="en-US" sz="4000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4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TW" sz="4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19AA67D-3640-9C32-AFFC-5FFA105B8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989" y="1115695"/>
                <a:ext cx="3548087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FECFF1CB-DE96-274D-FED6-58E49F9EE69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99" b="1006"/>
          <a:stretch/>
        </p:blipFill>
        <p:spPr>
          <a:xfrm>
            <a:off x="337935" y="3652094"/>
            <a:ext cx="2891040" cy="28291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ABBC96C-F687-D478-D32F-54E49F1F4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168" y="3652096"/>
            <a:ext cx="2871981" cy="282912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08179FD-5882-B2C5-DB8C-61E7F18E5E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473" y="3652138"/>
            <a:ext cx="2871904" cy="2829037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A3F2B7C-5FA9-7259-7A71-C3FEB678C1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391" y="3657227"/>
            <a:ext cx="2886259" cy="2818859"/>
          </a:xfrm>
          <a:prstGeom prst="rect">
            <a:avLst/>
          </a:prstGeom>
        </p:spPr>
      </p:pic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EE79A6A6-6B98-9E37-3CA1-89E6A20F8144}"/>
              </a:ext>
            </a:extLst>
          </p:cNvPr>
          <p:cNvSpPr/>
          <p:nvPr/>
        </p:nvSpPr>
        <p:spPr>
          <a:xfrm>
            <a:off x="3038475" y="4833394"/>
            <a:ext cx="542925" cy="466725"/>
          </a:xfrm>
          <a:prstGeom prst="rightArrow">
            <a:avLst>
              <a:gd name="adj1" fmla="val 50000"/>
              <a:gd name="adj2" fmla="val 5811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D075E781-68F8-A082-CB8B-25D6BAA33E4A}"/>
              </a:ext>
            </a:extLst>
          </p:cNvPr>
          <p:cNvSpPr/>
          <p:nvPr/>
        </p:nvSpPr>
        <p:spPr>
          <a:xfrm>
            <a:off x="6010275" y="4833394"/>
            <a:ext cx="542925" cy="466725"/>
          </a:xfrm>
          <a:prstGeom prst="rightArrow">
            <a:avLst>
              <a:gd name="adj1" fmla="val 50000"/>
              <a:gd name="adj2" fmla="val 5811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6454EA81-9203-54E8-B269-91649C09CE82}"/>
              </a:ext>
            </a:extLst>
          </p:cNvPr>
          <p:cNvSpPr/>
          <p:nvPr/>
        </p:nvSpPr>
        <p:spPr>
          <a:xfrm>
            <a:off x="8953500" y="4833394"/>
            <a:ext cx="542925" cy="466725"/>
          </a:xfrm>
          <a:prstGeom prst="rightArrow">
            <a:avLst>
              <a:gd name="adj1" fmla="val 50000"/>
              <a:gd name="adj2" fmla="val 5811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50D41BC-236A-954D-79BB-BC47341D5A37}"/>
              </a:ext>
            </a:extLst>
          </p:cNvPr>
          <p:cNvSpPr txBox="1"/>
          <p:nvPr/>
        </p:nvSpPr>
        <p:spPr>
          <a:xfrm>
            <a:off x="6705599" y="366340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</a:rPr>
              <a:t>只保留低頻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884BEDA-2E62-14F6-FEFA-19D699FF1451}"/>
              </a:ext>
            </a:extLst>
          </p:cNvPr>
          <p:cNvSpPr txBox="1"/>
          <p:nvPr/>
        </p:nvSpPr>
        <p:spPr>
          <a:xfrm>
            <a:off x="3874653" y="364955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/>
              <a:t>轉到頻率域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59D53D4-F8C9-5A85-3037-165A8B59DE4D}"/>
              </a:ext>
            </a:extLst>
          </p:cNvPr>
          <p:cNvSpPr txBox="1"/>
          <p:nvPr/>
        </p:nvSpPr>
        <p:spPr>
          <a:xfrm>
            <a:off x="9679708" y="364493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/>
              <a:t>轉回空間域</a:t>
            </a:r>
          </a:p>
        </p:txBody>
      </p:sp>
    </p:spTree>
    <p:extLst>
      <p:ext uri="{BB962C8B-B14F-4D97-AF65-F5344CB8AC3E}">
        <p14:creationId xmlns:p14="http://schemas.microsoft.com/office/powerpoint/2010/main" val="101327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2E14-9A00-D7AE-AC10-149F56C3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402770-4A08-0171-51D0-DCD03BDB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B20777C-6F3A-778D-08D8-6E6C33630726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頻率域濾波的基本步驟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DC3F086-5AB1-2293-0BC1-9AEC148ED643}"/>
              </a:ext>
            </a:extLst>
          </p:cNvPr>
          <p:cNvSpPr/>
          <p:nvPr/>
        </p:nvSpPr>
        <p:spPr>
          <a:xfrm>
            <a:off x="1625602" y="2013527"/>
            <a:ext cx="1930400" cy="80356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f(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x</a:t>
            </a:r>
            <a:r>
              <a:rPr kumimoji="0" lang="en-US" altLang="zh-TW" sz="18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,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y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605E6C-7B6D-61D8-307C-E89B0A49E5E0}"/>
              </a:ext>
            </a:extLst>
          </p:cNvPr>
          <p:cNvSpPr/>
          <p:nvPr/>
        </p:nvSpPr>
        <p:spPr>
          <a:xfrm>
            <a:off x="1727202" y="3412835"/>
            <a:ext cx="1727200" cy="822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DFT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1353C9-FFF7-C9D5-4F44-604702E33321}"/>
              </a:ext>
            </a:extLst>
          </p:cNvPr>
          <p:cNvSpPr/>
          <p:nvPr/>
        </p:nvSpPr>
        <p:spPr>
          <a:xfrm>
            <a:off x="4950693" y="3412835"/>
            <a:ext cx="1727200" cy="8220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濾波器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H(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u</a:t>
            </a:r>
            <a:r>
              <a:rPr kumimoji="0" lang="en-US" altLang="zh-TW" sz="18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,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v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EFA727-75AF-1608-92C1-A7CF2EDA1F50}"/>
              </a:ext>
            </a:extLst>
          </p:cNvPr>
          <p:cNvSpPr/>
          <p:nvPr/>
        </p:nvSpPr>
        <p:spPr>
          <a:xfrm>
            <a:off x="8580584" y="3412835"/>
            <a:ext cx="1727200" cy="8220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IDFT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5C95814-0158-64A1-1954-4FB335673634}"/>
              </a:ext>
            </a:extLst>
          </p:cNvPr>
          <p:cNvSpPr/>
          <p:nvPr/>
        </p:nvSpPr>
        <p:spPr>
          <a:xfrm>
            <a:off x="8478984" y="4922982"/>
            <a:ext cx="1930400" cy="80356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g(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x</a:t>
            </a:r>
            <a:r>
              <a:rPr kumimoji="0" lang="en-US" altLang="zh-TW" sz="18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,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y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8F5F061-0732-F723-5261-8922C09BD548}"/>
              </a:ext>
            </a:extLst>
          </p:cNvPr>
          <p:cNvSpPr txBox="1"/>
          <p:nvPr/>
        </p:nvSpPr>
        <p:spPr>
          <a:xfrm>
            <a:off x="3701474" y="3447533"/>
            <a:ext cx="907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F(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u</a:t>
            </a:r>
            <a:r>
              <a:rPr kumimoji="0" lang="en-US" altLang="zh-TW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,</a:t>
            </a:r>
            <a:r>
              <a:rPr kumimoji="0" lang="en-US" altLang="zh-TW" sz="1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v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4FB654A-4B05-8ED1-4BF3-BAD3F192E54B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2590802" y="2817090"/>
            <a:ext cx="0" cy="59574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8F4D8CEF-D80F-AD20-7ED1-18040F9335C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454402" y="3823853"/>
            <a:ext cx="149629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CDE2280-31AB-3713-A6D9-6606753A659B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677893" y="3823853"/>
            <a:ext cx="190269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55AAB5B-6312-C18B-9E5A-77EBE8BA70C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444184" y="4234871"/>
            <a:ext cx="0" cy="688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0B91DD6-2F8D-F513-C429-5B0BFA9704E1}"/>
              </a:ext>
            </a:extLst>
          </p:cNvPr>
          <p:cNvSpPr txBox="1"/>
          <p:nvPr/>
        </p:nvSpPr>
        <p:spPr>
          <a:xfrm>
            <a:off x="6615546" y="3447533"/>
            <a:ext cx="203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BE3D6"/>
                </a:highlight>
                <a:uLnTx/>
                <a:uFillTx/>
                <a:latin typeface="+mj-lt"/>
                <a:ea typeface="標楷體"/>
                <a:cs typeface="+mn-cs"/>
              </a:rPr>
              <a:t>H(</a:t>
            </a:r>
            <a:r>
              <a:rPr kumimoji="0" lang="en-US" altLang="zh-TW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BE3D6"/>
                </a:highlight>
                <a:uLnTx/>
                <a:uFillTx/>
                <a:latin typeface="+mj-lt"/>
                <a:ea typeface="標楷體"/>
                <a:cs typeface="+mn-cs"/>
              </a:rPr>
              <a:t>u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BE3D6"/>
                </a:highlight>
                <a:uLnTx/>
                <a:uFillTx/>
                <a:latin typeface="+mj-lt"/>
                <a:ea typeface="標楷體"/>
                <a:cs typeface="+mn-cs"/>
              </a:rPr>
              <a:t>,</a:t>
            </a:r>
            <a:r>
              <a:rPr kumimoji="0" lang="en-US" altLang="zh-TW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BE3D6"/>
                </a:highlight>
                <a:uLnTx/>
                <a:uFillTx/>
                <a:latin typeface="+mj-lt"/>
                <a:ea typeface="標楷體"/>
                <a:cs typeface="+mn-cs"/>
              </a:rPr>
              <a:t>v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BE3D6"/>
                </a:highlight>
                <a:uLnTx/>
                <a:uFillTx/>
                <a:latin typeface="+mj-lt"/>
                <a:ea typeface="標楷體"/>
                <a:cs typeface="+mn-cs"/>
              </a:rPr>
              <a:t>)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×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9F2D0"/>
                </a:highlight>
                <a:uLnTx/>
                <a:uFillTx/>
                <a:latin typeface="+mj-lt"/>
                <a:ea typeface="標楷體"/>
                <a:cs typeface="+mn-cs"/>
              </a:rPr>
              <a:t>F(</a:t>
            </a:r>
            <a:r>
              <a:rPr kumimoji="0" lang="en-US" altLang="zh-TW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9F2D0"/>
                </a:highlight>
                <a:uLnTx/>
                <a:uFillTx/>
                <a:latin typeface="+mj-lt"/>
                <a:ea typeface="標楷體"/>
                <a:cs typeface="+mn-cs"/>
              </a:rPr>
              <a:t>u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9F2D0"/>
                </a:highlight>
                <a:uLnTx/>
                <a:uFillTx/>
                <a:latin typeface="+mj-lt"/>
                <a:ea typeface="標楷體"/>
                <a:cs typeface="+mn-cs"/>
              </a:rPr>
              <a:t>,</a:t>
            </a:r>
            <a:r>
              <a:rPr kumimoji="0" lang="en-US" altLang="zh-TW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9F2D0"/>
                </a:highlight>
                <a:uLnTx/>
                <a:uFillTx/>
                <a:latin typeface="+mj-lt"/>
                <a:ea typeface="標楷體"/>
                <a:cs typeface="+mn-cs"/>
              </a:rPr>
              <a:t>v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9F2D0"/>
                </a:highlight>
                <a:uLnTx/>
                <a:uFillTx/>
                <a:latin typeface="+mj-lt"/>
                <a:ea typeface="標楷體"/>
                <a:cs typeface="+mn-cs"/>
              </a:rPr>
              <a:t>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D9F2D0"/>
              </a:highlight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B8EB81A-E377-EADB-B56A-A89AA3063EBE}"/>
              </a:ext>
            </a:extLst>
          </p:cNvPr>
          <p:cNvSpPr txBox="1"/>
          <p:nvPr/>
        </p:nvSpPr>
        <p:spPr>
          <a:xfrm>
            <a:off x="2068946" y="15609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原始影像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DA6C8CA-0554-F41F-5886-B239F77DDFCA}"/>
              </a:ext>
            </a:extLst>
          </p:cNvPr>
          <p:cNvSpPr txBox="1"/>
          <p:nvPr/>
        </p:nvSpPr>
        <p:spPr>
          <a:xfrm>
            <a:off x="8705273" y="577734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濾波完的影像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72944A5-CAD5-B492-B916-D3A55D640725}"/>
              </a:ext>
            </a:extLst>
          </p:cNvPr>
          <p:cNvSpPr txBox="1"/>
          <p:nvPr/>
        </p:nvSpPr>
        <p:spPr>
          <a:xfrm>
            <a:off x="1314126" y="4308763"/>
            <a:ext cx="2711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離散傅立葉轉換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Discrete Fourier Transform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B29450E-AEB7-BC97-D8B9-66411D33F6BD}"/>
              </a:ext>
            </a:extLst>
          </p:cNvPr>
          <p:cNvSpPr txBox="1"/>
          <p:nvPr/>
        </p:nvSpPr>
        <p:spPr>
          <a:xfrm>
            <a:off x="7729544" y="2632365"/>
            <a:ext cx="3448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反離散傅立葉轉換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/>
                <a:cs typeface="+mn-cs"/>
              </a:rPr>
              <a:t>Inverse Discrete Fourier Transform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80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D8E9A50-6C63-8153-D752-5863357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973BCCE-D547-7DEB-6863-7E6D3BB5F673}"/>
              </a:ext>
            </a:extLst>
          </p:cNvPr>
          <p:cNvSpPr txBox="1"/>
          <p:nvPr/>
        </p:nvSpPr>
        <p:spPr>
          <a:xfrm>
            <a:off x="-1" y="434191"/>
            <a:ext cx="12125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/>
              <a:t>頻率域</a:t>
            </a:r>
            <a:r>
              <a:rPr lang="zh-TW" altLang="en-US" sz="3600">
                <a:solidFill>
                  <a:srgbClr val="FF0000"/>
                </a:solidFill>
              </a:rPr>
              <a:t>缺點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F22170-4AFA-37C1-B634-60EF206F8D45}"/>
              </a:ext>
            </a:extLst>
          </p:cNvPr>
          <p:cNvSpPr txBox="1"/>
          <p:nvPr/>
        </p:nvSpPr>
        <p:spPr>
          <a:xfrm>
            <a:off x="280555" y="1237096"/>
            <a:ext cx="6840334" cy="2486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內存消耗大</a:t>
            </a:r>
            <a:endParaRPr lang="en-US" altLang="zh-TW" sz="36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複數運算有小小的誤差</a:t>
            </a:r>
            <a:endParaRPr lang="en-US" altLang="zh-TW" sz="36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處理不好會有</a:t>
            </a:r>
            <a:r>
              <a:rPr lang="en-US" altLang="zh-TW" sz="3600" dirty="0">
                <a:latin typeface="+mj-lt"/>
              </a:rPr>
              <a:t>Ringing artifacts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A2B5183-0EDF-9B58-620B-0FCB3C817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531" y="1825204"/>
            <a:ext cx="4324445" cy="43050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DCB78B1-252C-C815-E3BB-66823A8288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894" y="4134673"/>
            <a:ext cx="2065564" cy="201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8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8D38410-5FD7-D906-8A99-330EB0ED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466DA5A-B91B-FC87-BD39-3235A776B183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/>
              <a:t>那我怎麼把影像從空間域轉到頻率域</a:t>
            </a:r>
            <a:r>
              <a:rPr lang="en-US" altLang="zh-TW" sz="4000"/>
              <a:t>?</a:t>
            </a:r>
            <a:endParaRPr lang="zh-TW" alt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0DC9B6-B712-0005-BE48-C7171C6A2F50}"/>
                  </a:ext>
                </a:extLst>
              </p:cNvPr>
              <p:cNvSpPr txBox="1"/>
              <p:nvPr/>
            </p:nvSpPr>
            <p:spPr>
              <a:xfrm>
                <a:off x="1496289" y="1442142"/>
                <a:ext cx="9144000" cy="1022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0DC9B6-B712-0005-BE48-C7171C6A2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289" y="1442142"/>
                <a:ext cx="9144000" cy="10222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FC1C0AED-F39D-E040-09D3-1550AA403D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99" b="1006"/>
          <a:stretch/>
        </p:blipFill>
        <p:spPr>
          <a:xfrm>
            <a:off x="2446936" y="3507742"/>
            <a:ext cx="2891040" cy="282912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2C9CFD4-D857-881F-0261-E647CFF9B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006" y="3507744"/>
            <a:ext cx="2871981" cy="2829121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549B4220-5808-23AC-AF75-10E8345D8A5D}"/>
              </a:ext>
            </a:extLst>
          </p:cNvPr>
          <p:cNvSpPr/>
          <p:nvPr/>
        </p:nvSpPr>
        <p:spPr>
          <a:xfrm>
            <a:off x="5428384" y="4735224"/>
            <a:ext cx="1545071" cy="466725"/>
          </a:xfrm>
          <a:prstGeom prst="rightArrow">
            <a:avLst>
              <a:gd name="adj1" fmla="val 50000"/>
              <a:gd name="adj2" fmla="val 5811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3BA17DD-3E80-8237-6859-DB1C3BAB7D39}"/>
              </a:ext>
            </a:extLst>
          </p:cNvPr>
          <p:cNvSpPr txBox="1"/>
          <p:nvPr/>
        </p:nvSpPr>
        <p:spPr>
          <a:xfrm>
            <a:off x="5541818" y="4221018"/>
            <a:ext cx="1244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/>
              <a:t>怎麼轉</a:t>
            </a:r>
            <a:r>
              <a:rPr lang="en-US" altLang="zh-TW" sz="2400"/>
              <a:t>?</a:t>
            </a:r>
            <a:endParaRPr lang="zh-TW" altLang="en-US" sz="24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9A1BCE1-B9D4-10BE-2463-D0CA634E8F09}"/>
              </a:ext>
            </a:extLst>
          </p:cNvPr>
          <p:cNvSpPr txBox="1"/>
          <p:nvPr/>
        </p:nvSpPr>
        <p:spPr>
          <a:xfrm>
            <a:off x="7957126" y="306416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0000FF"/>
                </a:solidFill>
              </a:rPr>
              <a:t>頻率域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E152383-61C8-FD17-66F4-69FBD1851899}"/>
              </a:ext>
            </a:extLst>
          </p:cNvPr>
          <p:cNvSpPr txBox="1"/>
          <p:nvPr/>
        </p:nvSpPr>
        <p:spPr>
          <a:xfrm>
            <a:off x="3168071" y="306416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0000FF"/>
                </a:solidFill>
              </a:rPr>
              <a:t>空間域</a:t>
            </a:r>
          </a:p>
        </p:txBody>
      </p:sp>
      <p:sp>
        <p:nvSpPr>
          <p:cNvPr id="16" name="想法泡泡: 雲朵 15">
            <a:extLst>
              <a:ext uri="{FF2B5EF4-FFF2-40B4-BE49-F238E27FC236}">
                <a16:creationId xmlns:a16="http://schemas.microsoft.com/office/drawing/2014/main" id="{2FFEA10C-1A12-1FC5-C7BC-7A3C2F1C2354}"/>
              </a:ext>
            </a:extLst>
          </p:cNvPr>
          <p:cNvSpPr/>
          <p:nvPr/>
        </p:nvSpPr>
        <p:spPr>
          <a:xfrm>
            <a:off x="4535054" y="2678547"/>
            <a:ext cx="2752438" cy="1293090"/>
          </a:xfrm>
          <a:prstGeom prst="cloudCallout">
            <a:avLst>
              <a:gd name="adj1" fmla="val -46853"/>
              <a:gd name="adj2" fmla="val 10877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>
                <a:solidFill>
                  <a:schemeClr val="tx1"/>
                </a:solidFill>
              </a:rPr>
              <a:t>這公式在寫甚麼</a:t>
            </a:r>
            <a:r>
              <a:rPr lang="en-US" altLang="zh-TW" sz="1800">
                <a:solidFill>
                  <a:schemeClr val="tx1"/>
                </a:solidFill>
              </a:rPr>
              <a:t>?</a:t>
            </a: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0" name="手繪多邊形: 圖案 19">
            <a:extLst>
              <a:ext uri="{FF2B5EF4-FFF2-40B4-BE49-F238E27FC236}">
                <a16:creationId xmlns:a16="http://schemas.microsoft.com/office/drawing/2014/main" id="{A0423394-9DB8-F0F8-060A-4A6F025B5544}"/>
              </a:ext>
            </a:extLst>
          </p:cNvPr>
          <p:cNvSpPr/>
          <p:nvPr/>
        </p:nvSpPr>
        <p:spPr>
          <a:xfrm>
            <a:off x="3814763" y="4900613"/>
            <a:ext cx="257592" cy="216694"/>
          </a:xfrm>
          <a:custGeom>
            <a:avLst/>
            <a:gdLst>
              <a:gd name="connsiteX0" fmla="*/ 0 w 257592"/>
              <a:gd name="connsiteY0" fmla="*/ 85725 h 216694"/>
              <a:gd name="connsiteX1" fmla="*/ 0 w 257592"/>
              <a:gd name="connsiteY1" fmla="*/ 85725 h 216694"/>
              <a:gd name="connsiteX2" fmla="*/ 4762 w 257592"/>
              <a:gd name="connsiteY2" fmla="*/ 61912 h 216694"/>
              <a:gd name="connsiteX3" fmla="*/ 14287 w 257592"/>
              <a:gd name="connsiteY3" fmla="*/ 54769 h 216694"/>
              <a:gd name="connsiteX4" fmla="*/ 19050 w 257592"/>
              <a:gd name="connsiteY4" fmla="*/ 47625 h 216694"/>
              <a:gd name="connsiteX5" fmla="*/ 26193 w 257592"/>
              <a:gd name="connsiteY5" fmla="*/ 38100 h 216694"/>
              <a:gd name="connsiteX6" fmla="*/ 40481 w 257592"/>
              <a:gd name="connsiteY6" fmla="*/ 19050 h 216694"/>
              <a:gd name="connsiteX7" fmla="*/ 50006 w 257592"/>
              <a:gd name="connsiteY7" fmla="*/ 11906 h 216694"/>
              <a:gd name="connsiteX8" fmla="*/ 61912 w 257592"/>
              <a:gd name="connsiteY8" fmla="*/ 4762 h 216694"/>
              <a:gd name="connsiteX9" fmla="*/ 85725 w 257592"/>
              <a:gd name="connsiteY9" fmla="*/ 2381 h 216694"/>
              <a:gd name="connsiteX10" fmla="*/ 104775 w 257592"/>
              <a:gd name="connsiteY10" fmla="*/ 0 h 216694"/>
              <a:gd name="connsiteX11" fmla="*/ 197643 w 257592"/>
              <a:gd name="connsiteY11" fmla="*/ 11906 h 216694"/>
              <a:gd name="connsiteX12" fmla="*/ 235743 w 257592"/>
              <a:gd name="connsiteY12" fmla="*/ 26194 h 216694"/>
              <a:gd name="connsiteX13" fmla="*/ 252412 w 257592"/>
              <a:gd name="connsiteY13" fmla="*/ 42862 h 216694"/>
              <a:gd name="connsiteX14" fmla="*/ 257175 w 257592"/>
              <a:gd name="connsiteY14" fmla="*/ 71437 h 216694"/>
              <a:gd name="connsiteX15" fmla="*/ 252412 w 257592"/>
              <a:gd name="connsiteY15" fmla="*/ 102394 h 216694"/>
              <a:gd name="connsiteX16" fmla="*/ 250031 w 257592"/>
              <a:gd name="connsiteY16" fmla="*/ 116681 h 216694"/>
              <a:gd name="connsiteX17" fmla="*/ 235743 w 257592"/>
              <a:gd name="connsiteY17" fmla="*/ 152400 h 216694"/>
              <a:gd name="connsiteX18" fmla="*/ 230981 w 257592"/>
              <a:gd name="connsiteY18" fmla="*/ 164306 h 216694"/>
              <a:gd name="connsiteX19" fmla="*/ 226218 w 257592"/>
              <a:gd name="connsiteY19" fmla="*/ 178594 h 216694"/>
              <a:gd name="connsiteX20" fmla="*/ 214312 w 257592"/>
              <a:gd name="connsiteY20" fmla="*/ 195262 h 216694"/>
              <a:gd name="connsiteX21" fmla="*/ 207168 w 257592"/>
              <a:gd name="connsiteY21" fmla="*/ 200025 h 216694"/>
              <a:gd name="connsiteX22" fmla="*/ 169068 w 257592"/>
              <a:gd name="connsiteY22" fmla="*/ 216694 h 216694"/>
              <a:gd name="connsiteX23" fmla="*/ 121443 w 257592"/>
              <a:gd name="connsiteY23" fmla="*/ 214312 h 216694"/>
              <a:gd name="connsiteX24" fmla="*/ 111918 w 257592"/>
              <a:gd name="connsiteY24" fmla="*/ 207169 h 216694"/>
              <a:gd name="connsiteX25" fmla="*/ 71437 w 257592"/>
              <a:gd name="connsiteY25" fmla="*/ 183356 h 216694"/>
              <a:gd name="connsiteX26" fmla="*/ 59531 w 257592"/>
              <a:gd name="connsiteY26" fmla="*/ 171450 h 216694"/>
              <a:gd name="connsiteX27" fmla="*/ 47625 w 257592"/>
              <a:gd name="connsiteY27" fmla="*/ 147637 h 216694"/>
              <a:gd name="connsiteX28" fmla="*/ 45243 w 257592"/>
              <a:gd name="connsiteY28" fmla="*/ 133350 h 216694"/>
              <a:gd name="connsiteX29" fmla="*/ 42862 w 257592"/>
              <a:gd name="connsiteY29" fmla="*/ 123825 h 216694"/>
              <a:gd name="connsiteX30" fmla="*/ 61912 w 257592"/>
              <a:gd name="connsiteY30" fmla="*/ 73819 h 216694"/>
              <a:gd name="connsiteX31" fmla="*/ 64293 w 257592"/>
              <a:gd name="connsiteY31" fmla="*/ 64294 h 216694"/>
              <a:gd name="connsiteX32" fmla="*/ 76200 w 257592"/>
              <a:gd name="connsiteY32" fmla="*/ 50006 h 216694"/>
              <a:gd name="connsiteX33" fmla="*/ 85725 w 257592"/>
              <a:gd name="connsiteY33" fmla="*/ 35719 h 216694"/>
              <a:gd name="connsiteX34" fmla="*/ 107156 w 257592"/>
              <a:gd name="connsiteY34" fmla="*/ 33337 h 216694"/>
              <a:gd name="connsiteX35" fmla="*/ 142875 w 257592"/>
              <a:gd name="connsiteY35" fmla="*/ 35719 h 216694"/>
              <a:gd name="connsiteX36" fmla="*/ 161925 w 257592"/>
              <a:gd name="connsiteY36" fmla="*/ 42862 h 216694"/>
              <a:gd name="connsiteX37" fmla="*/ 176212 w 257592"/>
              <a:gd name="connsiteY37" fmla="*/ 52387 h 216694"/>
              <a:gd name="connsiteX38" fmla="*/ 185737 w 257592"/>
              <a:gd name="connsiteY38" fmla="*/ 59531 h 216694"/>
              <a:gd name="connsiteX39" fmla="*/ 200025 w 257592"/>
              <a:gd name="connsiteY39" fmla="*/ 64294 h 216694"/>
              <a:gd name="connsiteX40" fmla="*/ 207168 w 257592"/>
              <a:gd name="connsiteY40" fmla="*/ 95250 h 216694"/>
              <a:gd name="connsiteX41" fmla="*/ 202406 w 257592"/>
              <a:gd name="connsiteY41" fmla="*/ 123825 h 216694"/>
              <a:gd name="connsiteX42" fmla="*/ 192881 w 257592"/>
              <a:gd name="connsiteY42" fmla="*/ 145256 h 216694"/>
              <a:gd name="connsiteX43" fmla="*/ 188118 w 257592"/>
              <a:gd name="connsiteY43" fmla="*/ 152400 h 216694"/>
              <a:gd name="connsiteX44" fmla="*/ 178593 w 257592"/>
              <a:gd name="connsiteY44" fmla="*/ 159544 h 216694"/>
              <a:gd name="connsiteX45" fmla="*/ 157162 w 257592"/>
              <a:gd name="connsiteY45" fmla="*/ 171450 h 216694"/>
              <a:gd name="connsiteX46" fmla="*/ 111918 w 257592"/>
              <a:gd name="connsiteY46" fmla="*/ 164306 h 216694"/>
              <a:gd name="connsiteX47" fmla="*/ 100012 w 257592"/>
              <a:gd name="connsiteY47" fmla="*/ 157162 h 216694"/>
              <a:gd name="connsiteX48" fmla="*/ 95250 w 257592"/>
              <a:gd name="connsiteY48" fmla="*/ 150019 h 216694"/>
              <a:gd name="connsiteX49" fmla="*/ 83343 w 257592"/>
              <a:gd name="connsiteY49" fmla="*/ 138112 h 216694"/>
              <a:gd name="connsiteX50" fmla="*/ 90487 w 257592"/>
              <a:gd name="connsiteY50" fmla="*/ 92869 h 216694"/>
              <a:gd name="connsiteX51" fmla="*/ 100012 w 257592"/>
              <a:gd name="connsiteY51" fmla="*/ 85725 h 216694"/>
              <a:gd name="connsiteX52" fmla="*/ 116681 w 257592"/>
              <a:gd name="connsiteY52" fmla="*/ 78581 h 216694"/>
              <a:gd name="connsiteX53" fmla="*/ 152400 w 257592"/>
              <a:gd name="connsiteY53" fmla="*/ 85725 h 216694"/>
              <a:gd name="connsiteX54" fmla="*/ 171450 w 257592"/>
              <a:gd name="connsiteY54" fmla="*/ 100012 h 216694"/>
              <a:gd name="connsiteX55" fmla="*/ 178593 w 257592"/>
              <a:gd name="connsiteY55" fmla="*/ 116681 h 216694"/>
              <a:gd name="connsiteX56" fmla="*/ 171450 w 257592"/>
              <a:gd name="connsiteY56" fmla="*/ 130969 h 216694"/>
              <a:gd name="connsiteX57" fmla="*/ 164306 w 257592"/>
              <a:gd name="connsiteY57" fmla="*/ 135731 h 216694"/>
              <a:gd name="connsiteX58" fmla="*/ 128587 w 257592"/>
              <a:gd name="connsiteY58" fmla="*/ 133350 h 216694"/>
              <a:gd name="connsiteX59" fmla="*/ 123825 w 257592"/>
              <a:gd name="connsiteY59" fmla="*/ 126206 h 216694"/>
              <a:gd name="connsiteX60" fmla="*/ 133350 w 257592"/>
              <a:gd name="connsiteY60" fmla="*/ 104775 h 21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57592" h="216694">
                <a:moveTo>
                  <a:pt x="0" y="85725"/>
                </a:moveTo>
                <a:lnTo>
                  <a:pt x="0" y="85725"/>
                </a:lnTo>
                <a:cubicBezTo>
                  <a:pt x="1587" y="77787"/>
                  <a:pt x="1370" y="69262"/>
                  <a:pt x="4762" y="61912"/>
                </a:cubicBezTo>
                <a:cubicBezTo>
                  <a:pt x="6425" y="58309"/>
                  <a:pt x="11481" y="57575"/>
                  <a:pt x="14287" y="54769"/>
                </a:cubicBezTo>
                <a:cubicBezTo>
                  <a:pt x="16311" y="52745"/>
                  <a:pt x="17386" y="49954"/>
                  <a:pt x="19050" y="47625"/>
                </a:cubicBezTo>
                <a:cubicBezTo>
                  <a:pt x="21357" y="44396"/>
                  <a:pt x="23886" y="41329"/>
                  <a:pt x="26193" y="38100"/>
                </a:cubicBezTo>
                <a:cubicBezTo>
                  <a:pt x="31687" y="30408"/>
                  <a:pt x="32877" y="26654"/>
                  <a:pt x="40481" y="19050"/>
                </a:cubicBezTo>
                <a:cubicBezTo>
                  <a:pt x="43287" y="16244"/>
                  <a:pt x="46704" y="14108"/>
                  <a:pt x="50006" y="11906"/>
                </a:cubicBezTo>
                <a:cubicBezTo>
                  <a:pt x="53857" y="9339"/>
                  <a:pt x="57440" y="5955"/>
                  <a:pt x="61912" y="4762"/>
                </a:cubicBezTo>
                <a:cubicBezTo>
                  <a:pt x="69620" y="2707"/>
                  <a:pt x="77797" y="3262"/>
                  <a:pt x="85725" y="2381"/>
                </a:cubicBezTo>
                <a:cubicBezTo>
                  <a:pt x="92085" y="1674"/>
                  <a:pt x="98425" y="794"/>
                  <a:pt x="104775" y="0"/>
                </a:cubicBezTo>
                <a:cubicBezTo>
                  <a:pt x="135731" y="3969"/>
                  <a:pt x="166826" y="6975"/>
                  <a:pt x="197643" y="11906"/>
                </a:cubicBezTo>
                <a:cubicBezTo>
                  <a:pt x="209845" y="13858"/>
                  <a:pt x="225516" y="17671"/>
                  <a:pt x="235743" y="26194"/>
                </a:cubicBezTo>
                <a:cubicBezTo>
                  <a:pt x="241779" y="31224"/>
                  <a:pt x="252412" y="42862"/>
                  <a:pt x="252412" y="42862"/>
                </a:cubicBezTo>
                <a:cubicBezTo>
                  <a:pt x="254000" y="52387"/>
                  <a:pt x="259069" y="61968"/>
                  <a:pt x="257175" y="71437"/>
                </a:cubicBezTo>
                <a:cubicBezTo>
                  <a:pt x="252627" y="94173"/>
                  <a:pt x="256735" y="72127"/>
                  <a:pt x="252412" y="102394"/>
                </a:cubicBezTo>
                <a:cubicBezTo>
                  <a:pt x="251729" y="107173"/>
                  <a:pt x="251471" y="112073"/>
                  <a:pt x="250031" y="116681"/>
                </a:cubicBezTo>
                <a:cubicBezTo>
                  <a:pt x="250023" y="116705"/>
                  <a:pt x="238129" y="146435"/>
                  <a:pt x="235743" y="152400"/>
                </a:cubicBezTo>
                <a:cubicBezTo>
                  <a:pt x="234156" y="156369"/>
                  <a:pt x="232333" y="160251"/>
                  <a:pt x="230981" y="164306"/>
                </a:cubicBezTo>
                <a:cubicBezTo>
                  <a:pt x="229393" y="169069"/>
                  <a:pt x="228257" y="174006"/>
                  <a:pt x="226218" y="178594"/>
                </a:cubicBezTo>
                <a:cubicBezTo>
                  <a:pt x="225136" y="181028"/>
                  <a:pt x="215016" y="194558"/>
                  <a:pt x="214312" y="195262"/>
                </a:cubicBezTo>
                <a:cubicBezTo>
                  <a:pt x="212288" y="197286"/>
                  <a:pt x="209681" y="198654"/>
                  <a:pt x="207168" y="200025"/>
                </a:cubicBezTo>
                <a:cubicBezTo>
                  <a:pt x="188752" y="210070"/>
                  <a:pt x="188366" y="209457"/>
                  <a:pt x="169068" y="216694"/>
                </a:cubicBezTo>
                <a:cubicBezTo>
                  <a:pt x="153193" y="215900"/>
                  <a:pt x="137122" y="216925"/>
                  <a:pt x="121443" y="214312"/>
                </a:cubicBezTo>
                <a:cubicBezTo>
                  <a:pt x="117528" y="213660"/>
                  <a:pt x="115188" y="209417"/>
                  <a:pt x="111918" y="207169"/>
                </a:cubicBezTo>
                <a:cubicBezTo>
                  <a:pt x="82113" y="186679"/>
                  <a:pt x="93103" y="192023"/>
                  <a:pt x="71437" y="183356"/>
                </a:cubicBezTo>
                <a:cubicBezTo>
                  <a:pt x="67468" y="179387"/>
                  <a:pt x="62644" y="176120"/>
                  <a:pt x="59531" y="171450"/>
                </a:cubicBezTo>
                <a:cubicBezTo>
                  <a:pt x="54608" y="164066"/>
                  <a:pt x="47625" y="147637"/>
                  <a:pt x="47625" y="147637"/>
                </a:cubicBezTo>
                <a:cubicBezTo>
                  <a:pt x="46831" y="142875"/>
                  <a:pt x="46190" y="138084"/>
                  <a:pt x="45243" y="133350"/>
                </a:cubicBezTo>
                <a:cubicBezTo>
                  <a:pt x="44601" y="130141"/>
                  <a:pt x="42456" y="127072"/>
                  <a:pt x="42862" y="123825"/>
                </a:cubicBezTo>
                <a:cubicBezTo>
                  <a:pt x="46101" y="97920"/>
                  <a:pt x="50138" y="95012"/>
                  <a:pt x="61912" y="73819"/>
                </a:cubicBezTo>
                <a:cubicBezTo>
                  <a:pt x="62706" y="70644"/>
                  <a:pt x="63004" y="67302"/>
                  <a:pt x="64293" y="64294"/>
                </a:cubicBezTo>
                <a:cubicBezTo>
                  <a:pt x="67774" y="56173"/>
                  <a:pt x="70739" y="57027"/>
                  <a:pt x="76200" y="50006"/>
                </a:cubicBezTo>
                <a:cubicBezTo>
                  <a:pt x="79714" y="45488"/>
                  <a:pt x="80685" y="38433"/>
                  <a:pt x="85725" y="35719"/>
                </a:cubicBezTo>
                <a:cubicBezTo>
                  <a:pt x="92053" y="32311"/>
                  <a:pt x="100012" y="34131"/>
                  <a:pt x="107156" y="33337"/>
                </a:cubicBezTo>
                <a:cubicBezTo>
                  <a:pt x="119062" y="34131"/>
                  <a:pt x="131119" y="33674"/>
                  <a:pt x="142875" y="35719"/>
                </a:cubicBezTo>
                <a:cubicBezTo>
                  <a:pt x="149556" y="36881"/>
                  <a:pt x="155971" y="39615"/>
                  <a:pt x="161925" y="42862"/>
                </a:cubicBezTo>
                <a:cubicBezTo>
                  <a:pt x="189954" y="58151"/>
                  <a:pt x="151627" y="44193"/>
                  <a:pt x="176212" y="52387"/>
                </a:cubicBezTo>
                <a:cubicBezTo>
                  <a:pt x="179387" y="54768"/>
                  <a:pt x="182187" y="57756"/>
                  <a:pt x="185737" y="59531"/>
                </a:cubicBezTo>
                <a:cubicBezTo>
                  <a:pt x="190227" y="61776"/>
                  <a:pt x="196690" y="60542"/>
                  <a:pt x="200025" y="64294"/>
                </a:cubicBezTo>
                <a:cubicBezTo>
                  <a:pt x="203147" y="67807"/>
                  <a:pt x="206315" y="90134"/>
                  <a:pt x="207168" y="95250"/>
                </a:cubicBezTo>
                <a:cubicBezTo>
                  <a:pt x="205581" y="104775"/>
                  <a:pt x="204618" y="114425"/>
                  <a:pt x="202406" y="123825"/>
                </a:cubicBezTo>
                <a:cubicBezTo>
                  <a:pt x="201387" y="128158"/>
                  <a:pt x="195351" y="140934"/>
                  <a:pt x="192881" y="145256"/>
                </a:cubicBezTo>
                <a:cubicBezTo>
                  <a:pt x="191461" y="147741"/>
                  <a:pt x="190142" y="150376"/>
                  <a:pt x="188118" y="152400"/>
                </a:cubicBezTo>
                <a:cubicBezTo>
                  <a:pt x="185312" y="155206"/>
                  <a:pt x="181895" y="157343"/>
                  <a:pt x="178593" y="159544"/>
                </a:cubicBezTo>
                <a:cubicBezTo>
                  <a:pt x="169629" y="165520"/>
                  <a:pt x="166235" y="166913"/>
                  <a:pt x="157162" y="171450"/>
                </a:cubicBezTo>
                <a:cubicBezTo>
                  <a:pt x="141364" y="170014"/>
                  <a:pt x="126845" y="170048"/>
                  <a:pt x="111918" y="164306"/>
                </a:cubicBezTo>
                <a:cubicBezTo>
                  <a:pt x="107598" y="162644"/>
                  <a:pt x="103981" y="159543"/>
                  <a:pt x="100012" y="157162"/>
                </a:cubicBezTo>
                <a:cubicBezTo>
                  <a:pt x="98425" y="154781"/>
                  <a:pt x="97134" y="152173"/>
                  <a:pt x="95250" y="150019"/>
                </a:cubicBezTo>
                <a:cubicBezTo>
                  <a:pt x="91554" y="145795"/>
                  <a:pt x="84444" y="143616"/>
                  <a:pt x="83343" y="138112"/>
                </a:cubicBezTo>
                <a:cubicBezTo>
                  <a:pt x="82060" y="131696"/>
                  <a:pt x="81550" y="103296"/>
                  <a:pt x="90487" y="92869"/>
                </a:cubicBezTo>
                <a:cubicBezTo>
                  <a:pt x="93070" y="89856"/>
                  <a:pt x="96647" y="87829"/>
                  <a:pt x="100012" y="85725"/>
                </a:cubicBezTo>
                <a:cubicBezTo>
                  <a:pt x="106740" y="81520"/>
                  <a:pt x="109735" y="80896"/>
                  <a:pt x="116681" y="78581"/>
                </a:cubicBezTo>
                <a:cubicBezTo>
                  <a:pt x="143367" y="80805"/>
                  <a:pt x="138723" y="75778"/>
                  <a:pt x="152400" y="85725"/>
                </a:cubicBezTo>
                <a:cubicBezTo>
                  <a:pt x="158819" y="90394"/>
                  <a:pt x="171450" y="100012"/>
                  <a:pt x="171450" y="100012"/>
                </a:cubicBezTo>
                <a:cubicBezTo>
                  <a:pt x="171618" y="100348"/>
                  <a:pt x="179132" y="114255"/>
                  <a:pt x="178593" y="116681"/>
                </a:cubicBezTo>
                <a:cubicBezTo>
                  <a:pt x="177438" y="121879"/>
                  <a:pt x="174645" y="126709"/>
                  <a:pt x="171450" y="130969"/>
                </a:cubicBezTo>
                <a:cubicBezTo>
                  <a:pt x="169733" y="133259"/>
                  <a:pt x="166687" y="134144"/>
                  <a:pt x="164306" y="135731"/>
                </a:cubicBezTo>
                <a:cubicBezTo>
                  <a:pt x="152400" y="134937"/>
                  <a:pt x="140203" y="136083"/>
                  <a:pt x="128587" y="133350"/>
                </a:cubicBezTo>
                <a:cubicBezTo>
                  <a:pt x="125801" y="132695"/>
                  <a:pt x="123825" y="129068"/>
                  <a:pt x="123825" y="126206"/>
                </a:cubicBezTo>
                <a:cubicBezTo>
                  <a:pt x="123825" y="103225"/>
                  <a:pt x="122377" y="104775"/>
                  <a:pt x="133350" y="10477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96B5DAD8-BC03-4642-C234-D93D7318B7DA}"/>
              </a:ext>
            </a:extLst>
          </p:cNvPr>
          <p:cNvSpPr/>
          <p:nvPr/>
        </p:nvSpPr>
        <p:spPr>
          <a:xfrm>
            <a:off x="4160045" y="4902994"/>
            <a:ext cx="257592" cy="216694"/>
          </a:xfrm>
          <a:custGeom>
            <a:avLst/>
            <a:gdLst>
              <a:gd name="connsiteX0" fmla="*/ 0 w 257592"/>
              <a:gd name="connsiteY0" fmla="*/ 85725 h 216694"/>
              <a:gd name="connsiteX1" fmla="*/ 0 w 257592"/>
              <a:gd name="connsiteY1" fmla="*/ 85725 h 216694"/>
              <a:gd name="connsiteX2" fmla="*/ 4762 w 257592"/>
              <a:gd name="connsiteY2" fmla="*/ 61912 h 216694"/>
              <a:gd name="connsiteX3" fmla="*/ 14287 w 257592"/>
              <a:gd name="connsiteY3" fmla="*/ 54769 h 216694"/>
              <a:gd name="connsiteX4" fmla="*/ 19050 w 257592"/>
              <a:gd name="connsiteY4" fmla="*/ 47625 h 216694"/>
              <a:gd name="connsiteX5" fmla="*/ 26193 w 257592"/>
              <a:gd name="connsiteY5" fmla="*/ 38100 h 216694"/>
              <a:gd name="connsiteX6" fmla="*/ 40481 w 257592"/>
              <a:gd name="connsiteY6" fmla="*/ 19050 h 216694"/>
              <a:gd name="connsiteX7" fmla="*/ 50006 w 257592"/>
              <a:gd name="connsiteY7" fmla="*/ 11906 h 216694"/>
              <a:gd name="connsiteX8" fmla="*/ 61912 w 257592"/>
              <a:gd name="connsiteY8" fmla="*/ 4762 h 216694"/>
              <a:gd name="connsiteX9" fmla="*/ 85725 w 257592"/>
              <a:gd name="connsiteY9" fmla="*/ 2381 h 216694"/>
              <a:gd name="connsiteX10" fmla="*/ 104775 w 257592"/>
              <a:gd name="connsiteY10" fmla="*/ 0 h 216694"/>
              <a:gd name="connsiteX11" fmla="*/ 197643 w 257592"/>
              <a:gd name="connsiteY11" fmla="*/ 11906 h 216694"/>
              <a:gd name="connsiteX12" fmla="*/ 235743 w 257592"/>
              <a:gd name="connsiteY12" fmla="*/ 26194 h 216694"/>
              <a:gd name="connsiteX13" fmla="*/ 252412 w 257592"/>
              <a:gd name="connsiteY13" fmla="*/ 42862 h 216694"/>
              <a:gd name="connsiteX14" fmla="*/ 257175 w 257592"/>
              <a:gd name="connsiteY14" fmla="*/ 71437 h 216694"/>
              <a:gd name="connsiteX15" fmla="*/ 252412 w 257592"/>
              <a:gd name="connsiteY15" fmla="*/ 102394 h 216694"/>
              <a:gd name="connsiteX16" fmla="*/ 250031 w 257592"/>
              <a:gd name="connsiteY16" fmla="*/ 116681 h 216694"/>
              <a:gd name="connsiteX17" fmla="*/ 235743 w 257592"/>
              <a:gd name="connsiteY17" fmla="*/ 152400 h 216694"/>
              <a:gd name="connsiteX18" fmla="*/ 230981 w 257592"/>
              <a:gd name="connsiteY18" fmla="*/ 164306 h 216694"/>
              <a:gd name="connsiteX19" fmla="*/ 226218 w 257592"/>
              <a:gd name="connsiteY19" fmla="*/ 178594 h 216694"/>
              <a:gd name="connsiteX20" fmla="*/ 214312 w 257592"/>
              <a:gd name="connsiteY20" fmla="*/ 195262 h 216694"/>
              <a:gd name="connsiteX21" fmla="*/ 207168 w 257592"/>
              <a:gd name="connsiteY21" fmla="*/ 200025 h 216694"/>
              <a:gd name="connsiteX22" fmla="*/ 169068 w 257592"/>
              <a:gd name="connsiteY22" fmla="*/ 216694 h 216694"/>
              <a:gd name="connsiteX23" fmla="*/ 121443 w 257592"/>
              <a:gd name="connsiteY23" fmla="*/ 214312 h 216694"/>
              <a:gd name="connsiteX24" fmla="*/ 111918 w 257592"/>
              <a:gd name="connsiteY24" fmla="*/ 207169 h 216694"/>
              <a:gd name="connsiteX25" fmla="*/ 71437 w 257592"/>
              <a:gd name="connsiteY25" fmla="*/ 183356 h 216694"/>
              <a:gd name="connsiteX26" fmla="*/ 59531 w 257592"/>
              <a:gd name="connsiteY26" fmla="*/ 171450 h 216694"/>
              <a:gd name="connsiteX27" fmla="*/ 47625 w 257592"/>
              <a:gd name="connsiteY27" fmla="*/ 147637 h 216694"/>
              <a:gd name="connsiteX28" fmla="*/ 45243 w 257592"/>
              <a:gd name="connsiteY28" fmla="*/ 133350 h 216694"/>
              <a:gd name="connsiteX29" fmla="*/ 42862 w 257592"/>
              <a:gd name="connsiteY29" fmla="*/ 123825 h 216694"/>
              <a:gd name="connsiteX30" fmla="*/ 61912 w 257592"/>
              <a:gd name="connsiteY30" fmla="*/ 73819 h 216694"/>
              <a:gd name="connsiteX31" fmla="*/ 64293 w 257592"/>
              <a:gd name="connsiteY31" fmla="*/ 64294 h 216694"/>
              <a:gd name="connsiteX32" fmla="*/ 76200 w 257592"/>
              <a:gd name="connsiteY32" fmla="*/ 50006 h 216694"/>
              <a:gd name="connsiteX33" fmla="*/ 85725 w 257592"/>
              <a:gd name="connsiteY33" fmla="*/ 35719 h 216694"/>
              <a:gd name="connsiteX34" fmla="*/ 107156 w 257592"/>
              <a:gd name="connsiteY34" fmla="*/ 33337 h 216694"/>
              <a:gd name="connsiteX35" fmla="*/ 142875 w 257592"/>
              <a:gd name="connsiteY35" fmla="*/ 35719 h 216694"/>
              <a:gd name="connsiteX36" fmla="*/ 161925 w 257592"/>
              <a:gd name="connsiteY36" fmla="*/ 42862 h 216694"/>
              <a:gd name="connsiteX37" fmla="*/ 176212 w 257592"/>
              <a:gd name="connsiteY37" fmla="*/ 52387 h 216694"/>
              <a:gd name="connsiteX38" fmla="*/ 185737 w 257592"/>
              <a:gd name="connsiteY38" fmla="*/ 59531 h 216694"/>
              <a:gd name="connsiteX39" fmla="*/ 200025 w 257592"/>
              <a:gd name="connsiteY39" fmla="*/ 64294 h 216694"/>
              <a:gd name="connsiteX40" fmla="*/ 207168 w 257592"/>
              <a:gd name="connsiteY40" fmla="*/ 95250 h 216694"/>
              <a:gd name="connsiteX41" fmla="*/ 202406 w 257592"/>
              <a:gd name="connsiteY41" fmla="*/ 123825 h 216694"/>
              <a:gd name="connsiteX42" fmla="*/ 192881 w 257592"/>
              <a:gd name="connsiteY42" fmla="*/ 145256 h 216694"/>
              <a:gd name="connsiteX43" fmla="*/ 188118 w 257592"/>
              <a:gd name="connsiteY43" fmla="*/ 152400 h 216694"/>
              <a:gd name="connsiteX44" fmla="*/ 178593 w 257592"/>
              <a:gd name="connsiteY44" fmla="*/ 159544 h 216694"/>
              <a:gd name="connsiteX45" fmla="*/ 157162 w 257592"/>
              <a:gd name="connsiteY45" fmla="*/ 171450 h 216694"/>
              <a:gd name="connsiteX46" fmla="*/ 111918 w 257592"/>
              <a:gd name="connsiteY46" fmla="*/ 164306 h 216694"/>
              <a:gd name="connsiteX47" fmla="*/ 100012 w 257592"/>
              <a:gd name="connsiteY47" fmla="*/ 157162 h 216694"/>
              <a:gd name="connsiteX48" fmla="*/ 95250 w 257592"/>
              <a:gd name="connsiteY48" fmla="*/ 150019 h 216694"/>
              <a:gd name="connsiteX49" fmla="*/ 83343 w 257592"/>
              <a:gd name="connsiteY49" fmla="*/ 138112 h 216694"/>
              <a:gd name="connsiteX50" fmla="*/ 90487 w 257592"/>
              <a:gd name="connsiteY50" fmla="*/ 92869 h 216694"/>
              <a:gd name="connsiteX51" fmla="*/ 100012 w 257592"/>
              <a:gd name="connsiteY51" fmla="*/ 85725 h 216694"/>
              <a:gd name="connsiteX52" fmla="*/ 116681 w 257592"/>
              <a:gd name="connsiteY52" fmla="*/ 78581 h 216694"/>
              <a:gd name="connsiteX53" fmla="*/ 152400 w 257592"/>
              <a:gd name="connsiteY53" fmla="*/ 85725 h 216694"/>
              <a:gd name="connsiteX54" fmla="*/ 171450 w 257592"/>
              <a:gd name="connsiteY54" fmla="*/ 100012 h 216694"/>
              <a:gd name="connsiteX55" fmla="*/ 178593 w 257592"/>
              <a:gd name="connsiteY55" fmla="*/ 116681 h 216694"/>
              <a:gd name="connsiteX56" fmla="*/ 171450 w 257592"/>
              <a:gd name="connsiteY56" fmla="*/ 130969 h 216694"/>
              <a:gd name="connsiteX57" fmla="*/ 164306 w 257592"/>
              <a:gd name="connsiteY57" fmla="*/ 135731 h 216694"/>
              <a:gd name="connsiteX58" fmla="*/ 128587 w 257592"/>
              <a:gd name="connsiteY58" fmla="*/ 133350 h 216694"/>
              <a:gd name="connsiteX59" fmla="*/ 123825 w 257592"/>
              <a:gd name="connsiteY59" fmla="*/ 126206 h 216694"/>
              <a:gd name="connsiteX60" fmla="*/ 133350 w 257592"/>
              <a:gd name="connsiteY60" fmla="*/ 104775 h 21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57592" h="216694">
                <a:moveTo>
                  <a:pt x="0" y="85725"/>
                </a:moveTo>
                <a:lnTo>
                  <a:pt x="0" y="85725"/>
                </a:lnTo>
                <a:cubicBezTo>
                  <a:pt x="1587" y="77787"/>
                  <a:pt x="1370" y="69262"/>
                  <a:pt x="4762" y="61912"/>
                </a:cubicBezTo>
                <a:cubicBezTo>
                  <a:pt x="6425" y="58309"/>
                  <a:pt x="11481" y="57575"/>
                  <a:pt x="14287" y="54769"/>
                </a:cubicBezTo>
                <a:cubicBezTo>
                  <a:pt x="16311" y="52745"/>
                  <a:pt x="17386" y="49954"/>
                  <a:pt x="19050" y="47625"/>
                </a:cubicBezTo>
                <a:cubicBezTo>
                  <a:pt x="21357" y="44396"/>
                  <a:pt x="23886" y="41329"/>
                  <a:pt x="26193" y="38100"/>
                </a:cubicBezTo>
                <a:cubicBezTo>
                  <a:pt x="31687" y="30408"/>
                  <a:pt x="32877" y="26654"/>
                  <a:pt x="40481" y="19050"/>
                </a:cubicBezTo>
                <a:cubicBezTo>
                  <a:pt x="43287" y="16244"/>
                  <a:pt x="46704" y="14108"/>
                  <a:pt x="50006" y="11906"/>
                </a:cubicBezTo>
                <a:cubicBezTo>
                  <a:pt x="53857" y="9339"/>
                  <a:pt x="57440" y="5955"/>
                  <a:pt x="61912" y="4762"/>
                </a:cubicBezTo>
                <a:cubicBezTo>
                  <a:pt x="69620" y="2707"/>
                  <a:pt x="77797" y="3262"/>
                  <a:pt x="85725" y="2381"/>
                </a:cubicBezTo>
                <a:cubicBezTo>
                  <a:pt x="92085" y="1674"/>
                  <a:pt x="98425" y="794"/>
                  <a:pt x="104775" y="0"/>
                </a:cubicBezTo>
                <a:cubicBezTo>
                  <a:pt x="135731" y="3969"/>
                  <a:pt x="166826" y="6975"/>
                  <a:pt x="197643" y="11906"/>
                </a:cubicBezTo>
                <a:cubicBezTo>
                  <a:pt x="209845" y="13858"/>
                  <a:pt x="225516" y="17671"/>
                  <a:pt x="235743" y="26194"/>
                </a:cubicBezTo>
                <a:cubicBezTo>
                  <a:pt x="241779" y="31224"/>
                  <a:pt x="252412" y="42862"/>
                  <a:pt x="252412" y="42862"/>
                </a:cubicBezTo>
                <a:cubicBezTo>
                  <a:pt x="254000" y="52387"/>
                  <a:pt x="259069" y="61968"/>
                  <a:pt x="257175" y="71437"/>
                </a:cubicBezTo>
                <a:cubicBezTo>
                  <a:pt x="252627" y="94173"/>
                  <a:pt x="256735" y="72127"/>
                  <a:pt x="252412" y="102394"/>
                </a:cubicBezTo>
                <a:cubicBezTo>
                  <a:pt x="251729" y="107173"/>
                  <a:pt x="251471" y="112073"/>
                  <a:pt x="250031" y="116681"/>
                </a:cubicBezTo>
                <a:cubicBezTo>
                  <a:pt x="250023" y="116705"/>
                  <a:pt x="238129" y="146435"/>
                  <a:pt x="235743" y="152400"/>
                </a:cubicBezTo>
                <a:cubicBezTo>
                  <a:pt x="234156" y="156369"/>
                  <a:pt x="232333" y="160251"/>
                  <a:pt x="230981" y="164306"/>
                </a:cubicBezTo>
                <a:cubicBezTo>
                  <a:pt x="229393" y="169069"/>
                  <a:pt x="228257" y="174006"/>
                  <a:pt x="226218" y="178594"/>
                </a:cubicBezTo>
                <a:cubicBezTo>
                  <a:pt x="225136" y="181028"/>
                  <a:pt x="215016" y="194558"/>
                  <a:pt x="214312" y="195262"/>
                </a:cubicBezTo>
                <a:cubicBezTo>
                  <a:pt x="212288" y="197286"/>
                  <a:pt x="209681" y="198654"/>
                  <a:pt x="207168" y="200025"/>
                </a:cubicBezTo>
                <a:cubicBezTo>
                  <a:pt x="188752" y="210070"/>
                  <a:pt x="188366" y="209457"/>
                  <a:pt x="169068" y="216694"/>
                </a:cubicBezTo>
                <a:cubicBezTo>
                  <a:pt x="153193" y="215900"/>
                  <a:pt x="137122" y="216925"/>
                  <a:pt x="121443" y="214312"/>
                </a:cubicBezTo>
                <a:cubicBezTo>
                  <a:pt x="117528" y="213660"/>
                  <a:pt x="115188" y="209417"/>
                  <a:pt x="111918" y="207169"/>
                </a:cubicBezTo>
                <a:cubicBezTo>
                  <a:pt x="82113" y="186679"/>
                  <a:pt x="93103" y="192023"/>
                  <a:pt x="71437" y="183356"/>
                </a:cubicBezTo>
                <a:cubicBezTo>
                  <a:pt x="67468" y="179387"/>
                  <a:pt x="62644" y="176120"/>
                  <a:pt x="59531" y="171450"/>
                </a:cubicBezTo>
                <a:cubicBezTo>
                  <a:pt x="54608" y="164066"/>
                  <a:pt x="47625" y="147637"/>
                  <a:pt x="47625" y="147637"/>
                </a:cubicBezTo>
                <a:cubicBezTo>
                  <a:pt x="46831" y="142875"/>
                  <a:pt x="46190" y="138084"/>
                  <a:pt x="45243" y="133350"/>
                </a:cubicBezTo>
                <a:cubicBezTo>
                  <a:pt x="44601" y="130141"/>
                  <a:pt x="42456" y="127072"/>
                  <a:pt x="42862" y="123825"/>
                </a:cubicBezTo>
                <a:cubicBezTo>
                  <a:pt x="46101" y="97920"/>
                  <a:pt x="50138" y="95012"/>
                  <a:pt x="61912" y="73819"/>
                </a:cubicBezTo>
                <a:cubicBezTo>
                  <a:pt x="62706" y="70644"/>
                  <a:pt x="63004" y="67302"/>
                  <a:pt x="64293" y="64294"/>
                </a:cubicBezTo>
                <a:cubicBezTo>
                  <a:pt x="67774" y="56173"/>
                  <a:pt x="70739" y="57027"/>
                  <a:pt x="76200" y="50006"/>
                </a:cubicBezTo>
                <a:cubicBezTo>
                  <a:pt x="79714" y="45488"/>
                  <a:pt x="80685" y="38433"/>
                  <a:pt x="85725" y="35719"/>
                </a:cubicBezTo>
                <a:cubicBezTo>
                  <a:pt x="92053" y="32311"/>
                  <a:pt x="100012" y="34131"/>
                  <a:pt x="107156" y="33337"/>
                </a:cubicBezTo>
                <a:cubicBezTo>
                  <a:pt x="119062" y="34131"/>
                  <a:pt x="131119" y="33674"/>
                  <a:pt x="142875" y="35719"/>
                </a:cubicBezTo>
                <a:cubicBezTo>
                  <a:pt x="149556" y="36881"/>
                  <a:pt x="155971" y="39615"/>
                  <a:pt x="161925" y="42862"/>
                </a:cubicBezTo>
                <a:cubicBezTo>
                  <a:pt x="189954" y="58151"/>
                  <a:pt x="151627" y="44193"/>
                  <a:pt x="176212" y="52387"/>
                </a:cubicBezTo>
                <a:cubicBezTo>
                  <a:pt x="179387" y="54768"/>
                  <a:pt x="182187" y="57756"/>
                  <a:pt x="185737" y="59531"/>
                </a:cubicBezTo>
                <a:cubicBezTo>
                  <a:pt x="190227" y="61776"/>
                  <a:pt x="196690" y="60542"/>
                  <a:pt x="200025" y="64294"/>
                </a:cubicBezTo>
                <a:cubicBezTo>
                  <a:pt x="203147" y="67807"/>
                  <a:pt x="206315" y="90134"/>
                  <a:pt x="207168" y="95250"/>
                </a:cubicBezTo>
                <a:cubicBezTo>
                  <a:pt x="205581" y="104775"/>
                  <a:pt x="204618" y="114425"/>
                  <a:pt x="202406" y="123825"/>
                </a:cubicBezTo>
                <a:cubicBezTo>
                  <a:pt x="201387" y="128158"/>
                  <a:pt x="195351" y="140934"/>
                  <a:pt x="192881" y="145256"/>
                </a:cubicBezTo>
                <a:cubicBezTo>
                  <a:pt x="191461" y="147741"/>
                  <a:pt x="190142" y="150376"/>
                  <a:pt x="188118" y="152400"/>
                </a:cubicBezTo>
                <a:cubicBezTo>
                  <a:pt x="185312" y="155206"/>
                  <a:pt x="181895" y="157343"/>
                  <a:pt x="178593" y="159544"/>
                </a:cubicBezTo>
                <a:cubicBezTo>
                  <a:pt x="169629" y="165520"/>
                  <a:pt x="166235" y="166913"/>
                  <a:pt x="157162" y="171450"/>
                </a:cubicBezTo>
                <a:cubicBezTo>
                  <a:pt x="141364" y="170014"/>
                  <a:pt x="126845" y="170048"/>
                  <a:pt x="111918" y="164306"/>
                </a:cubicBezTo>
                <a:cubicBezTo>
                  <a:pt x="107598" y="162644"/>
                  <a:pt x="103981" y="159543"/>
                  <a:pt x="100012" y="157162"/>
                </a:cubicBezTo>
                <a:cubicBezTo>
                  <a:pt x="98425" y="154781"/>
                  <a:pt x="97134" y="152173"/>
                  <a:pt x="95250" y="150019"/>
                </a:cubicBezTo>
                <a:cubicBezTo>
                  <a:pt x="91554" y="145795"/>
                  <a:pt x="84444" y="143616"/>
                  <a:pt x="83343" y="138112"/>
                </a:cubicBezTo>
                <a:cubicBezTo>
                  <a:pt x="82060" y="131696"/>
                  <a:pt x="81550" y="103296"/>
                  <a:pt x="90487" y="92869"/>
                </a:cubicBezTo>
                <a:cubicBezTo>
                  <a:pt x="93070" y="89856"/>
                  <a:pt x="96647" y="87829"/>
                  <a:pt x="100012" y="85725"/>
                </a:cubicBezTo>
                <a:cubicBezTo>
                  <a:pt x="106740" y="81520"/>
                  <a:pt x="109735" y="80896"/>
                  <a:pt x="116681" y="78581"/>
                </a:cubicBezTo>
                <a:cubicBezTo>
                  <a:pt x="143367" y="80805"/>
                  <a:pt x="138723" y="75778"/>
                  <a:pt x="152400" y="85725"/>
                </a:cubicBezTo>
                <a:cubicBezTo>
                  <a:pt x="158819" y="90394"/>
                  <a:pt x="171450" y="100012"/>
                  <a:pt x="171450" y="100012"/>
                </a:cubicBezTo>
                <a:cubicBezTo>
                  <a:pt x="171618" y="100348"/>
                  <a:pt x="179132" y="114255"/>
                  <a:pt x="178593" y="116681"/>
                </a:cubicBezTo>
                <a:cubicBezTo>
                  <a:pt x="177438" y="121879"/>
                  <a:pt x="174645" y="126709"/>
                  <a:pt x="171450" y="130969"/>
                </a:cubicBezTo>
                <a:cubicBezTo>
                  <a:pt x="169733" y="133259"/>
                  <a:pt x="166687" y="134144"/>
                  <a:pt x="164306" y="135731"/>
                </a:cubicBezTo>
                <a:cubicBezTo>
                  <a:pt x="152400" y="134937"/>
                  <a:pt x="140203" y="136083"/>
                  <a:pt x="128587" y="133350"/>
                </a:cubicBezTo>
                <a:cubicBezTo>
                  <a:pt x="125801" y="132695"/>
                  <a:pt x="123825" y="129068"/>
                  <a:pt x="123825" y="126206"/>
                </a:cubicBezTo>
                <a:cubicBezTo>
                  <a:pt x="123825" y="103225"/>
                  <a:pt x="122377" y="104775"/>
                  <a:pt x="133350" y="10477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0928D2-1327-A842-D12E-759B8F183817}"/>
              </a:ext>
            </a:extLst>
          </p:cNvPr>
          <p:cNvSpPr txBox="1"/>
          <p:nvPr/>
        </p:nvSpPr>
        <p:spPr>
          <a:xfrm>
            <a:off x="9781309" y="1417843"/>
            <a:ext cx="1191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/>
              <a:t>?</a:t>
            </a:r>
            <a:endParaRPr lang="zh-TW" altLang="en-US" sz="5400"/>
          </a:p>
        </p:txBody>
      </p:sp>
    </p:spTree>
    <p:extLst>
      <p:ext uri="{BB962C8B-B14F-4D97-AF65-F5344CB8AC3E}">
        <p14:creationId xmlns:p14="http://schemas.microsoft.com/office/powerpoint/2010/main" val="337675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5520B-4281-E50D-2B28-AD6123498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F5958BE-8F8E-0205-A3DA-BC21B7E96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2052" name="Picture 4" descr="約瑟夫·傅立葉- 維基百科，自由的百科全書">
            <a:extLst>
              <a:ext uri="{FF2B5EF4-FFF2-40B4-BE49-F238E27FC236}">
                <a16:creationId xmlns:a16="http://schemas.microsoft.com/office/drawing/2014/main" id="{853623A8-4B4A-1AA7-E447-394D2F27D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2890BFC-4D06-395B-C6BC-3B362583E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552A854-0700-F0D7-ECA8-7AA8E295E717}"/>
              </a:ext>
            </a:extLst>
          </p:cNvPr>
          <p:cNvSpPr txBox="1"/>
          <p:nvPr/>
        </p:nvSpPr>
        <p:spPr>
          <a:xfrm>
            <a:off x="687531" y="2781300"/>
            <a:ext cx="3217719" cy="9070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 是誰</a:t>
            </a:r>
            <a:r>
              <a:rPr kumimoji="0" lang="en-US" altLang="zh-TW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?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C84A79F-AF68-2075-4D6E-5D23BF570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A7A8DA2-8294-A9D9-F582-DD58EA034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A4BE0D-BA95-CA0D-CCA4-AD8D069B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32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9AA8-027D-7E03-B8D6-605903A5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B9FD89-0174-D855-D389-F3023B45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6DF103-1857-F5AC-FC65-668B9710B56D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傅立葉是誰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?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3074" name="Picture 2" descr="Joseph Fourier - Wikipedia">
            <a:extLst>
              <a:ext uri="{FF2B5EF4-FFF2-40B4-BE49-F238E27FC236}">
                <a16:creationId xmlns:a16="http://schemas.microsoft.com/office/drawing/2014/main" id="{A1BA3F77-13D1-EB61-27A0-25F97FCF0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20" b="99375" l="2085" r="89121">
                        <a14:foregroundMark x1="41160" y1="3597" x2="42883" y2="3597"/>
                        <a14:foregroundMark x1="50317" y1="3753" x2="52675" y2="2033"/>
                        <a14:foregroundMark x1="53762" y1="4066" x2="56392" y2="4535"/>
                        <a14:foregroundMark x1="42702" y1="2737" x2="48141" y2="3753"/>
                        <a14:foregroundMark x1="48957" y1="1798" x2="59202" y2="7115"/>
                        <a14:foregroundMark x1="31278" y1="7662" x2="38622" y2="4066"/>
                        <a14:foregroundMark x1="37987" y1="3753" x2="42158" y2="32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9818" y="2333625"/>
            <a:ext cx="3712581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FFF308E-87C5-2DB2-8BFF-D786E80A4971}"/>
              </a:ext>
            </a:extLst>
          </p:cNvPr>
          <p:cNvSpPr txBox="1"/>
          <p:nvPr/>
        </p:nvSpPr>
        <p:spPr>
          <a:xfrm>
            <a:off x="285750" y="1253609"/>
            <a:ext cx="41529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Joseph Fourier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約瑟夫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·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</a:t>
            </a:r>
            <a:endParaRPr kumimoji="0" lang="en-US" altLang="zh-TW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(1768–1830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4B2A043-6DB8-66C3-0874-36E0EC146A52}"/>
              </a:ext>
            </a:extLst>
          </p:cNvPr>
          <p:cNvSpPr txBox="1"/>
          <p:nvPr/>
        </p:nvSpPr>
        <p:spPr>
          <a:xfrm>
            <a:off x="4714875" y="1501259"/>
            <a:ext cx="6572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法國數學家和物理學家</a:t>
            </a:r>
            <a:endParaRPr kumimoji="0" lang="en-US" altLang="zh-TW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E2EDE1F-2A0B-56E5-883D-FE8A5CA90EA8}"/>
              </a:ext>
            </a:extLst>
          </p:cNvPr>
          <p:cNvSpPr txBox="1"/>
          <p:nvPr/>
        </p:nvSpPr>
        <p:spPr>
          <a:xfrm>
            <a:off x="4719638" y="3901559"/>
            <a:ext cx="6543674" cy="130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(1)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傅立葉級數</a:t>
            </a:r>
            <a:endParaRPr kumimoji="0" lang="en-US" altLang="zh-TW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(2)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傅立葉變換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73223C5-D6F6-D195-7462-16F5FA3B8BD7}"/>
              </a:ext>
            </a:extLst>
          </p:cNvPr>
          <p:cNvSpPr txBox="1"/>
          <p:nvPr/>
        </p:nvSpPr>
        <p:spPr>
          <a:xfrm>
            <a:off x="5267324" y="2258110"/>
            <a:ext cx="6772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1822 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年出版 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《 </a:t>
            </a:r>
            <a:r>
              <a:rPr kumimoji="0" lang="en-US" altLang="zh-TW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Théorie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en-US" altLang="zh-TW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analytique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de la </a:t>
            </a:r>
            <a:r>
              <a:rPr kumimoji="0" lang="en-US" altLang="zh-TW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chaleur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》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endParaRPr kumimoji="0" lang="en-US" altLang="zh-TW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                                      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熱的解析理論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02F69CD-D8A0-2B28-B7EB-F1D73870C694}"/>
              </a:ext>
            </a:extLst>
          </p:cNvPr>
          <p:cNvSpPr txBox="1"/>
          <p:nvPr/>
        </p:nvSpPr>
        <p:spPr>
          <a:xfrm>
            <a:off x="5248274" y="3248710"/>
            <a:ext cx="6305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1878 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年由不知名人物翻成英文出版</a:t>
            </a:r>
          </a:p>
        </p:txBody>
      </p:sp>
    </p:spTree>
    <p:extLst>
      <p:ext uri="{BB962C8B-B14F-4D97-AF65-F5344CB8AC3E}">
        <p14:creationId xmlns:p14="http://schemas.microsoft.com/office/powerpoint/2010/main" val="21216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E8B47-12BC-F625-09DE-17A43A42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4C4634-B8C9-6F22-5DB5-559A778A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B54DBF4-4871-D060-2475-A5C151B079E3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000" dirty="0">
                <a:solidFill>
                  <a:prstClr val="black"/>
                </a:solidFill>
                <a:latin typeface="Times New Roman"/>
                <a:ea typeface="標楷體"/>
              </a:rPr>
              <a:t>波</a:t>
            </a:r>
            <a:r>
              <a:rPr lang="en-US" altLang="zh-TW" sz="4000" dirty="0">
                <a:solidFill>
                  <a:prstClr val="black"/>
                </a:solidFill>
                <a:latin typeface="Times New Roman"/>
                <a:ea typeface="標楷體"/>
              </a:rPr>
              <a:t>:</a:t>
            </a:r>
            <a:r>
              <a:rPr lang="zh-TW" altLang="en-US" sz="4000" dirty="0">
                <a:solidFill>
                  <a:prstClr val="black"/>
                </a:solidFill>
                <a:latin typeface="Times New Roman"/>
                <a:ea typeface="標楷體"/>
              </a:rPr>
              <a:t>  </a:t>
            </a: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波長、振幅、頻率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B6455F3D-0FFF-DA72-0D2D-14C2AAEF9357}"/>
              </a:ext>
            </a:extLst>
          </p:cNvPr>
          <p:cNvGrpSpPr/>
          <p:nvPr/>
        </p:nvGrpSpPr>
        <p:grpSpPr>
          <a:xfrm>
            <a:off x="1072292" y="1962851"/>
            <a:ext cx="10847974" cy="4765840"/>
            <a:chOff x="693601" y="1898197"/>
            <a:chExt cx="10847974" cy="4765840"/>
          </a:xfrm>
        </p:grpSpPr>
        <p:pic>
          <p:nvPicPr>
            <p:cNvPr id="1026" name="Picture 2" descr="EMF-Portal | 概論 (周波数、波長、振幅)">
              <a:extLst>
                <a:ext uri="{FF2B5EF4-FFF2-40B4-BE49-F238E27FC236}">
                  <a16:creationId xmlns:a16="http://schemas.microsoft.com/office/drawing/2014/main" id="{7B64BBE9-2F00-D9E0-C113-662CBF593E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601" y="1898197"/>
              <a:ext cx="6280808" cy="462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77FCA14-932A-7C77-3025-274E7BC060F1}"/>
                </a:ext>
              </a:extLst>
            </p:cNvPr>
            <p:cNvSpPr/>
            <p:nvPr/>
          </p:nvSpPr>
          <p:spPr>
            <a:xfrm>
              <a:off x="5384802" y="3614304"/>
              <a:ext cx="1629928" cy="9115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6C5797F-DFEE-D3A4-6447-2093D9E8192D}"/>
                </a:ext>
              </a:extLst>
            </p:cNvPr>
            <p:cNvSpPr/>
            <p:nvPr/>
          </p:nvSpPr>
          <p:spPr>
            <a:xfrm>
              <a:off x="2646220" y="6276109"/>
              <a:ext cx="2119744" cy="387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00819FFA-646F-EC1E-E38D-0756584D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3169" y="3496766"/>
              <a:ext cx="1124107" cy="895475"/>
            </a:xfrm>
            <a:prstGeom prst="rect">
              <a:avLst/>
            </a:prstGeom>
          </p:spPr>
        </p:pic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811A39C3-3486-5F82-E23E-0CD0924CE93A}"/>
                </a:ext>
              </a:extLst>
            </p:cNvPr>
            <p:cNvSpPr/>
            <p:nvPr/>
          </p:nvSpPr>
          <p:spPr>
            <a:xfrm>
              <a:off x="6788726" y="2281382"/>
              <a:ext cx="4017818" cy="3602181"/>
            </a:xfrm>
            <a:custGeom>
              <a:avLst/>
              <a:gdLst>
                <a:gd name="connsiteX0" fmla="*/ 0 w 4017818"/>
                <a:gd name="connsiteY0" fmla="*/ 1819563 h 3602181"/>
                <a:gd name="connsiteX1" fmla="*/ 230909 w 4017818"/>
                <a:gd name="connsiteY1" fmla="*/ 0 h 3602181"/>
                <a:gd name="connsiteX2" fmla="*/ 498764 w 4017818"/>
                <a:gd name="connsiteY2" fmla="*/ 1819563 h 3602181"/>
                <a:gd name="connsiteX3" fmla="*/ 757382 w 4017818"/>
                <a:gd name="connsiteY3" fmla="*/ 3583709 h 3602181"/>
                <a:gd name="connsiteX4" fmla="*/ 997528 w 4017818"/>
                <a:gd name="connsiteY4" fmla="*/ 1819563 h 3602181"/>
                <a:gd name="connsiteX5" fmla="*/ 1209964 w 4017818"/>
                <a:gd name="connsiteY5" fmla="*/ 83127 h 3602181"/>
                <a:gd name="connsiteX6" fmla="*/ 1505528 w 4017818"/>
                <a:gd name="connsiteY6" fmla="*/ 1819563 h 3602181"/>
                <a:gd name="connsiteX7" fmla="*/ 1699491 w 4017818"/>
                <a:gd name="connsiteY7" fmla="*/ 3583709 h 3602181"/>
                <a:gd name="connsiteX8" fmla="*/ 1995055 w 4017818"/>
                <a:gd name="connsiteY8" fmla="*/ 1828800 h 3602181"/>
                <a:gd name="connsiteX9" fmla="*/ 2216728 w 4017818"/>
                <a:gd name="connsiteY9" fmla="*/ 101600 h 3602181"/>
                <a:gd name="connsiteX10" fmla="*/ 2521528 w 4017818"/>
                <a:gd name="connsiteY10" fmla="*/ 1819563 h 3602181"/>
                <a:gd name="connsiteX11" fmla="*/ 2733964 w 4017818"/>
                <a:gd name="connsiteY11" fmla="*/ 3602181 h 3602181"/>
                <a:gd name="connsiteX12" fmla="*/ 3001818 w 4017818"/>
                <a:gd name="connsiteY12" fmla="*/ 1819563 h 3602181"/>
                <a:gd name="connsiteX13" fmla="*/ 3232728 w 4017818"/>
                <a:gd name="connsiteY13" fmla="*/ 83127 h 3602181"/>
                <a:gd name="connsiteX14" fmla="*/ 3519055 w 4017818"/>
                <a:gd name="connsiteY14" fmla="*/ 1828800 h 3602181"/>
                <a:gd name="connsiteX15" fmla="*/ 3731491 w 4017818"/>
                <a:gd name="connsiteY15" fmla="*/ 3592945 h 3602181"/>
                <a:gd name="connsiteX16" fmla="*/ 4017818 w 4017818"/>
                <a:gd name="connsiteY16" fmla="*/ 1810327 h 360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17818" h="3602181">
                  <a:moveTo>
                    <a:pt x="0" y="1819563"/>
                  </a:moveTo>
                  <a:cubicBezTo>
                    <a:pt x="73891" y="909781"/>
                    <a:pt x="147782" y="0"/>
                    <a:pt x="230909" y="0"/>
                  </a:cubicBezTo>
                  <a:cubicBezTo>
                    <a:pt x="314036" y="0"/>
                    <a:pt x="411019" y="1222278"/>
                    <a:pt x="498764" y="1819563"/>
                  </a:cubicBezTo>
                  <a:cubicBezTo>
                    <a:pt x="586509" y="2416848"/>
                    <a:pt x="674255" y="3583709"/>
                    <a:pt x="757382" y="3583709"/>
                  </a:cubicBezTo>
                  <a:cubicBezTo>
                    <a:pt x="840509" y="3583709"/>
                    <a:pt x="922098" y="2402993"/>
                    <a:pt x="997528" y="1819563"/>
                  </a:cubicBezTo>
                  <a:cubicBezTo>
                    <a:pt x="1072958" y="1236133"/>
                    <a:pt x="1125297" y="83127"/>
                    <a:pt x="1209964" y="83127"/>
                  </a:cubicBezTo>
                  <a:cubicBezTo>
                    <a:pt x="1294631" y="83127"/>
                    <a:pt x="1423940" y="1236133"/>
                    <a:pt x="1505528" y="1819563"/>
                  </a:cubicBezTo>
                  <a:cubicBezTo>
                    <a:pt x="1587116" y="2402993"/>
                    <a:pt x="1617903" y="3582170"/>
                    <a:pt x="1699491" y="3583709"/>
                  </a:cubicBezTo>
                  <a:cubicBezTo>
                    <a:pt x="1781079" y="3585248"/>
                    <a:pt x="1908849" y="2409152"/>
                    <a:pt x="1995055" y="1828800"/>
                  </a:cubicBezTo>
                  <a:cubicBezTo>
                    <a:pt x="2081261" y="1248448"/>
                    <a:pt x="2128983" y="103139"/>
                    <a:pt x="2216728" y="101600"/>
                  </a:cubicBezTo>
                  <a:cubicBezTo>
                    <a:pt x="2304473" y="100061"/>
                    <a:pt x="2435322" y="1236133"/>
                    <a:pt x="2521528" y="1819563"/>
                  </a:cubicBezTo>
                  <a:cubicBezTo>
                    <a:pt x="2607734" y="2402993"/>
                    <a:pt x="2653916" y="3602181"/>
                    <a:pt x="2733964" y="3602181"/>
                  </a:cubicBezTo>
                  <a:cubicBezTo>
                    <a:pt x="2814012" y="3602181"/>
                    <a:pt x="2918691" y="2406072"/>
                    <a:pt x="3001818" y="1819563"/>
                  </a:cubicBezTo>
                  <a:cubicBezTo>
                    <a:pt x="3084945" y="1233054"/>
                    <a:pt x="3146522" y="81588"/>
                    <a:pt x="3232728" y="83127"/>
                  </a:cubicBezTo>
                  <a:cubicBezTo>
                    <a:pt x="3318934" y="84666"/>
                    <a:pt x="3435928" y="1243830"/>
                    <a:pt x="3519055" y="1828800"/>
                  </a:cubicBezTo>
                  <a:cubicBezTo>
                    <a:pt x="3602182" y="2413770"/>
                    <a:pt x="3648364" y="3596024"/>
                    <a:pt x="3731491" y="3592945"/>
                  </a:cubicBezTo>
                  <a:cubicBezTo>
                    <a:pt x="3814618" y="3589866"/>
                    <a:pt x="3916218" y="2700096"/>
                    <a:pt x="4017818" y="1810327"/>
                  </a:cubicBezTo>
                </a:path>
              </a:pathLst>
            </a:custGeom>
            <a:noFill/>
            <a:ln w="38100">
              <a:solidFill>
                <a:srgbClr val="0000FF">
                  <a:alpha val="3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endParaRPr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94A8C18A-5D94-3911-93FA-66E886879CF9}"/>
                </a:ext>
              </a:extLst>
            </p:cNvPr>
            <p:cNvCxnSpPr/>
            <p:nvPr/>
          </p:nvCxnSpPr>
          <p:spPr>
            <a:xfrm flipV="1">
              <a:off x="6761018" y="1911927"/>
              <a:ext cx="0" cy="43318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CA57080B-5D13-3D62-B771-CAAA083837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1018" y="4100945"/>
              <a:ext cx="45165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FAE6FC2-B22E-B28F-1984-0E2B828B64D3}"/>
                </a:ext>
              </a:extLst>
            </p:cNvPr>
            <p:cNvSpPr txBox="1"/>
            <p:nvPr/>
          </p:nvSpPr>
          <p:spPr>
            <a:xfrm>
              <a:off x="10677236" y="3676072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時間</a:t>
              </a:r>
              <a:r>
                <a:rPr kumimoji="0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(t)</a:t>
              </a: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endParaRPr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B731D629-C22C-31BA-AAA1-C4AB5FF30D8A}"/>
                </a:ext>
              </a:extLst>
            </p:cNvPr>
            <p:cNvCxnSpPr>
              <a:cxnSpLocks/>
            </p:cNvCxnSpPr>
            <p:nvPr/>
          </p:nvCxnSpPr>
          <p:spPr>
            <a:xfrm>
              <a:off x="7998690" y="2355273"/>
              <a:ext cx="100676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9AA5FE1-9B15-3E86-9314-E214466E6F8F}"/>
                </a:ext>
              </a:extLst>
            </p:cNvPr>
            <p:cNvSpPr txBox="1"/>
            <p:nvPr/>
          </p:nvSpPr>
          <p:spPr>
            <a:xfrm>
              <a:off x="8192654" y="196734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波長</a:t>
              </a:r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ADC08A92-9125-17F8-7344-0E1763CCAA76}"/>
                </a:ext>
              </a:extLst>
            </p:cNvPr>
            <p:cNvCxnSpPr>
              <a:cxnSpLocks/>
            </p:cNvCxnSpPr>
            <p:nvPr/>
          </p:nvCxnSpPr>
          <p:spPr>
            <a:xfrm>
              <a:off x="8012546" y="2350655"/>
              <a:ext cx="0" cy="175029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83891D11-2139-7646-52B5-18B17F4E9C18}"/>
                </a:ext>
              </a:extLst>
            </p:cNvPr>
            <p:cNvSpPr txBox="1"/>
            <p:nvPr/>
          </p:nvSpPr>
          <p:spPr>
            <a:xfrm>
              <a:off x="7347527" y="295101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振幅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55B76E9-BF8D-2F9F-FE96-56DF47E55684}"/>
                  </a:ext>
                </a:extLst>
              </p:cNvPr>
              <p:cNvSpPr txBox="1"/>
              <p:nvPr/>
            </p:nvSpPr>
            <p:spPr>
              <a:xfrm>
                <a:off x="7980218" y="1283854"/>
                <a:ext cx="3876126" cy="5700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頻率 </a:t>
                </a:r>
                <a:r>
                  <a:rPr kumimoji="0" lang="en-US" altLang="zh-TW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TW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波長</m:t>
                        </m:r>
                      </m:den>
                    </m:f>
                  </m:oMath>
                </a14:m>
                <a:r>
                  <a:rPr kumimoji="0" lang="zh-TW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波長越短 頻率越快</a:t>
                </a:r>
                <a:endParaRPr kumimoji="0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051A857-52E4-08C8-223A-00B3E81D0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218" y="1283854"/>
                <a:ext cx="3876126" cy="570028"/>
              </a:xfrm>
              <a:prstGeom prst="rect">
                <a:avLst/>
              </a:prstGeom>
              <a:blipFill>
                <a:blip r:embed="rId4"/>
                <a:stretch>
                  <a:fillRect l="-1572" r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654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50FCA0-C8C2-DF62-807F-6E620A9E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5B2F94E-06C6-C7E8-69A3-C508CB57253A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組合波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B2F2B5B-2654-AC6E-B785-B58DA83EEA1D}"/>
              </a:ext>
            </a:extLst>
          </p:cNvPr>
          <p:cNvGrpSpPr/>
          <p:nvPr/>
        </p:nvGrpSpPr>
        <p:grpSpPr>
          <a:xfrm>
            <a:off x="404906" y="1540538"/>
            <a:ext cx="11438876" cy="4288762"/>
            <a:chOff x="990599" y="1760131"/>
            <a:chExt cx="10267490" cy="3849576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1587D5F-4336-9109-D6FF-342ADAD00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599" y="1760131"/>
              <a:ext cx="2381538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AB970BEE-54A5-E548-17D3-A71D52FB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9791" y="1760131"/>
              <a:ext cx="2381539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24F4B5C7-DCC2-56D0-CD59-B570EB9EB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0599" y="3809707"/>
              <a:ext cx="2381539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80CBFE77-2A3E-D266-A15B-85A7431ED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89791" y="3809707"/>
              <a:ext cx="2381539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F23B943D-E1C3-4671-2E44-9CF3BB6E4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29206" y="1988731"/>
              <a:ext cx="4528883" cy="34690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C9FAE23-82BE-C6BE-E93D-B9F8C00009D2}"/>
                </a:ext>
              </a:extLst>
            </p:cNvPr>
            <p:cNvSpPr txBox="1"/>
            <p:nvPr/>
          </p:nvSpPr>
          <p:spPr>
            <a:xfrm>
              <a:off x="6096000" y="3219450"/>
              <a:ext cx="53251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800" dirty="0"/>
                <a:t>=</a:t>
              </a:r>
              <a:endParaRPr lang="zh-TW" altLang="en-US" sz="4800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C9C15CEC-7E8E-B2EC-FDFF-A6478E468DFF}"/>
                </a:ext>
              </a:extLst>
            </p:cNvPr>
            <p:cNvSpPr txBox="1"/>
            <p:nvPr/>
          </p:nvSpPr>
          <p:spPr>
            <a:xfrm>
              <a:off x="3228975" y="3228975"/>
              <a:ext cx="53251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800" b="1" dirty="0"/>
                <a:t>+</a:t>
              </a:r>
              <a:endParaRPr lang="zh-TW" altLang="en-US" sz="4800" b="1" dirty="0"/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F921611-895B-0457-F69E-6BD8B5A3B19A}"/>
              </a:ext>
            </a:extLst>
          </p:cNvPr>
          <p:cNvSpPr txBox="1"/>
          <p:nvPr/>
        </p:nvSpPr>
        <p:spPr>
          <a:xfrm>
            <a:off x="6334125" y="92975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C00000"/>
                </a:solidFill>
              </a:rPr>
              <a:t>如果只知道疊加後的波，</a:t>
            </a:r>
            <a:endParaRPr lang="en-US" altLang="zh-TW" sz="2400" dirty="0">
              <a:solidFill>
                <a:srgbClr val="C00000"/>
              </a:solidFill>
            </a:endParaRPr>
          </a:p>
          <a:p>
            <a:pPr algn="ctr"/>
            <a:r>
              <a:rPr lang="zh-TW" altLang="en-US" sz="2400" dirty="0">
                <a:solidFill>
                  <a:srgbClr val="C00000"/>
                </a:solidFill>
              </a:rPr>
              <a:t>我們要怎麼知道裡面有甚麼？</a:t>
            </a:r>
          </a:p>
        </p:txBody>
      </p:sp>
    </p:spTree>
    <p:extLst>
      <p:ext uri="{BB962C8B-B14F-4D97-AF65-F5344CB8AC3E}">
        <p14:creationId xmlns:p14="http://schemas.microsoft.com/office/powerpoint/2010/main" val="204233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D547-B7D8-6002-A3DA-8736CBA1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148A92B-A143-E979-91AA-633D70910861}"/>
              </a:ext>
            </a:extLst>
          </p:cNvPr>
          <p:cNvSpPr txBox="1"/>
          <p:nvPr/>
        </p:nvSpPr>
        <p:spPr>
          <a:xfrm>
            <a:off x="0" y="2441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lang="en-US" altLang="zh-TW" sz="4000" dirty="0">
                <a:solidFill>
                  <a:srgbClr val="C00000"/>
                </a:solidFill>
                <a:latin typeface="Times New Roman"/>
                <a:ea typeface="標楷體"/>
              </a:rPr>
              <a:t>1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傅立葉級數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(Fourier Series)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FAF4372-F483-C17A-58E2-94160C018DBC}"/>
              </a:ext>
            </a:extLst>
          </p:cNvPr>
          <p:cNvSpPr txBox="1"/>
          <p:nvPr/>
        </p:nvSpPr>
        <p:spPr>
          <a:xfrm>
            <a:off x="571500" y="1231021"/>
            <a:ext cx="10801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週期性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函數，可將其分解成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無窮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多個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不同頻率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的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和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cos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的組合。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33DDCB6-A39D-296F-5D0C-22B63E81AC07}"/>
                  </a:ext>
                </a:extLst>
              </p:cNvPr>
              <p:cNvSpPr txBox="1"/>
              <p:nvPr/>
            </p:nvSpPr>
            <p:spPr>
              <a:xfrm>
                <a:off x="0" y="1815796"/>
                <a:ext cx="6096000" cy="968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kumimoji="0" lang="en-US" altLang="zh-TW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en-US" altLang="zh-TW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zh-TW" altLang="zh-TW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kumimoji="0" lang="zh-TW" altLang="zh-TW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zh-TW" altLang="zh-TW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kumimoji="0" lang="zh-TW" altLang="zh-TW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zh-TW" altLang="zh-TW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altLang="zh-TW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0" lang="en-US" altLang="zh-TW" sz="1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  <m:r>
                                        <a:rPr kumimoji="0" lang="en-US" altLang="zh-TW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TW" altLang="zh-TW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kumimoji="0" lang="zh-TW" altLang="zh-TW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zh-TW" altLang="zh-TW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altLang="zh-TW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0" lang="en-US" altLang="zh-TW" sz="1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  <m:r>
                                        <a:rPr kumimoji="0" lang="en-US" altLang="zh-TW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33DDCB6-A39D-296F-5D0C-22B63E81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15796"/>
                <a:ext cx="6096000" cy="9689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Fourier series &amp; synthesis – TikZ.net">
            <a:extLst>
              <a:ext uri="{FF2B5EF4-FFF2-40B4-BE49-F238E27FC236}">
                <a16:creationId xmlns:a16="http://schemas.microsoft.com/office/drawing/2014/main" id="{174C7C54-65B9-CB57-74F1-81B6F9411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4" y="2419780"/>
            <a:ext cx="7391692" cy="403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74CDB98-9BB8-2861-D145-6519C3C42048}"/>
                  </a:ext>
                </a:extLst>
              </p:cNvPr>
              <p:cNvSpPr txBox="1"/>
              <p:nvPr/>
            </p:nvSpPr>
            <p:spPr>
              <a:xfrm>
                <a:off x="418012" y="3051376"/>
                <a:ext cx="3326674" cy="38145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歐拉公式</a:t>
                </a:r>
                <a:r>
                  <a:rPr lang="en-US" altLang="zh-TW" dirty="0"/>
                  <a:t>: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altLang="zh-TW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zh-TW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74CDB98-9BB8-2861-D145-6519C3C42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12" y="3051376"/>
                <a:ext cx="3326674" cy="381451"/>
              </a:xfrm>
              <a:prstGeom prst="rect">
                <a:avLst/>
              </a:prstGeom>
              <a:blipFill>
                <a:blip r:embed="rId4"/>
                <a:stretch>
                  <a:fillRect l="-1651" t="-6452" b="-274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594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9131C-FAEB-FD54-E4CC-C3A2CF0C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4C923FA5-99F6-34A7-72D3-1C431113A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2838DFE-C0D1-79B2-B4E3-336E3A6F5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540F219-D63E-279E-E27D-9B49792E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C027E6B-2F35-A59F-64B1-05B91CD0645D}"/>
              </a:ext>
            </a:extLst>
          </p:cNvPr>
          <p:cNvSpPr txBox="1"/>
          <p:nvPr/>
        </p:nvSpPr>
        <p:spPr>
          <a:xfrm>
            <a:off x="687531" y="2781300"/>
            <a:ext cx="3217719" cy="9070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傅立葉變換</a:t>
            </a:r>
            <a:endParaRPr kumimoji="0" lang="en-US" altLang="zh-TW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38320F-6CE2-3AC7-FC32-E1487F40C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1019314-DDFB-19DF-9EC6-648DAD12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D754DC-52D9-3ED3-D089-FF48969E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01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2172-7C30-D011-5466-D74D0163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6E6FC4-1EF3-0125-BB6D-31301A86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2B8C0A8-4D19-1024-9CF9-03844AC6550D}"/>
              </a:ext>
            </a:extLst>
          </p:cNvPr>
          <p:cNvSpPr txBox="1"/>
          <p:nvPr/>
        </p:nvSpPr>
        <p:spPr>
          <a:xfrm>
            <a:off x="0" y="409575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複數平面由來</a:t>
            </a:r>
          </a:p>
        </p:txBody>
      </p:sp>
      <p:pic>
        <p:nvPicPr>
          <p:cNvPr id="1026" name="Picture 2" descr="卡尔达诺是什么意思- 抖音">
            <a:extLst>
              <a:ext uri="{FF2B5EF4-FFF2-40B4-BE49-F238E27FC236}">
                <a16:creationId xmlns:a16="http://schemas.microsoft.com/office/drawing/2014/main" id="{C4E6115F-0809-8DFE-25CC-8E9814104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64" y="2614859"/>
            <a:ext cx="2731279" cy="273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2024723-8DAF-A42F-E782-1254ECDB028A}"/>
              </a:ext>
            </a:extLst>
          </p:cNvPr>
          <p:cNvSpPr txBox="1"/>
          <p:nvPr/>
        </p:nvSpPr>
        <p:spPr>
          <a:xfrm>
            <a:off x="1398417" y="127434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1545</a:t>
            </a: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C730112-FBC5-9342-EED9-F504F44E8252}"/>
                  </a:ext>
                </a:extLst>
              </p:cNvPr>
              <p:cNvSpPr txBox="1"/>
              <p:nvPr/>
            </p:nvSpPr>
            <p:spPr>
              <a:xfrm>
                <a:off x="740664" y="5628281"/>
                <a:ext cx="2262158" cy="673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使用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e>
                    </m:rad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解方程</a:t>
                </a:r>
                <a:endParaRPr kumimoji="0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但認為沒有真實意義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F634E9C-BBA6-5AEF-7BF0-9D61E06B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4" y="5628281"/>
                <a:ext cx="2262158" cy="673326"/>
              </a:xfrm>
              <a:prstGeom prst="rect">
                <a:avLst/>
              </a:prstGeom>
              <a:blipFill>
                <a:blip r:embed="rId3"/>
                <a:stretch>
                  <a:fillRect l="-1887" t="-2703" r="-1617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2617ACB5-C811-5C51-4ABC-DAB6E2543C36}"/>
              </a:ext>
            </a:extLst>
          </p:cNvPr>
          <p:cNvSpPr txBox="1"/>
          <p:nvPr/>
        </p:nvSpPr>
        <p:spPr>
          <a:xfrm>
            <a:off x="493530" y="1996053"/>
            <a:ext cx="3225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卡爾達諾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（Gerolamo Cardano）</a:t>
            </a:r>
          </a:p>
        </p:txBody>
      </p:sp>
      <p:pic>
        <p:nvPicPr>
          <p:cNvPr id="1028" name="Picture 4" descr="欧拉- 抖音百科">
            <a:extLst>
              <a:ext uri="{FF2B5EF4-FFF2-40B4-BE49-F238E27FC236}">
                <a16:creationId xmlns:a16="http://schemas.microsoft.com/office/drawing/2014/main" id="{90F0E596-CC1C-4E95-72B8-23F673959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71002" y="2516333"/>
            <a:ext cx="2262226" cy="295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卡爾·弗里德利希·高斯- 維基百科，自由的百科全書">
            <a:extLst>
              <a:ext uri="{FF2B5EF4-FFF2-40B4-BE49-F238E27FC236}">
                <a16:creationId xmlns:a16="http://schemas.microsoft.com/office/drawing/2014/main" id="{95936961-D585-74AF-EC7D-480E43182A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48442" y="2516333"/>
            <a:ext cx="2262158" cy="295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7741439-8DC4-85C5-D9CC-3BCB5ECB5F6A}"/>
              </a:ext>
            </a:extLst>
          </p:cNvPr>
          <p:cNvSpPr txBox="1"/>
          <p:nvPr/>
        </p:nvSpPr>
        <p:spPr>
          <a:xfrm>
            <a:off x="4144035" y="1859116"/>
            <a:ext cx="1916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歐拉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（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Leonhard Euler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DA8E609-9C0E-6EE9-09A2-04072C9F4A3D}"/>
              </a:ext>
            </a:extLst>
          </p:cNvPr>
          <p:cNvSpPr txBox="1"/>
          <p:nvPr/>
        </p:nvSpPr>
        <p:spPr>
          <a:xfrm>
            <a:off x="5640556" y="12770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世紀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9390D7-B71C-B421-A5D2-0AB3B157045C}"/>
              </a:ext>
            </a:extLst>
          </p:cNvPr>
          <p:cNvSpPr txBox="1"/>
          <p:nvPr/>
        </p:nvSpPr>
        <p:spPr>
          <a:xfrm>
            <a:off x="6227936" y="1859115"/>
            <a:ext cx="2503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（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Carl Friedrich Gauss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10E4B42-76BB-DD2C-5528-7F7734E20842}"/>
                  </a:ext>
                </a:extLst>
              </p:cNvPr>
              <p:cNvSpPr txBox="1"/>
              <p:nvPr/>
            </p:nvSpPr>
            <p:spPr>
              <a:xfrm>
                <a:off x="3936628" y="5628281"/>
                <a:ext cx="467397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>
                    <a:solidFill>
                      <a:prstClr val="black"/>
                    </a:solidFill>
                    <a:latin typeface="Times New Roman"/>
                    <a:ea typeface="標楷體"/>
                  </a:rPr>
                  <a:t>發現超好用在描述圓，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正式定義複數</a:t>
                </a: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𝑏𝑖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當中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a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是實部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b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是虛部 </a:t>
                </a:r>
                <a:r>
                  <a:rPr kumimoji="0" lang="en-US" altLang="zh-TW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i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是虛數單位</a:t>
                </a: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10E4B42-76BB-DD2C-5528-7F7734E20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628" y="5628281"/>
                <a:ext cx="4673972" cy="646331"/>
              </a:xfrm>
              <a:prstGeom prst="rect">
                <a:avLst/>
              </a:prstGeom>
              <a:blipFill>
                <a:blip r:embed="rId6"/>
                <a:stretch>
                  <a:fillRect t="-3774" r="-652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Jean-Robert Argand - YouTube">
            <a:extLst>
              <a:ext uri="{FF2B5EF4-FFF2-40B4-BE49-F238E27FC236}">
                <a16:creationId xmlns:a16="http://schemas.microsoft.com/office/drawing/2014/main" id="{9644B662-D5CF-6F6D-D768-871C61003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752" b="98165" l="6415" r="97736">
                        <a14:foregroundMark x1="7170" y1="48318" x2="9811" y2="49847"/>
                        <a14:foregroundMark x1="98113" y1="44648" x2="98113" y2="44648"/>
                        <a14:foregroundMark x1="56981" y1="98165" x2="56981" y2="981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78090" y="2436275"/>
            <a:ext cx="2520380" cy="311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46E114B4-D958-5AD5-2985-73DE0272E18E}"/>
              </a:ext>
            </a:extLst>
          </p:cNvPr>
          <p:cNvSpPr txBox="1"/>
          <p:nvPr/>
        </p:nvSpPr>
        <p:spPr>
          <a:xfrm>
            <a:off x="9228304" y="1840255"/>
            <a:ext cx="2419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阿爾岡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（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Jean-Robert Argand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）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F67E19F-B3EE-4C64-3CAE-767BF95A4B65}"/>
              </a:ext>
            </a:extLst>
          </p:cNvPr>
          <p:cNvSpPr txBox="1"/>
          <p:nvPr/>
        </p:nvSpPr>
        <p:spPr>
          <a:xfrm>
            <a:off x="9191789" y="5647626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提出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Argand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plane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也就是現在的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複數平面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CB7F511-887C-7E4D-CB9D-E2B09D95A417}"/>
              </a:ext>
            </a:extLst>
          </p:cNvPr>
          <p:cNvSpPr txBox="1"/>
          <p:nvPr/>
        </p:nvSpPr>
        <p:spPr>
          <a:xfrm>
            <a:off x="9730393" y="127699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1806</a:t>
            </a: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9CE47D0-E355-06F9-9D29-DC8ADFA9FD35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2225798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5C580-C75E-CAD2-2260-BC8C9D2B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FEFB71-C5F1-B231-A155-FEA8A407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6E1E630-5DE7-CA5C-319D-3B1692D8EED3}"/>
              </a:ext>
            </a:extLst>
          </p:cNvPr>
          <p:cNvSpPr txBox="1"/>
          <p:nvPr/>
        </p:nvSpPr>
        <p:spPr>
          <a:xfrm>
            <a:off x="0" y="409575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複數平面意義 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(Complex plan)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B065D0-1EBF-0F08-1AF1-025B3747E91D}"/>
              </a:ext>
            </a:extLst>
          </p:cNvPr>
          <p:cNvSpPr txBox="1"/>
          <p:nvPr/>
        </p:nvSpPr>
        <p:spPr>
          <a:xfrm>
            <a:off x="374904" y="1945886"/>
            <a:ext cx="11176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  <a:hlinkClick r:id="rId2"/>
              </a:rPr>
              <a:t>https://youtu.be/mvmuCPvRoWQ?si=N0MgCwQZm8aWlMLj&amp;t=726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3135951-CB07-DC43-AE7A-21AFEBA0A332}"/>
              </a:ext>
            </a:extLst>
          </p:cNvPr>
          <p:cNvSpPr txBox="1"/>
          <p:nvPr/>
        </p:nvSpPr>
        <p:spPr>
          <a:xfrm>
            <a:off x="795804" y="1239732"/>
            <a:ext cx="7281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TW" altLang="en-US" sz="3200" dirty="0"/>
              <a:t>複數平面是把數值變成  幅度＋方向。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167AB69-0B0D-5A4C-90FB-6BA74CF14B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138" y="2579483"/>
            <a:ext cx="7373723" cy="414199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2329747-AA6A-66B9-01C5-C84815568066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4173824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D17C-6BCA-BD2F-9ED5-E51E0B80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EABEA6-91E1-062E-716D-42E20CA8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17E437C-1BCF-5041-AE66-3230AADEFBA7}"/>
              </a:ext>
            </a:extLst>
          </p:cNvPr>
          <p:cNvSpPr txBox="1"/>
          <p:nvPr/>
        </p:nvSpPr>
        <p:spPr>
          <a:xfrm>
            <a:off x="0" y="409575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複數 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(Complex number)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EBE0962-52F5-B21F-4078-CD167AEC1EC0}"/>
                  </a:ext>
                </a:extLst>
              </p:cNvPr>
              <p:cNvSpPr txBox="1"/>
              <p:nvPr/>
            </p:nvSpPr>
            <p:spPr>
              <a:xfrm>
                <a:off x="618835" y="1496756"/>
                <a:ext cx="9513455" cy="3030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虛數</a:t>
                </a:r>
                <a14:m>
                  <m:oMath xmlns:m="http://schemas.openxmlformats.org/officeDocument/2006/math">
                    <m:r>
                      <a:rPr kumimoji="0" lang="zh-TW" altLang="en-US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TW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en-US" altLang="zh-TW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0" lang="zh-TW" alt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zh-TW" alt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e>
                    </m:rad>
                  </m:oMath>
                </a14:m>
                <a:endParaRPr kumimoji="0" lang="en-US" altLang="zh-TW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複數</a:t>
                </a:r>
                <a14:m>
                  <m:oMath xmlns:m="http://schemas.openxmlformats.org/officeDocument/2006/math">
                    <m:r>
                      <a:rPr kumimoji="0" lang="zh-TW" alt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TW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altLang="zh-TW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US" altLang="zh-TW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TW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𝑏𝑖</m:t>
                    </m:r>
                  </m:oMath>
                </a14:m>
                <a:r>
                  <a:rPr kumimoji="0" lang="en-US" altLang="zh-TW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當中</a:t>
                </a:r>
                <a:r>
                  <a:rPr kumimoji="0" lang="en-US" altLang="zh-TW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a</a:t>
                </a: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是實部</a:t>
                </a:r>
                <a:r>
                  <a:rPr kumimoji="0" lang="en-US" altLang="zh-TW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,</a:t>
                </a: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 </a:t>
                </a:r>
                <a:r>
                  <a:rPr kumimoji="0" lang="en-US" altLang="zh-TW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b</a:t>
                </a: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是虛部</a:t>
                </a:r>
                <a:r>
                  <a:rPr kumimoji="0" lang="en-US" altLang="zh-TW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,  </a:t>
                </a:r>
                <a:r>
                  <a:rPr kumimoji="0" lang="en-US" altLang="zh-TW" sz="3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i</a:t>
                </a: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是虛數單位</a:t>
                </a:r>
                <a:endParaRPr kumimoji="0" lang="en-US" altLang="zh-TW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虛數</a:t>
                </a:r>
                <a:r>
                  <a:rPr kumimoji="0" lang="en-US" altLang="zh-TW" sz="3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i</a:t>
                </a: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有時候也會用</a:t>
                </a:r>
                <a:r>
                  <a:rPr kumimoji="0" lang="en-US" altLang="zh-TW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j</a:t>
                </a:r>
                <a:r>
                  <a:rPr kumimoji="0" lang="zh-TW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來表示。</a:t>
                </a:r>
                <a:endParaRPr kumimoji="0" lang="en-US" altLang="zh-TW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424141-4223-3651-B00E-6A9DE53F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35" y="1496756"/>
                <a:ext cx="9513455" cy="3030573"/>
              </a:xfrm>
              <a:prstGeom prst="rect">
                <a:avLst/>
              </a:prstGeom>
              <a:blipFill>
                <a:blip r:embed="rId2"/>
                <a:stretch>
                  <a:fillRect l="-1474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96980A79-32DD-0148-EDEF-350DCD16EE09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補充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1CE87B-8F0F-08D6-4366-23DC4F41A675}"/>
              </a:ext>
            </a:extLst>
          </p:cNvPr>
          <p:cNvSpPr txBox="1"/>
          <p:nvPr/>
        </p:nvSpPr>
        <p:spPr>
          <a:xfrm>
            <a:off x="4124325" y="1672709"/>
            <a:ext cx="3448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3200" dirty="0">
                <a:solidFill>
                  <a:srgbClr val="C00000"/>
                </a:solidFill>
              </a:rPr>
              <a:t>(Imaginary number)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9A83B71-4A6C-1D18-9A80-5EE634A7F5C4}"/>
              </a:ext>
            </a:extLst>
          </p:cNvPr>
          <p:cNvSpPr txBox="1"/>
          <p:nvPr/>
        </p:nvSpPr>
        <p:spPr>
          <a:xfrm>
            <a:off x="4200525" y="1295400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rgbClr val="C00000"/>
                </a:solidFill>
              </a:rPr>
              <a:t>古代人以為他是幻想出來的</a:t>
            </a:r>
          </a:p>
        </p:txBody>
      </p:sp>
    </p:spTree>
    <p:extLst>
      <p:ext uri="{BB962C8B-B14F-4D97-AF65-F5344CB8AC3E}">
        <p14:creationId xmlns:p14="http://schemas.microsoft.com/office/powerpoint/2010/main" val="969299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650B6-3532-2F3B-B730-318D2079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12E4EE3-503C-5DDC-F317-6E05626DA630}"/>
              </a:ext>
            </a:extLst>
          </p:cNvPr>
          <p:cNvSpPr txBox="1"/>
          <p:nvPr/>
        </p:nvSpPr>
        <p:spPr>
          <a:xfrm>
            <a:off x="0" y="21798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lang="en-US" altLang="zh-TW" sz="4000" dirty="0">
                <a:solidFill>
                  <a:srgbClr val="C00000"/>
                </a:solidFill>
                <a:latin typeface="Times New Roman"/>
                <a:ea typeface="標楷體"/>
              </a:rPr>
              <a:t>2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傅立葉變換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(Fourier Transform)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92F4B0-DD08-D8D5-AC3F-104C56218454}"/>
              </a:ext>
            </a:extLst>
          </p:cNvPr>
          <p:cNvSpPr txBox="1"/>
          <p:nvPr/>
        </p:nvSpPr>
        <p:spPr>
          <a:xfrm>
            <a:off x="371475" y="1204896"/>
            <a:ext cx="11630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把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時間域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(Time)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或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空間域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(Spatial)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中的訊號轉換到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(Frequency)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的一種數學方法。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7A2E7786-033D-459C-CAEC-76834A16EAA3}"/>
                  </a:ext>
                </a:extLst>
              </p:cNvPr>
              <p:cNvSpPr txBox="1"/>
              <p:nvPr/>
            </p:nvSpPr>
            <p:spPr>
              <a:xfrm>
                <a:off x="742949" y="1789671"/>
                <a:ext cx="3609975" cy="887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altLang="zh-TW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ω</m:t>
                          </m:r>
                        </m:e>
                      </m:d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zh-TW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kumimoji="0" lang="zh-TW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ω</m:t>
                              </m:r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 </m:t>
                      </m:r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𝑑𝑡</m:t>
                      </m:r>
                    </m:oMath>
                  </m:oMathPara>
                </a14:m>
                <a:endParaRPr kumimoji="0" lang="zh-TW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7A2E7786-033D-459C-CAEC-76834A16E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9" y="1789671"/>
                <a:ext cx="3609975" cy="8874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Fourier series &amp; synthesis – TikZ.net">
            <a:extLst>
              <a:ext uri="{FF2B5EF4-FFF2-40B4-BE49-F238E27FC236}">
                <a16:creationId xmlns:a16="http://schemas.microsoft.com/office/drawing/2014/main" id="{06F5E1DD-A533-6AE4-C1EB-F756B3431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425" y="2366946"/>
            <a:ext cx="7039266" cy="384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4A75F82-E90A-20B8-3406-CFEA6A6FA9D1}"/>
                  </a:ext>
                </a:extLst>
              </p:cNvPr>
              <p:cNvSpPr txBox="1"/>
              <p:nvPr/>
            </p:nvSpPr>
            <p:spPr>
              <a:xfrm>
                <a:off x="116614" y="2705747"/>
                <a:ext cx="4719637" cy="254980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zh-TW" altLang="en-US" dirty="0"/>
                  <a:t>做法</a:t>
                </a:r>
                <a:r>
                  <a:rPr lang="en-US" altLang="zh-TW" dirty="0"/>
                  <a:t>:</a:t>
                </a:r>
                <a:endParaRPr lang="zh-TW" altLang="en-US" dirty="0"/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dirty="0"/>
                  <a:t>你拿一個轉速為 </a:t>
                </a:r>
                <a:r>
                  <a:rPr lang="en-US" altLang="zh-TW" dirty="0"/>
                  <a:t>ω </a:t>
                </a:r>
                <a:r>
                  <a:rPr lang="zh-TW" altLang="en-US" dirty="0"/>
                  <a:t>的旋轉波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TW" alt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dirty="0"/>
                  <a:t>把它跟訊號 </a:t>
                </a: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相乘（看它們有多對得上）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dirty="0"/>
                  <a:t>再把所有時間點 加總（積分）起來</a:t>
                </a:r>
                <a:endParaRPr lang="en-US" altLang="zh-TW" dirty="0"/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dirty="0"/>
                  <a:t>如果頻率對上所有箭頭會指向同方向</a:t>
                </a:r>
                <a:br>
                  <a:rPr lang="zh-TW" altLang="en-US" dirty="0"/>
                </a:br>
                <a:r>
                  <a:rPr lang="zh-TW" altLang="en-US" dirty="0"/>
                  <a:t>→ 就知道這個頻率在整個訊號裡出現得多強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4A75F82-E90A-20B8-3406-CFEA6A6FA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14" y="2705747"/>
                <a:ext cx="4719637" cy="2549801"/>
              </a:xfrm>
              <a:prstGeom prst="rect">
                <a:avLst/>
              </a:prstGeom>
              <a:blipFill>
                <a:blip r:embed="rId4"/>
                <a:stretch>
                  <a:fillRect l="-1034" r="-1163" b="-3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A36CE8A-D292-4806-C698-6191E5EFA476}"/>
                  </a:ext>
                </a:extLst>
              </p:cNvPr>
              <p:cNvSpPr txBox="1"/>
              <p:nvPr/>
            </p:nvSpPr>
            <p:spPr>
              <a:xfrm>
                <a:off x="8683768" y="1929081"/>
                <a:ext cx="1691489" cy="4840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dirty="0">
                    <a:latin typeface="+mj-ea"/>
                    <a:ea typeface="+mj-ea"/>
                    <a:cs typeface="Times New Roman" panose="02020603050405020304" pitchFamily="18" charset="0"/>
                  </a:rPr>
                  <a:t>角頻率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A36CE8A-D292-4806-C698-6191E5EFA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768" y="1929081"/>
                <a:ext cx="1691489" cy="484043"/>
              </a:xfrm>
              <a:prstGeom prst="rect">
                <a:avLst/>
              </a:prstGeom>
              <a:blipFill>
                <a:blip r:embed="rId5"/>
                <a:stretch>
                  <a:fillRect l="-3971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圖片 13">
            <a:extLst>
              <a:ext uri="{FF2B5EF4-FFF2-40B4-BE49-F238E27FC236}">
                <a16:creationId xmlns:a16="http://schemas.microsoft.com/office/drawing/2014/main" id="{27200FC6-10A9-9A1D-2BFF-0C937DC99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429" y="5445303"/>
            <a:ext cx="1332221" cy="1069282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1812D18-B1A7-F279-17C3-6EC1A1359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803" y="5445037"/>
            <a:ext cx="1162813" cy="1055913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73F5DAB-E335-3062-069B-56C240601EAB}"/>
              </a:ext>
            </a:extLst>
          </p:cNvPr>
          <p:cNvSpPr txBox="1"/>
          <p:nvPr/>
        </p:nvSpPr>
        <p:spPr>
          <a:xfrm>
            <a:off x="182881" y="5536869"/>
            <a:ext cx="1288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頻率不對、</a:t>
            </a:r>
            <a:endParaRPr lang="en-US" altLang="zh-TW" dirty="0"/>
          </a:p>
          <a:p>
            <a:r>
              <a:rPr lang="zh-TW" altLang="en-US" dirty="0"/>
              <a:t>向量亂轉、 </a:t>
            </a:r>
            <a:endParaRPr lang="en-US" altLang="zh-TW" dirty="0"/>
          </a:p>
          <a:p>
            <a:r>
              <a:rPr lang="zh-TW" altLang="en-US" dirty="0"/>
              <a:t>抵銷 → 弱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33371FA-2EE7-FA85-91AE-DFD138E482A0}"/>
              </a:ext>
            </a:extLst>
          </p:cNvPr>
          <p:cNvSpPr txBox="1"/>
          <p:nvPr/>
        </p:nvSpPr>
        <p:spPr>
          <a:xfrm>
            <a:off x="2932612" y="5510741"/>
            <a:ext cx="12910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頻率對上、</a:t>
            </a:r>
            <a:endParaRPr lang="en-US" altLang="zh-TW" dirty="0"/>
          </a:p>
          <a:p>
            <a:r>
              <a:rPr lang="zh-TW" altLang="en-US" dirty="0"/>
              <a:t>向量同向、</a:t>
            </a:r>
            <a:endParaRPr lang="en-US" altLang="zh-TW" dirty="0"/>
          </a:p>
          <a:p>
            <a:r>
              <a:rPr lang="zh-TW" altLang="en-US" dirty="0"/>
              <a:t>疊加 → 強</a:t>
            </a:r>
          </a:p>
        </p:txBody>
      </p:sp>
    </p:spTree>
    <p:extLst>
      <p:ext uri="{BB962C8B-B14F-4D97-AF65-F5344CB8AC3E}">
        <p14:creationId xmlns:p14="http://schemas.microsoft.com/office/powerpoint/2010/main" val="4279386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5901-3646-58FD-7A94-5F6E104E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6764D7-B485-ACF6-A2F4-DB17D6EF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99E0CDE-69CF-5291-CD2E-5D03C8065E87}"/>
              </a:ext>
            </a:extLst>
          </p:cNvPr>
          <p:cNvSpPr txBox="1"/>
          <p:nvPr/>
        </p:nvSpPr>
        <p:spPr>
          <a:xfrm>
            <a:off x="0" y="409575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標楷體"/>
                <a:cs typeface="+mn-cs"/>
              </a:rPr>
              <a:t>傅里葉變換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616335-2C77-BAD3-9CF9-6B6172789975}"/>
              </a:ext>
            </a:extLst>
          </p:cNvPr>
          <p:cNvSpPr txBox="1"/>
          <p:nvPr/>
        </p:nvSpPr>
        <p:spPr>
          <a:xfrm>
            <a:off x="852678" y="2064758"/>
            <a:ext cx="997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TW" dirty="0">
                <a:solidFill>
                  <a:prstClr val="black"/>
                </a:solidFill>
                <a:hlinkClick r:id="rId2"/>
              </a:rPr>
              <a:t>https://www.youtube.com/watch?v=spUNpyF58BY&amp;t=845s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FD73498-DA13-001F-DB6F-CDADE9BCFA1B}"/>
              </a:ext>
            </a:extLst>
          </p:cNvPr>
          <p:cNvSpPr txBox="1"/>
          <p:nvPr/>
        </p:nvSpPr>
        <p:spPr>
          <a:xfrm>
            <a:off x="852678" y="1398906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標楷體"/>
                <a:cs typeface="+mn-cs"/>
              </a:rPr>
              <a:t>可視化的傅里葉變換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E0353D0-4A90-E8AB-2303-94E4F13E20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775" y="2635876"/>
            <a:ext cx="6326449" cy="381254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16CDC86-D0AD-D46A-C91F-479C1C211ED8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補充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08ED93-7B28-BB4B-8D73-2251BBA6E03C}"/>
              </a:ext>
            </a:extLst>
          </p:cNvPr>
          <p:cNvSpPr txBox="1"/>
          <p:nvPr/>
        </p:nvSpPr>
        <p:spPr>
          <a:xfrm>
            <a:off x="5514975" y="12909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「傅立葉變換只是把訊號放到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『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旋轉的複數世界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』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裡，</a:t>
            </a:r>
            <a:b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</a:b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用旋轉向量的方式去看每個頻率成分有多強。」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3B5DE05-2DCB-B1C5-3544-702D28A9790E}"/>
              </a:ext>
            </a:extLst>
          </p:cNvPr>
          <p:cNvSpPr txBox="1"/>
          <p:nvPr/>
        </p:nvSpPr>
        <p:spPr>
          <a:xfrm>
            <a:off x="9649098" y="2847702"/>
            <a:ext cx="203132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可以把影片看一次</a:t>
            </a:r>
            <a:endParaRPr lang="en-US" altLang="zh-TW" dirty="0"/>
          </a:p>
          <a:p>
            <a:pPr algn="ctr"/>
            <a:r>
              <a:rPr lang="zh-TW" altLang="en-US" dirty="0"/>
              <a:t>動畫做得很不錯</a:t>
            </a:r>
          </a:p>
        </p:txBody>
      </p:sp>
    </p:spTree>
    <p:extLst>
      <p:ext uri="{BB962C8B-B14F-4D97-AF65-F5344CB8AC3E}">
        <p14:creationId xmlns:p14="http://schemas.microsoft.com/office/powerpoint/2010/main" val="6534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22895-EF86-A8BE-BC8A-DA3D35C3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BF66D458-B439-BF3E-CF08-D911D42A8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24B9BCA-1AD8-7E93-137A-2252F8446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FEDD5BA2-4824-FA64-7C26-8E8525A32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9D8054D-6710-6B6F-9D59-094BCE7351C0}"/>
              </a:ext>
            </a:extLst>
          </p:cNvPr>
          <p:cNvSpPr txBox="1"/>
          <p:nvPr/>
        </p:nvSpPr>
        <p:spPr>
          <a:xfrm>
            <a:off x="687531" y="2781300"/>
            <a:ext cx="3217719" cy="9070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二維傅立葉</a:t>
            </a:r>
            <a:endParaRPr kumimoji="0" lang="en-US" altLang="zh-TW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CEC4553-A0E4-2800-7939-8045EB22A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C8AF385-55B1-D067-F592-28ECC639C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C50A828-9D1F-49D6-4A65-48FBFC0B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357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F200-9F88-BC98-24ED-6BAC86EE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A6D521-7D36-F542-826E-14E51037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1227ADA-EDF7-180B-F1AB-A667D284F575}"/>
                  </a:ext>
                </a:extLst>
              </p:cNvPr>
              <p:cNvSpPr txBox="1"/>
              <p:nvPr/>
            </p:nvSpPr>
            <p:spPr>
              <a:xfrm>
                <a:off x="0" y="262058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2D</a:t>
                </a:r>
                <a:r>
                  <a:rPr kumimoji="0" lang="zh-TW" alt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傅里葉變換 推導</a:t>
                </a:r>
                <a:r>
                  <a:rPr kumimoji="0" lang="en-US" altLang="zh-TW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推導出</a:t>
                </a:r>
                <a14:m>
                  <m:oMath xmlns:m="http://schemas.openxmlformats.org/officeDocument/2006/math">
                    <m:r>
                      <a:rPr kumimoji="0" lang="zh-TW" alt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  <m:d>
                      <m:dPr>
                        <m:ctrlPr>
                          <a:rPr kumimoji="0" lang="zh-TW" altLang="en-US" sz="4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zh-TW" altLang="en-US" sz="4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4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zh-TW" altLang="en-US" sz="4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</m:oMath>
                </a14:m>
                <a:endParaRPr kumimoji="0" lang="zh-TW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D3CCBDE-994D-6377-AC33-6936B3DC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2058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F9718BF-291C-95B0-EFBD-A4C8F4D8F980}"/>
                  </a:ext>
                </a:extLst>
              </p:cNvPr>
              <p:cNvSpPr txBox="1"/>
              <p:nvPr/>
            </p:nvSpPr>
            <p:spPr>
              <a:xfrm>
                <a:off x="853438" y="1422415"/>
                <a:ext cx="3444241" cy="75648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TW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zh-TW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ω</m:t>
                          </m:r>
                        </m:e>
                      </m:d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zh-TW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zh-TW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ω</m:t>
                              </m:r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 </m:t>
                      </m:r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𝑑𝑡</m:t>
                      </m:r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F9718BF-291C-95B0-EFBD-A4C8F4D8F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38" y="1422415"/>
                <a:ext cx="3444241" cy="756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C7E77D02-9C46-28FA-2D76-758C1E3F8F77}"/>
              </a:ext>
            </a:extLst>
          </p:cNvPr>
          <p:cNvSpPr txBox="1"/>
          <p:nvPr/>
        </p:nvSpPr>
        <p:spPr>
          <a:xfrm>
            <a:off x="4580709" y="1609298"/>
            <a:ext cx="327442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隨著時間變化信號的頻率成分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06FFC65-C107-DCBA-ACA9-7A32C52053CE}"/>
              </a:ext>
            </a:extLst>
          </p:cNvPr>
          <p:cNvSpPr txBox="1"/>
          <p:nvPr/>
        </p:nvSpPr>
        <p:spPr>
          <a:xfrm>
            <a:off x="6910251" y="2597721"/>
            <a:ext cx="317427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隨著空間變化影像的頻率成分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051D803-B966-37D7-B53A-0E289E9514C0}"/>
                  </a:ext>
                </a:extLst>
              </p:cNvPr>
              <p:cNvSpPr txBox="1"/>
              <p:nvPr/>
            </p:nvSpPr>
            <p:spPr>
              <a:xfrm>
                <a:off x="867163" y="5132992"/>
                <a:ext cx="5124335" cy="75661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𝑀</m:t>
                          </m:r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=0</m:t>
                              </m:r>
                            </m:sub>
                            <m:sup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𝑁</m:t>
                              </m:r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  <m:e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zh-TW" altLang="en-US" sz="20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kumimoji="0" lang="zh-TW" alt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sSup>
                        <m:sSupPr>
                          <m:ctrlP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π</m:t>
                          </m:r>
                          <m:d>
                            <m:d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051D803-B966-37D7-B53A-0E289E951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63" y="5132992"/>
                <a:ext cx="5124335" cy="7566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64E0CAB-36FC-A1FB-DBBB-46D105BB23EF}"/>
                  </a:ext>
                </a:extLst>
              </p:cNvPr>
              <p:cNvSpPr txBox="1"/>
              <p:nvPr/>
            </p:nvSpPr>
            <p:spPr>
              <a:xfrm>
                <a:off x="6393414" y="5421218"/>
                <a:ext cx="4258153" cy="6146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noProof="0" dirty="0">
                    <a:solidFill>
                      <a:prstClr val="black"/>
                    </a:solidFill>
                    <a:latin typeface="標楷體"/>
                    <a:ea typeface="標楷體"/>
                    <a:cs typeface="Times New Roman" panose="02020603050405020304" pitchFamily="18" charset="0"/>
                  </a:rPr>
                  <a:t>離散</a:t>
                </a:r>
                <a:r>
                  <a:rPr kumimoji="0" lang="zh-TW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標楷體"/>
                    <a:ea typeface="標楷體"/>
                    <a:cs typeface="Times New Roman" panose="02020603050405020304" pitchFamily="18" charset="0"/>
                  </a:rPr>
                  <a:t>化角頻率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 altLang="zh-TW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zh-TW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ar-AE" altLang="zh-TW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 altLang="zh-TW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zh-TW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ar-AE" altLang="zh-TW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64E0CAB-36FC-A1FB-DBBB-46D105BB2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14" y="5421218"/>
                <a:ext cx="4258153" cy="614655"/>
              </a:xfrm>
              <a:prstGeom prst="rect">
                <a:avLst/>
              </a:prstGeom>
              <a:blipFill>
                <a:blip r:embed="rId5"/>
                <a:stretch>
                  <a:fillRect l="-1576" b="-19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2C092833-15B5-E358-ABC3-D933C5AD646D}"/>
              </a:ext>
            </a:extLst>
          </p:cNvPr>
          <p:cNvSpPr txBox="1"/>
          <p:nvPr/>
        </p:nvSpPr>
        <p:spPr>
          <a:xfrm flipH="1">
            <a:off x="6376848" y="4955178"/>
            <a:ext cx="352479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當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u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從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~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(M-1)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>
                <a:solidFill>
                  <a:srgbClr val="C00000"/>
                </a:solidFill>
                <a:latin typeface="Times New Roman"/>
                <a:ea typeface="標楷體"/>
              </a:rPr>
              <a:t>  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範圍</a:t>
            </a:r>
            <a:r>
              <a:rPr lang="zh-TW" altLang="en-US">
                <a:latin typeface="Times New Roman"/>
                <a:ea typeface="標楷體"/>
              </a:rPr>
              <a:t>只取一圈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733E302-3F72-3D4A-F36E-1E1ACDF351EA}"/>
                  </a:ext>
                </a:extLst>
              </p:cNvPr>
              <p:cNvSpPr txBox="1"/>
              <p:nvPr/>
            </p:nvSpPr>
            <p:spPr>
              <a:xfrm>
                <a:off x="870858" y="4667794"/>
                <a:ext cx="3328155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離散化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的角頻率要限制在</a:t>
                </a:r>
                <a14:m>
                  <m:oMath xmlns:m="http://schemas.openxmlformats.org/officeDocument/2006/math"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0</m:t>
                    </m:r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kumimoji="0" lang="en-US" altLang="zh-TW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π</m:t>
                    </m:r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733E302-3F72-3D4A-F36E-1E1ACDF35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8" y="4667794"/>
                <a:ext cx="3328155" cy="369332"/>
              </a:xfrm>
              <a:prstGeom prst="rect">
                <a:avLst/>
              </a:prstGeom>
              <a:blipFill>
                <a:blip r:embed="rId6"/>
                <a:stretch>
                  <a:fillRect l="-1648" t="-8333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456A953-D298-E8F6-DFAD-A94A3CF6374F}"/>
                  </a:ext>
                </a:extLst>
              </p:cNvPr>
              <p:cNvSpPr txBox="1"/>
              <p:nvPr/>
            </p:nvSpPr>
            <p:spPr>
              <a:xfrm>
                <a:off x="818603" y="2659033"/>
                <a:ext cx="5521237" cy="75648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sz="20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zh-TW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kumimoji="0" lang="zh-TW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altLang="zh-TW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ar-AE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ar-AE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zh-TW" altLang="ar-AE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altLang="zh-TW" sz="20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ar-AE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ar-AE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zh-TW" altLang="ar-AE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 </m:t>
                      </m:r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𝑑𝑥𝑑𝑦</m:t>
                      </m:r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456A953-D298-E8F6-DFAD-A94A3CF63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03" y="2659033"/>
                <a:ext cx="5521237" cy="7564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0FEC169-4C8C-7764-7F59-B0EF38972567}"/>
                  </a:ext>
                </a:extLst>
              </p:cNvPr>
              <p:cNvSpPr txBox="1"/>
              <p:nvPr/>
            </p:nvSpPr>
            <p:spPr>
              <a:xfrm>
                <a:off x="6932022" y="3136983"/>
                <a:ext cx="2525486" cy="574324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TW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ar-AE" altLang="zh-TW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0FEC169-4C8C-7764-7F59-B0EF38972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022" y="3136983"/>
                <a:ext cx="2525486" cy="5743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506292B-C10B-0571-F593-110A09F2776B}"/>
                  </a:ext>
                </a:extLst>
              </p:cNvPr>
              <p:cNvSpPr txBox="1"/>
              <p:nvPr/>
            </p:nvSpPr>
            <p:spPr>
              <a:xfrm>
                <a:off x="831666" y="3490702"/>
                <a:ext cx="5760723" cy="75648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sz="20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zh-TW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kumimoji="0" lang="zh-TW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altLang="zh-TW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ar-AE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altLang="zh-TW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altLang="zh-TW" sz="20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altLang="zh-TW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 </m:t>
                      </m:r>
                      <m:r>
                        <a:rPr kumimoji="0" lang="en-US" altLang="zh-TW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𝑑𝑥𝑑𝑦</m:t>
                      </m:r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506292B-C10B-0571-F593-110A09F27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66" y="3490702"/>
                <a:ext cx="5760723" cy="7564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2FF0FE2-D718-BECD-A5E9-F117E25A2855}"/>
                  </a:ext>
                </a:extLst>
              </p:cNvPr>
              <p:cNvSpPr txBox="1"/>
              <p:nvPr/>
            </p:nvSpPr>
            <p:spPr>
              <a:xfrm>
                <a:off x="6953792" y="3811897"/>
                <a:ext cx="4088676" cy="400110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>
                    <a:solidFill>
                      <a:prstClr val="black"/>
                    </a:solidFill>
                    <a:latin typeface="標楷體"/>
                    <a:cs typeface="Times New Roman" panose="02020603050405020304" pitchFamily="18" charset="0"/>
                  </a:rPr>
                  <a:t>連續角頻率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TW">
                        <a:latin typeface="Cambria Math" panose="02040503050406030204" pitchFamily="18" charset="0"/>
                      </a:rPr>
                      <m:t>2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TW">
                        <a:latin typeface="Cambria Math" panose="02040503050406030204" pitchFamily="18" charset="0"/>
                      </a:rPr>
                      <m:t>2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ar-AE" altLang="zh-TW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2FF0FE2-D718-BECD-A5E9-F117E25A2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792" y="3811897"/>
                <a:ext cx="4088676" cy="400110"/>
              </a:xfrm>
              <a:prstGeom prst="rect">
                <a:avLst/>
              </a:prstGeom>
              <a:blipFill>
                <a:blip r:embed="rId10"/>
                <a:stretch>
                  <a:fillRect l="-1343" t="-606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089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D09A-9E49-6452-8A97-5CFCD84F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6DBC410-A5B4-9788-3D12-E0672BB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55B096-321D-3156-4DD0-0E0867FFDABE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影像從空間域轉到頻率域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?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14EAC07-1FF3-A541-623D-A75BCC996CA0}"/>
                  </a:ext>
                </a:extLst>
              </p:cNvPr>
              <p:cNvSpPr txBox="1"/>
              <p:nvPr/>
            </p:nvSpPr>
            <p:spPr>
              <a:xfrm>
                <a:off x="2392219" y="2458142"/>
                <a:ext cx="6474688" cy="889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𝑀</m:t>
                          </m:r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zh-TW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0" lang="zh-TW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zh-TW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zh-TW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0" lang="zh-TW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𝑁</m:t>
                              </m:r>
                              <m:r>
                                <a:rPr kumimoji="0" lang="zh-TW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p>
                            <m:e>
                              <m:r>
                                <a:rPr kumimoji="0" lang="zh-TW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zh-TW" altLang="en-US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kumimoji="0" lang="zh-TW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sSup>
                        <m:sSupPr>
                          <m:ctrlP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  <m: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kumimoji="0" lang="zh-TW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π</m:t>
                          </m:r>
                          <m:d>
                            <m:dPr>
                              <m:ctrlPr>
                                <a:rPr kumimoji="0" lang="zh-TW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kumimoji="0" lang="zh-TW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kumimoji="0" lang="zh-TW" alt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0DC9B6-B712-0005-BE48-C7171C6A2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219" y="2458142"/>
                <a:ext cx="6474688" cy="8894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0F8C3943-6D3D-190E-D943-24F606ACD3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99" b="1006"/>
          <a:stretch/>
        </p:blipFill>
        <p:spPr>
          <a:xfrm>
            <a:off x="2446936" y="3710942"/>
            <a:ext cx="2891040" cy="282912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B857F2F-6945-1274-9638-814CB458A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006" y="3710944"/>
            <a:ext cx="2871981" cy="28291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737E0D1-1790-5908-5616-DF64FD6C3C5C}"/>
                  </a:ext>
                </a:extLst>
              </p:cNvPr>
              <p:cNvSpPr txBox="1"/>
              <p:nvPr/>
            </p:nvSpPr>
            <p:spPr>
              <a:xfrm>
                <a:off x="2534804" y="1380896"/>
                <a:ext cx="3609975" cy="887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altLang="zh-TW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ω</m:t>
                          </m:r>
                        </m:e>
                      </m:d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zh-TW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TW" altLang="zh-TW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b>
                        <m:sup>
                          <m:r>
                            <a:rPr kumimoji="0" lang="zh-TW" altLang="zh-TW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altLang="zh-TW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zh-TW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kumimoji="0" lang="zh-TW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ω</m:t>
                              </m:r>
                              <m:r>
                                <a:rPr kumimoji="0" lang="en-US" altLang="zh-TW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 </m:t>
                      </m:r>
                      <m:r>
                        <a:rPr kumimoji="0" lang="en-US" altLang="zh-TW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𝑑𝑡</m:t>
                      </m:r>
                    </m:oMath>
                  </m:oMathPara>
                </a14:m>
                <a:endParaRPr kumimoji="0" lang="zh-TW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586310F-C234-41AF-28F2-736663F7B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804" y="1380896"/>
                <a:ext cx="3609975" cy="8874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FD33447-C45C-F343-BF35-BE8A29056168}"/>
              </a:ext>
            </a:extLst>
          </p:cNvPr>
          <p:cNvCxnSpPr>
            <a:cxnSpLocks/>
          </p:cNvCxnSpPr>
          <p:nvPr/>
        </p:nvCxnSpPr>
        <p:spPr>
          <a:xfrm>
            <a:off x="2419928" y="3731491"/>
            <a:ext cx="323272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3C0FDB2-BE35-7ECB-9783-1F4DE44C3112}"/>
              </a:ext>
            </a:extLst>
          </p:cNvPr>
          <p:cNvCxnSpPr>
            <a:cxnSpLocks/>
          </p:cNvCxnSpPr>
          <p:nvPr/>
        </p:nvCxnSpPr>
        <p:spPr>
          <a:xfrm>
            <a:off x="2456873" y="3708400"/>
            <a:ext cx="0" cy="298796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82E0C22-8D89-9F32-A24B-FDB3F29DA3D3}"/>
              </a:ext>
            </a:extLst>
          </p:cNvPr>
          <p:cNvSpPr txBox="1"/>
          <p:nvPr/>
        </p:nvSpPr>
        <p:spPr>
          <a:xfrm>
            <a:off x="5671127" y="354676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5C1BCC7-71F1-E627-4185-ECCF4024ADB2}"/>
              </a:ext>
            </a:extLst>
          </p:cNvPr>
          <p:cNvSpPr txBox="1"/>
          <p:nvPr/>
        </p:nvSpPr>
        <p:spPr>
          <a:xfrm>
            <a:off x="1935018" y="609138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D79F3E2-4ED5-EED6-5A5F-13E2815126A2}"/>
              </a:ext>
            </a:extLst>
          </p:cNvPr>
          <p:cNvCxnSpPr>
            <a:cxnSpLocks/>
          </p:cNvCxnSpPr>
          <p:nvPr/>
        </p:nvCxnSpPr>
        <p:spPr>
          <a:xfrm>
            <a:off x="7033492" y="3699163"/>
            <a:ext cx="323272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2D2AC9B-EDFA-FE1C-30E0-3EEB58691544}"/>
              </a:ext>
            </a:extLst>
          </p:cNvPr>
          <p:cNvCxnSpPr>
            <a:cxnSpLocks/>
          </p:cNvCxnSpPr>
          <p:nvPr/>
        </p:nvCxnSpPr>
        <p:spPr>
          <a:xfrm>
            <a:off x="7070437" y="3676072"/>
            <a:ext cx="0" cy="298796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D359BEC-6A3D-37E1-B9D5-2DCF237E479A}"/>
              </a:ext>
            </a:extLst>
          </p:cNvPr>
          <p:cNvSpPr txBox="1"/>
          <p:nvPr/>
        </p:nvSpPr>
        <p:spPr>
          <a:xfrm>
            <a:off x="10284691" y="35144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u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35C5C53-2970-AFE9-28B7-BC2C7F22ACFC}"/>
              </a:ext>
            </a:extLst>
          </p:cNvPr>
          <p:cNvSpPr txBox="1"/>
          <p:nvPr/>
        </p:nvSpPr>
        <p:spPr>
          <a:xfrm>
            <a:off x="6548582" y="60590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v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791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D951-BE1C-2808-4DCF-53F2A1D7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BE0900-986C-F815-8CDA-E0FF9843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352F3A2-0E1D-79CF-9624-976D164343D8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1:</a:t>
            </a:r>
            <a:r>
              <a:rPr lang="zh-TW" altLang="en-US" sz="3200" dirty="0"/>
              <a:t> 傅立葉變換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E997DEF-B130-B1EC-5F55-2C12226B7B41}"/>
                  </a:ext>
                </a:extLst>
              </p:cNvPr>
              <p:cNvSpPr txBox="1"/>
              <p:nvPr/>
            </p:nvSpPr>
            <p:spPr>
              <a:xfrm>
                <a:off x="521707" y="935783"/>
                <a:ext cx="1102146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800" dirty="0"/>
                  <a:t>要將一張寬</a:t>
                </a:r>
                <a:r>
                  <a:rPr lang="en-US" altLang="zh-TW" sz="2800" dirty="0"/>
                  <a:t>×</a:t>
                </a:r>
                <a:r>
                  <a:rPr lang="zh-TW" altLang="en-US" sz="2800" dirty="0"/>
                  <a:t>高</a:t>
                </a:r>
                <a:r>
                  <a:rPr lang="en-US" altLang="zh-TW" sz="2800" dirty="0"/>
                  <a:t>=</a:t>
                </a:r>
                <a:r>
                  <a:rPr lang="zh-TW" altLang="en-US" sz="2800" dirty="0"/>
                  <a:t> </a:t>
                </a:r>
                <a:r>
                  <a:rPr lang="en-US" altLang="zh-TW" sz="2800" dirty="0"/>
                  <a:t>2×2</a:t>
                </a:r>
                <a:r>
                  <a:rPr lang="zh-TW" altLang="en-US" sz="2800" dirty="0"/>
                  <a:t>的影像進行傅立葉轉換，我們可以使用離散傅立葉變換（</a:t>
                </a:r>
                <a:r>
                  <a:rPr lang="en-US" altLang="zh-TW" sz="2800" dirty="0"/>
                  <a:t>DFT</a:t>
                </a:r>
                <a:r>
                  <a:rPr lang="zh-TW" altLang="en-US" sz="2800" dirty="0"/>
                  <a:t>）公式來計算其頻譜。求傅立葉變換後的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TW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E997DEF-B130-B1EC-5F55-2C12226B7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7" y="935783"/>
                <a:ext cx="11021462" cy="954107"/>
              </a:xfrm>
              <a:prstGeom prst="rect">
                <a:avLst/>
              </a:prstGeom>
              <a:blipFill>
                <a:blip r:embed="rId2"/>
                <a:stretch>
                  <a:fillRect l="-996" t="-7051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F117D0-1BD2-1454-39CB-EBB149EE72B4}"/>
                  </a:ext>
                </a:extLst>
              </p:cNvPr>
              <p:cNvSpPr txBox="1"/>
              <p:nvPr/>
            </p:nvSpPr>
            <p:spPr>
              <a:xfrm>
                <a:off x="821602" y="2236030"/>
                <a:ext cx="2213426" cy="810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800"/>
                  <a:t>影像</a:t>
                </a:r>
                <a:r>
                  <a:rPr lang="en-US" altLang="zh-TW" sz="2800"/>
                  <a:t>=</a:t>
                </a:r>
                <a:r>
                  <a:rPr lang="zh-TW" altLang="en-US" sz="28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F117D0-1BD2-1454-39CB-EBB149EE7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02" y="2236030"/>
                <a:ext cx="2213426" cy="810799"/>
              </a:xfrm>
              <a:prstGeom prst="rect">
                <a:avLst/>
              </a:prstGeom>
              <a:blipFill>
                <a:blip r:embed="rId3"/>
                <a:stretch>
                  <a:fillRect l="-5785" b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/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0E71396-AB74-754D-1F71-E48D3A4CAC7D}"/>
              </a:ext>
            </a:extLst>
          </p:cNvPr>
          <p:cNvGraphicFramePr>
            <a:graphicFrameLocks noGrp="1"/>
          </p:cNvGraphicFramePr>
          <p:nvPr/>
        </p:nvGraphicFramePr>
        <p:xfrm>
          <a:off x="35610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726A962-95E7-67B2-9501-D4BC16715886}"/>
              </a:ext>
            </a:extLst>
          </p:cNvPr>
          <p:cNvGraphicFramePr>
            <a:graphicFrameLocks noGrp="1"/>
          </p:cNvGraphicFramePr>
          <p:nvPr/>
        </p:nvGraphicFramePr>
        <p:xfrm>
          <a:off x="53136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04F8D1-EA71-F6F1-014C-BC1E2567D27D}"/>
              </a:ext>
            </a:extLst>
          </p:cNvPr>
          <p:cNvSpPr txBox="1"/>
          <p:nvPr/>
        </p:nvSpPr>
        <p:spPr>
          <a:xfrm>
            <a:off x="3677518" y="196961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影像</a:t>
            </a:r>
            <a:r>
              <a:rPr lang="en-US" altLang="zh-TW"/>
              <a:t>2*2</a:t>
            </a:r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56E9FC-ACA8-0B2B-85AE-82BD94FC911E}"/>
              </a:ext>
            </a:extLst>
          </p:cNvPr>
          <p:cNvSpPr txBox="1"/>
          <p:nvPr/>
        </p:nvSpPr>
        <p:spPr>
          <a:xfrm>
            <a:off x="5430118" y="1969504"/>
            <a:ext cx="9925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頻譜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5E536-BA00-E04E-6188-1B20C521D8B7}"/>
              </a:ext>
            </a:extLst>
          </p:cNvPr>
          <p:cNvSpPr/>
          <p:nvPr/>
        </p:nvSpPr>
        <p:spPr>
          <a:xfrm>
            <a:off x="373514" y="3486446"/>
            <a:ext cx="5392350" cy="14765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BADC1B-05AC-CE36-472E-43B35933C04B}"/>
              </a:ext>
            </a:extLst>
          </p:cNvPr>
          <p:cNvSpPr txBox="1"/>
          <p:nvPr/>
        </p:nvSpPr>
        <p:spPr>
          <a:xfrm>
            <a:off x="506906" y="3522696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/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D41D87-725E-B266-012F-3FF9DC215F32}"/>
              </a:ext>
            </a:extLst>
          </p:cNvPr>
          <p:cNvGraphicFramePr>
            <a:graphicFrameLocks noGrp="1"/>
          </p:cNvGraphicFramePr>
          <p:nvPr/>
        </p:nvGraphicFramePr>
        <p:xfrm>
          <a:off x="7172913" y="2413578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76702D2-35D9-4D1C-72B8-9BB9C5F7F143}"/>
              </a:ext>
            </a:extLst>
          </p:cNvPr>
          <p:cNvSpPr txBox="1"/>
          <p:nvPr/>
        </p:nvSpPr>
        <p:spPr>
          <a:xfrm>
            <a:off x="7289398" y="1973858"/>
            <a:ext cx="9925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頻譜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29D2CF2D-F425-1EEF-7856-69DADA8DD755}"/>
              </a:ext>
            </a:extLst>
          </p:cNvPr>
          <p:cNvSpPr/>
          <p:nvPr/>
        </p:nvSpPr>
        <p:spPr>
          <a:xfrm>
            <a:off x="4894217" y="2734492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823333B8-EB99-531A-B06A-D2FBE9116AC3}"/>
              </a:ext>
            </a:extLst>
          </p:cNvPr>
          <p:cNvSpPr/>
          <p:nvPr/>
        </p:nvSpPr>
        <p:spPr>
          <a:xfrm>
            <a:off x="6683828" y="2738846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569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7D3FC4A-8C4A-4EC0-8DBC-39C88097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8C809B-D23D-F2B8-7D88-5BBDB2088326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2:</a:t>
            </a:r>
            <a:r>
              <a:rPr lang="zh-TW" altLang="en-US" sz="3200" dirty="0"/>
              <a:t> 傅立葉變換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20B7C7-1E64-4006-6DFC-AF12FF54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29" y="5010117"/>
            <a:ext cx="6408573" cy="923958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A86FD4B-4BA9-ACE8-59E7-3480D944E058}"/>
              </a:ext>
            </a:extLst>
          </p:cNvPr>
          <p:cNvGraphicFramePr>
            <a:graphicFrameLocks noGrp="1"/>
          </p:cNvGraphicFramePr>
          <p:nvPr/>
        </p:nvGraphicFramePr>
        <p:xfrm>
          <a:off x="2311893" y="2099226"/>
          <a:ext cx="2921082" cy="215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41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1460541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10780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2</a:t>
                      </a:r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10780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3</a:t>
                      </a:r>
                      <a:endParaRPr lang="zh-TW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4</a:t>
                      </a:r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1CD5152-679A-A92F-2463-DF411BE7125F}"/>
              </a:ext>
            </a:extLst>
          </p:cNvPr>
          <p:cNvGraphicFramePr>
            <a:graphicFrameLocks noGrp="1"/>
          </p:cNvGraphicFramePr>
          <p:nvPr/>
        </p:nvGraphicFramePr>
        <p:xfrm>
          <a:off x="6629789" y="2101491"/>
          <a:ext cx="2923786" cy="215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893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1461893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107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1078092">
                <a:tc>
                  <a:txBody>
                    <a:bodyPr/>
                    <a:lstStyle/>
                    <a:p>
                      <a:pPr algn="ctr"/>
                      <a:endParaRPr lang="zh-TW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56C28549-8777-1634-6550-6504B17EDE38}"/>
              </a:ext>
            </a:extLst>
          </p:cNvPr>
          <p:cNvSpPr txBox="1"/>
          <p:nvPr/>
        </p:nvSpPr>
        <p:spPr>
          <a:xfrm>
            <a:off x="3141492" y="148839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影像</a:t>
            </a:r>
            <a:r>
              <a:rPr lang="en-US" altLang="zh-TW" sz="2400" dirty="0"/>
              <a:t>2*2</a:t>
            </a:r>
            <a:endParaRPr lang="zh-TW" altLang="en-US" sz="2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C367415-D480-4651-31DF-C247B623F9AA}"/>
              </a:ext>
            </a:extLst>
          </p:cNvPr>
          <p:cNvSpPr txBox="1"/>
          <p:nvPr/>
        </p:nvSpPr>
        <p:spPr>
          <a:xfrm>
            <a:off x="7460740" y="150703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頻譜</a:t>
            </a:r>
            <a:r>
              <a:rPr lang="en-US" altLang="zh-TW" sz="2400" dirty="0"/>
              <a:t>2*2</a:t>
            </a:r>
            <a:endParaRPr lang="zh-TW" altLang="en-US" sz="2400" dirty="0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F846B864-8CA7-0DF9-3639-D44576772606}"/>
              </a:ext>
            </a:extLst>
          </p:cNvPr>
          <p:cNvSpPr/>
          <p:nvPr/>
        </p:nvSpPr>
        <p:spPr>
          <a:xfrm>
            <a:off x="5600700" y="2971800"/>
            <a:ext cx="676275" cy="4191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030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84FF-D2C4-A637-F0FF-FF549629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7BDE7B-F079-9089-BF96-7CCB4546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D367BC7-6C1D-1891-9181-8C4B5F875656}"/>
                  </a:ext>
                </a:extLst>
              </p:cNvPr>
              <p:cNvSpPr txBox="1"/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D367BC7-6C1D-1891-9181-8C4B5F875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37FDE3-5F04-7E48-9AEF-3270D59AAFB3}"/>
                  </a:ext>
                </a:extLst>
              </p:cNvPr>
              <p:cNvSpPr txBox="1"/>
              <p:nvPr/>
            </p:nvSpPr>
            <p:spPr>
              <a:xfrm>
                <a:off x="633413" y="4528027"/>
                <a:ext cx="5014912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37FDE3-5F04-7E48-9AEF-3270D59AA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4528027"/>
                <a:ext cx="5014912" cy="727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C32BE2E-B823-DE4D-EA2B-D97A3C655924}"/>
                  </a:ext>
                </a:extLst>
              </p:cNvPr>
              <p:cNvSpPr txBox="1"/>
              <p:nvPr/>
            </p:nvSpPr>
            <p:spPr>
              <a:xfrm>
                <a:off x="633413" y="5621078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-1 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C32BE2E-B823-DE4D-EA2B-D97A3C655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5621078"/>
                <a:ext cx="8386761" cy="646331"/>
              </a:xfrm>
              <a:prstGeom prst="rect">
                <a:avLst/>
              </a:prstGeom>
              <a:blipFill>
                <a:blip r:embed="rId4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>
            <a:extLst>
              <a:ext uri="{FF2B5EF4-FFF2-40B4-BE49-F238E27FC236}">
                <a16:creationId xmlns:a16="http://schemas.microsoft.com/office/drawing/2014/main" id="{75EA7204-8FA4-D743-DEE1-E38F163DEFE9}"/>
              </a:ext>
            </a:extLst>
          </p:cNvPr>
          <p:cNvSpPr/>
          <p:nvPr/>
        </p:nvSpPr>
        <p:spPr>
          <a:xfrm>
            <a:off x="642456" y="4502749"/>
            <a:ext cx="2203574" cy="738509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36ABCE-77AE-8C2C-F526-36BA09609DB5}"/>
                  </a:ext>
                </a:extLst>
              </p:cNvPr>
              <p:cNvSpPr txBox="1"/>
              <p:nvPr/>
            </p:nvSpPr>
            <p:spPr>
              <a:xfrm>
                <a:off x="576807" y="2242027"/>
                <a:ext cx="5083764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36ABCE-77AE-8C2C-F526-36BA09609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07" y="2242027"/>
                <a:ext cx="5083764" cy="7271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A4388E49-F163-29D9-D529-660BE1C625F7}"/>
              </a:ext>
            </a:extLst>
          </p:cNvPr>
          <p:cNvSpPr txBox="1"/>
          <p:nvPr/>
        </p:nvSpPr>
        <p:spPr>
          <a:xfrm>
            <a:off x="5733114" y="2357691"/>
            <a:ext cx="1518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</a:rPr>
              <a:t>尤拉公式</a:t>
            </a:r>
            <a:r>
              <a:rPr lang="en-US" altLang="zh-TW" sz="2400">
                <a:solidFill>
                  <a:srgbClr val="FF0000"/>
                </a:solidFill>
              </a:rPr>
              <a:t>!</a:t>
            </a:r>
            <a:endParaRPr lang="zh-TW" altLang="en-US" sz="2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2B65819-48CE-25E3-3DFE-A3E488D24015}"/>
                  </a:ext>
                </a:extLst>
              </p:cNvPr>
              <p:cNvSpPr txBox="1"/>
              <p:nvPr/>
            </p:nvSpPr>
            <p:spPr>
              <a:xfrm>
                <a:off x="7318034" y="2373050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2B65819-48CE-25E3-3DFE-A3E488D24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034" y="2373050"/>
                <a:ext cx="3400425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14DA9E-3516-8AD4-A1A7-FED8037F3FC5}"/>
                  </a:ext>
                </a:extLst>
              </p:cNvPr>
              <p:cNvSpPr txBox="1"/>
              <p:nvPr/>
            </p:nvSpPr>
            <p:spPr>
              <a:xfrm>
                <a:off x="576807" y="3335078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3600" dirty="0"/>
                  <a:t>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14DA9E-3516-8AD4-A1A7-FED8037F3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07" y="3335078"/>
                <a:ext cx="8386761" cy="646331"/>
              </a:xfrm>
              <a:prstGeom prst="rect">
                <a:avLst/>
              </a:prstGeom>
              <a:blipFill>
                <a:blip r:embed="rId7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263A672D-29D9-D58F-37BA-EDECEEB56FD9}"/>
              </a:ext>
            </a:extLst>
          </p:cNvPr>
          <p:cNvSpPr/>
          <p:nvPr/>
        </p:nvSpPr>
        <p:spPr>
          <a:xfrm>
            <a:off x="585850" y="2216749"/>
            <a:ext cx="2203574" cy="73850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02EE60B-125E-FDC6-87C7-F5027BEF1F0C}"/>
                  </a:ext>
                </a:extLst>
              </p:cNvPr>
              <p:cNvSpPr txBox="1"/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02EE60B-125E-FDC6-87C7-F5027BEF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010C936-563A-900F-5310-D9FE0D152359}"/>
                  </a:ext>
                </a:extLst>
              </p:cNvPr>
              <p:cNvSpPr txBox="1"/>
              <p:nvPr/>
            </p:nvSpPr>
            <p:spPr>
              <a:xfrm>
                <a:off x="561703" y="5393175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010C936-563A-900F-5310-D9FE0D152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3" y="5393175"/>
                <a:ext cx="10885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9513FDD7-4B68-A84E-777D-FB8CA00F7E76}"/>
              </a:ext>
            </a:extLst>
          </p:cNvPr>
          <p:cNvGraphicFramePr>
            <a:graphicFrameLocks noGrp="1"/>
          </p:cNvGraphicFramePr>
          <p:nvPr/>
        </p:nvGraphicFramePr>
        <p:xfrm>
          <a:off x="1206994" y="14660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AD5CBCD4-A2A9-8F8A-AE18-C25A704CB19A}"/>
              </a:ext>
            </a:extLst>
          </p:cNvPr>
          <p:cNvGraphicFramePr>
            <a:graphicFrameLocks noGrp="1"/>
          </p:cNvGraphicFramePr>
          <p:nvPr/>
        </p:nvGraphicFramePr>
        <p:xfrm>
          <a:off x="3753239" y="120292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CD8799-48CD-1400-C6BC-AAC7E5DFA3B1}"/>
              </a:ext>
            </a:extLst>
          </p:cNvPr>
          <p:cNvSpPr txBox="1"/>
          <p:nvPr/>
        </p:nvSpPr>
        <p:spPr>
          <a:xfrm>
            <a:off x="241897" y="38349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影像</a:t>
            </a:r>
            <a:r>
              <a:rPr lang="en-US" altLang="zh-TW" dirty="0"/>
              <a:t>2*2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913DC7B-5D39-D81A-4544-21B5ECA44D48}"/>
              </a:ext>
            </a:extLst>
          </p:cNvPr>
          <p:cNvSpPr txBox="1"/>
          <p:nvPr/>
        </p:nvSpPr>
        <p:spPr>
          <a:xfrm>
            <a:off x="2762249" y="36403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頻譜</a:t>
            </a:r>
            <a:r>
              <a:rPr lang="en-US" altLang="zh-TW"/>
              <a:t>2*2</a:t>
            </a:r>
            <a:endParaRPr lang="zh-TW" altLang="en-US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34A505B-BABC-2049-516C-E10A38144E39}"/>
              </a:ext>
            </a:extLst>
          </p:cNvPr>
          <p:cNvCxnSpPr/>
          <p:nvPr/>
        </p:nvCxnSpPr>
        <p:spPr>
          <a:xfrm>
            <a:off x="241897" y="1181100"/>
            <a:ext cx="11950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圖片 47">
            <a:extLst>
              <a:ext uri="{FF2B5EF4-FFF2-40B4-BE49-F238E27FC236}">
                <a16:creationId xmlns:a16="http://schemas.microsoft.com/office/drawing/2014/main" id="{74A2E98D-2F3E-E000-D998-481897CAD2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8705" y="171417"/>
            <a:ext cx="5285690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91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7565DA-6DB4-BD54-9253-34ED279A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58EAE2-5101-BF0D-EC68-37D5312A6F95}"/>
                  </a:ext>
                </a:extLst>
              </p:cNvPr>
              <p:cNvSpPr txBox="1"/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58EAE2-5101-BF0D-EC68-37D5312A6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780891-7429-25A9-5C5E-7D000832B568}"/>
                  </a:ext>
                </a:extLst>
              </p:cNvPr>
              <p:cNvSpPr txBox="1"/>
              <p:nvPr/>
            </p:nvSpPr>
            <p:spPr>
              <a:xfrm>
                <a:off x="490538" y="2224338"/>
                <a:ext cx="5014912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780891-7429-25A9-5C5E-7D000832B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8" y="2224338"/>
                <a:ext cx="5014912" cy="727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7B6D46-C034-DD86-898B-2B4503E2C768}"/>
              </a:ext>
            </a:extLst>
          </p:cNvPr>
          <p:cNvSpPr txBox="1"/>
          <p:nvPr/>
        </p:nvSpPr>
        <p:spPr>
          <a:xfrm>
            <a:off x="6118741" y="2302447"/>
            <a:ext cx="1518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</a:rPr>
              <a:t>尤拉公式</a:t>
            </a:r>
            <a:r>
              <a:rPr lang="en-US" altLang="zh-TW" sz="2400">
                <a:solidFill>
                  <a:srgbClr val="FF0000"/>
                </a:solidFill>
              </a:rPr>
              <a:t>!</a:t>
            </a:r>
            <a:endParaRPr lang="zh-TW" altLang="en-US" sz="2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D51BDB4-1428-F383-2803-DA55BA36AA36}"/>
                  </a:ext>
                </a:extLst>
              </p:cNvPr>
              <p:cNvSpPr txBox="1"/>
              <p:nvPr/>
            </p:nvSpPr>
            <p:spPr>
              <a:xfrm>
                <a:off x="7703661" y="2317806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D51BDB4-1428-F383-2803-DA55BA36A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661" y="2317806"/>
                <a:ext cx="3400425" cy="477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9873404-D08E-C618-E3D9-EDCAE5A4D415}"/>
                  </a:ext>
                </a:extLst>
              </p:cNvPr>
              <p:cNvSpPr txBox="1"/>
              <p:nvPr/>
            </p:nvSpPr>
            <p:spPr>
              <a:xfrm>
                <a:off x="633413" y="3269764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chemeClr val="accent6">
                        <a:lumMod val="75000"/>
                      </a:schemeClr>
                    </a:solidFill>
                  </a:rPr>
                  <a:t>-1</a:t>
                </a:r>
                <a:r>
                  <a:rPr lang="en-US" altLang="zh-TW" sz="3600" dirty="0"/>
                  <a:t>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9873404-D08E-C618-E3D9-EDCAE5A4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3269764"/>
                <a:ext cx="8386761" cy="646331"/>
              </a:xfrm>
              <a:prstGeom prst="rect">
                <a:avLst/>
              </a:prstGeom>
              <a:blipFill>
                <a:blip r:embed="rId5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EAF460D-BFF0-176F-E7BE-708DA9931D8C}"/>
                  </a:ext>
                </a:extLst>
              </p:cNvPr>
              <p:cNvSpPr txBox="1"/>
              <p:nvPr/>
            </p:nvSpPr>
            <p:spPr>
              <a:xfrm>
                <a:off x="597694" y="4302257"/>
                <a:ext cx="11263313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</m:e>
                      </m:func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EAF460D-BFF0-176F-E7BE-708DA993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94" y="4302257"/>
                <a:ext cx="11263313" cy="7271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73E5AC08-6A44-5A8D-C905-D53FAA2A5A72}"/>
              </a:ext>
            </a:extLst>
          </p:cNvPr>
          <p:cNvSpPr/>
          <p:nvPr/>
        </p:nvSpPr>
        <p:spPr>
          <a:xfrm>
            <a:off x="547688" y="4179892"/>
            <a:ext cx="2213426" cy="849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E6569B9-67DF-F88D-DA57-AF1F4E63E5A3}"/>
              </a:ext>
            </a:extLst>
          </p:cNvPr>
          <p:cNvSpPr/>
          <p:nvPr/>
        </p:nvSpPr>
        <p:spPr>
          <a:xfrm>
            <a:off x="556731" y="2170485"/>
            <a:ext cx="2203574" cy="7385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E04D429-CB85-725B-C951-3EE3322D7E51}"/>
                  </a:ext>
                </a:extLst>
              </p:cNvPr>
              <p:cNvSpPr txBox="1"/>
              <p:nvPr/>
            </p:nvSpPr>
            <p:spPr>
              <a:xfrm>
                <a:off x="388144" y="5455885"/>
                <a:ext cx="945356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8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8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8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E04D429-CB85-725B-C951-3EE3322D7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" y="5455885"/>
                <a:ext cx="945356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3151940D-FC6D-0C9B-A985-E1F7FEE001A5}"/>
              </a:ext>
            </a:extLst>
          </p:cNvPr>
          <p:cNvGraphicFramePr>
            <a:graphicFrameLocks noGrp="1"/>
          </p:cNvGraphicFramePr>
          <p:nvPr/>
        </p:nvGraphicFramePr>
        <p:xfrm>
          <a:off x="9020174" y="5647361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?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?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53" name="文字方塊 52">
            <a:extLst>
              <a:ext uri="{FF2B5EF4-FFF2-40B4-BE49-F238E27FC236}">
                <a16:creationId xmlns:a16="http://schemas.microsoft.com/office/drawing/2014/main" id="{8873F1A8-D4C4-7BE4-131C-F4A86E333801}"/>
              </a:ext>
            </a:extLst>
          </p:cNvPr>
          <p:cNvSpPr txBox="1"/>
          <p:nvPr/>
        </p:nvSpPr>
        <p:spPr>
          <a:xfrm>
            <a:off x="9257114" y="526762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頻譜</a:t>
            </a:r>
            <a:r>
              <a:rPr lang="en-US" altLang="zh-TW"/>
              <a:t>2*2</a:t>
            </a:r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554CA-89CD-12E9-1EB2-0893D8DCECFD}"/>
              </a:ext>
            </a:extLst>
          </p:cNvPr>
          <p:cNvGraphicFramePr>
            <a:graphicFrameLocks noGrp="1"/>
          </p:cNvGraphicFramePr>
          <p:nvPr/>
        </p:nvGraphicFramePr>
        <p:xfrm>
          <a:off x="1206994" y="14660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EC2160-147E-05B3-B74C-71F31B6B4CBD}"/>
              </a:ext>
            </a:extLst>
          </p:cNvPr>
          <p:cNvGraphicFramePr>
            <a:graphicFrameLocks noGrp="1"/>
          </p:cNvGraphicFramePr>
          <p:nvPr/>
        </p:nvGraphicFramePr>
        <p:xfrm>
          <a:off x="3753239" y="120292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5AD4373C-2391-7F74-D2F3-E34DC3BF14DD}"/>
              </a:ext>
            </a:extLst>
          </p:cNvPr>
          <p:cNvSpPr txBox="1"/>
          <p:nvPr/>
        </p:nvSpPr>
        <p:spPr>
          <a:xfrm>
            <a:off x="241897" y="38349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影像</a:t>
            </a:r>
            <a:r>
              <a:rPr lang="en-US" altLang="zh-TW" dirty="0"/>
              <a:t>2*2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FAF06D-2BD6-70E0-B098-F5AAC6ADAD4C}"/>
              </a:ext>
            </a:extLst>
          </p:cNvPr>
          <p:cNvSpPr txBox="1"/>
          <p:nvPr/>
        </p:nvSpPr>
        <p:spPr>
          <a:xfrm>
            <a:off x="2762249" y="36403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頻譜</a:t>
            </a:r>
            <a:r>
              <a:rPr lang="en-US" altLang="zh-TW"/>
              <a:t>2*2</a:t>
            </a:r>
            <a:endParaRPr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6638399-272F-428C-9622-ED403059207C}"/>
              </a:ext>
            </a:extLst>
          </p:cNvPr>
          <p:cNvCxnSpPr/>
          <p:nvPr/>
        </p:nvCxnSpPr>
        <p:spPr>
          <a:xfrm>
            <a:off x="241897" y="1181100"/>
            <a:ext cx="11950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圖片 15">
            <a:extLst>
              <a:ext uri="{FF2B5EF4-FFF2-40B4-BE49-F238E27FC236}">
                <a16:creationId xmlns:a16="http://schemas.microsoft.com/office/drawing/2014/main" id="{89CFAC94-8097-3134-18B5-2FC6B99F7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8705" y="171417"/>
            <a:ext cx="5285690" cy="762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C69457-8EC3-0A3D-347F-728D5342EE2C}"/>
                  </a:ext>
                </a:extLst>
              </p:cNvPr>
              <p:cNvSpPr txBox="1"/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C69457-8EC3-0A3D-347F-728D5342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AFF7BC-74F8-346F-561D-6C4E90B351B6}"/>
                  </a:ext>
                </a:extLst>
              </p:cNvPr>
              <p:cNvSpPr txBox="1"/>
              <p:nvPr/>
            </p:nvSpPr>
            <p:spPr>
              <a:xfrm>
                <a:off x="4575266" y="41391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AFF7BC-74F8-346F-561D-6C4E90B35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266" y="4139141"/>
                <a:ext cx="1088571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381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A57CE6A-69AE-A45B-01C2-B5F3E0C5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9FD58DD-D0A5-0FDF-0C2F-01FF2C5B188E}"/>
                  </a:ext>
                </a:extLst>
              </p:cNvPr>
              <p:cNvSpPr txBox="1"/>
              <p:nvPr/>
            </p:nvSpPr>
            <p:spPr>
              <a:xfrm>
                <a:off x="3736975" y="5008058"/>
                <a:ext cx="7448549" cy="7186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9FD58DD-D0A5-0FDF-0C2F-01FF2C5B1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5" y="5008058"/>
                <a:ext cx="7448549" cy="718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4AD313B-28E8-F21A-0D7F-BA06CD371CC0}"/>
                  </a:ext>
                </a:extLst>
              </p:cNvPr>
              <p:cNvSpPr txBox="1"/>
              <p:nvPr/>
            </p:nvSpPr>
            <p:spPr>
              <a:xfrm>
                <a:off x="3664426" y="1424659"/>
                <a:ext cx="2004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/>
                  <a:t>頻譜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/>
                  <a:t> 3*3</a:t>
                </a:r>
                <a:endParaRPr lang="zh-TW" altLang="en-US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4AD313B-28E8-F21A-0D7F-BA06CD371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426" y="1424659"/>
                <a:ext cx="2004267" cy="369332"/>
              </a:xfrm>
              <a:prstGeom prst="rect">
                <a:avLst/>
              </a:prstGeom>
              <a:blipFill>
                <a:blip r:embed="rId3"/>
                <a:stretch>
                  <a:fillRect l="-2432" t="-10000" r="-212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68857FAE-0211-4D8B-72E6-29869E6F1407}"/>
              </a:ext>
            </a:extLst>
          </p:cNvPr>
          <p:cNvSpPr txBox="1"/>
          <p:nvPr/>
        </p:nvSpPr>
        <p:spPr>
          <a:xfrm>
            <a:off x="1390261" y="1452368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影像 </a:t>
            </a:r>
            <a:r>
              <a:rPr lang="en-US" altLang="zh-TW"/>
              <a:t>f(</a:t>
            </a:r>
            <a:r>
              <a:rPr lang="en-US" altLang="zh-TW" err="1"/>
              <a:t>x,y</a:t>
            </a:r>
            <a:r>
              <a:rPr lang="en-US" altLang="zh-TW"/>
              <a:t>) 3*3</a:t>
            </a:r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D2C00A-DF40-3A66-DE37-BC424F554B15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Example 3: </a:t>
            </a:r>
            <a:r>
              <a:rPr lang="zh-TW" altLang="en-US" sz="3600" dirty="0"/>
              <a:t>傅立葉頻譜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817B854-C4BB-B087-C14A-06763E5D50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72845"/>
          <a:ext cx="2254251" cy="1494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417">
                  <a:extLst>
                    <a:ext uri="{9D8B030D-6E8A-4147-A177-3AD203B41FA5}">
                      <a16:colId xmlns:a16="http://schemas.microsoft.com/office/drawing/2014/main" val="4190247630"/>
                    </a:ext>
                  </a:extLst>
                </a:gridCol>
                <a:gridCol w="751417">
                  <a:extLst>
                    <a:ext uri="{9D8B030D-6E8A-4147-A177-3AD203B41FA5}">
                      <a16:colId xmlns:a16="http://schemas.microsoft.com/office/drawing/2014/main" val="4266881757"/>
                    </a:ext>
                  </a:extLst>
                </a:gridCol>
                <a:gridCol w="751417">
                  <a:extLst>
                    <a:ext uri="{9D8B030D-6E8A-4147-A177-3AD203B41FA5}">
                      <a16:colId xmlns:a16="http://schemas.microsoft.com/office/drawing/2014/main" val="2617362399"/>
                    </a:ext>
                  </a:extLst>
                </a:gridCol>
              </a:tblGrid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66033"/>
                  </a:ext>
                </a:extLst>
              </a:tr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5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6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114739"/>
                  </a:ext>
                </a:extLst>
              </a:tr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7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8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5542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D12E043-1ABA-8145-C2CB-04248D0B1C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79019" y="1882077"/>
              <a:ext cx="2254251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417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en-US" sz="16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6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zh-TW" altLang="en-US" sz="1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6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zh-TW" altLang="en-US" sz="16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6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D12E043-1ABA-8145-C2CB-04248D0B1C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79019" y="1882077"/>
              <a:ext cx="2254251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417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13" t="-101220" r="-202439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EB9782-8729-09CF-46F3-6243331E3264}"/>
              </a:ext>
            </a:extLst>
          </p:cNvPr>
          <p:cNvSpPr txBox="1"/>
          <p:nvPr/>
        </p:nvSpPr>
        <p:spPr>
          <a:xfrm>
            <a:off x="666751" y="5115018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/>
              <a:t>頻率分量強度公式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AB1D4DD-CACC-5F7A-1948-77CD5598C1E6}"/>
                  </a:ext>
                </a:extLst>
              </p:cNvPr>
              <p:cNvSpPr txBox="1"/>
              <p:nvPr/>
            </p:nvSpPr>
            <p:spPr>
              <a:xfrm>
                <a:off x="6548582" y="2059709"/>
                <a:ext cx="300838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3600" dirty="0"/>
                  <a:t>求算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TW" altLang="en-US" sz="3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?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AB1D4DD-CACC-5F7A-1948-77CD5598C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582" y="2059709"/>
                <a:ext cx="3008388" cy="646331"/>
              </a:xfrm>
              <a:prstGeom prst="rect">
                <a:avLst/>
              </a:prstGeom>
              <a:blipFill>
                <a:blip r:embed="rId5"/>
                <a:stretch>
                  <a:fillRect l="-6073" t="-16038" r="-5263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50A056B-F583-8C39-BDB3-82A3675398AA}"/>
                  </a:ext>
                </a:extLst>
              </p:cNvPr>
              <p:cNvSpPr txBox="1"/>
              <p:nvPr/>
            </p:nvSpPr>
            <p:spPr>
              <a:xfrm>
                <a:off x="3727738" y="4010356"/>
                <a:ext cx="5286375" cy="7566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50A056B-F583-8C39-BDB3-82A367539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38" y="4010356"/>
                <a:ext cx="5286375" cy="7566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0BE4C3-A5F6-6DE7-730F-F98681A74246}"/>
              </a:ext>
            </a:extLst>
          </p:cNvPr>
          <p:cNvSpPr txBox="1"/>
          <p:nvPr/>
        </p:nvSpPr>
        <p:spPr>
          <a:xfrm>
            <a:off x="680606" y="4112873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/>
              <a:t>傅立葉變換</a:t>
            </a:r>
          </a:p>
        </p:txBody>
      </p:sp>
    </p:spTree>
    <p:extLst>
      <p:ext uri="{BB962C8B-B14F-4D97-AF65-F5344CB8AC3E}">
        <p14:creationId xmlns:p14="http://schemas.microsoft.com/office/powerpoint/2010/main" val="989326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BA08-113B-9BE2-59C6-E3B3C7F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BE431-7C3A-BB66-EA5D-15753622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687D26-7F85-9133-34D1-B60930A8C494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3009C57-625F-DBA9-F5E0-397B0FF35919}"/>
                  </a:ext>
                </a:extLst>
              </p:cNvPr>
              <p:cNvSpPr txBox="1"/>
              <p:nvPr/>
            </p:nvSpPr>
            <p:spPr>
              <a:xfrm>
                <a:off x="1029855" y="2279103"/>
                <a:ext cx="3629892" cy="1928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3009C57-625F-DBA9-F5E0-397B0FF3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5" y="2279103"/>
                <a:ext cx="3629892" cy="1928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972B76E-D7F3-0252-0D95-C7E677FBC1D3}"/>
                  </a:ext>
                </a:extLst>
              </p:cNvPr>
              <p:cNvSpPr txBox="1"/>
              <p:nvPr/>
            </p:nvSpPr>
            <p:spPr>
              <a:xfrm>
                <a:off x="4824835" y="2273922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972B76E-D7F3-0252-0D95-C7E677FB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835" y="2273922"/>
                <a:ext cx="2623127" cy="1926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AB3365E-A7F3-AAEC-AD87-695FB08DB621}"/>
                  </a:ext>
                </a:extLst>
              </p:cNvPr>
              <p:cNvSpPr txBox="1"/>
              <p:nvPr/>
            </p:nvSpPr>
            <p:spPr>
              <a:xfrm>
                <a:off x="8142132" y="2273922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AB3365E-A7F3-AAEC-AD87-695FB08DB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132" y="2273922"/>
                <a:ext cx="2623127" cy="1926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395148-B8E5-4F6E-9C21-1C74B8AFC76D}"/>
                  </a:ext>
                </a:extLst>
              </p:cNvPr>
              <p:cNvSpPr txBox="1"/>
              <p:nvPr/>
            </p:nvSpPr>
            <p:spPr>
              <a:xfrm>
                <a:off x="3365788" y="1097726"/>
                <a:ext cx="5286375" cy="7566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395148-B8E5-4F6E-9C21-1C74B8AFC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788" y="1097726"/>
                <a:ext cx="5286375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3246C5-3839-2B6F-0EBB-52EEC671BE98}"/>
              </a:ext>
            </a:extLst>
          </p:cNvPr>
          <p:cNvSpPr txBox="1"/>
          <p:nvPr/>
        </p:nvSpPr>
        <p:spPr>
          <a:xfrm>
            <a:off x="318656" y="1200243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Fourier Transform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5587BD-677A-96B0-7E7D-214A3BE08071}"/>
                  </a:ext>
                </a:extLst>
              </p:cNvPr>
              <p:cNvSpPr txBox="1"/>
              <p:nvPr/>
            </p:nvSpPr>
            <p:spPr>
              <a:xfrm>
                <a:off x="3560618" y="2149825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5587BD-677A-96B0-7E7D-214A3BE08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618" y="2149825"/>
                <a:ext cx="39716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8CAFC34-5E12-1005-E883-A0C68328A5B7}"/>
                  </a:ext>
                </a:extLst>
              </p:cNvPr>
              <p:cNvSpPr txBox="1"/>
              <p:nvPr/>
            </p:nvSpPr>
            <p:spPr>
              <a:xfrm>
                <a:off x="3934691" y="2135971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8CAFC34-5E12-1005-E883-A0C68328A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691" y="2135971"/>
                <a:ext cx="397164" cy="307777"/>
              </a:xfrm>
              <a:prstGeom prst="rect">
                <a:avLst/>
              </a:prstGeom>
              <a:blipFill>
                <a:blip r:embed="rId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033B06-108B-ECB1-8AA9-60E626B74196}"/>
                  </a:ext>
                </a:extLst>
              </p:cNvPr>
              <p:cNvSpPr txBox="1"/>
              <p:nvPr/>
            </p:nvSpPr>
            <p:spPr>
              <a:xfrm>
                <a:off x="1505527" y="2311462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033B06-108B-ECB1-8AA9-60E626B74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27" y="2311462"/>
                <a:ext cx="39716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95E0A1-9C29-DF04-8C11-8E921EDEDB5C}"/>
                  </a:ext>
                </a:extLst>
              </p:cNvPr>
              <p:cNvSpPr txBox="1"/>
              <p:nvPr/>
            </p:nvSpPr>
            <p:spPr>
              <a:xfrm>
                <a:off x="2452254" y="2316081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95E0A1-9C29-DF04-8C11-8E921EDED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254" y="2316081"/>
                <a:ext cx="397164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406BE52-D772-87FE-7D4A-0B20DC6BC98F}"/>
                  </a:ext>
                </a:extLst>
              </p:cNvPr>
              <p:cNvSpPr txBox="1"/>
              <p:nvPr/>
            </p:nvSpPr>
            <p:spPr>
              <a:xfrm>
                <a:off x="473364" y="4529312"/>
                <a:ext cx="3629892" cy="1928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406BE52-D772-87FE-7D4A-0B20DC6B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64" y="4529312"/>
                <a:ext cx="3629892" cy="19286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B84B98F-A866-F509-7B30-10CF0C344DF0}"/>
                  </a:ext>
                </a:extLst>
              </p:cNvPr>
              <p:cNvSpPr txBox="1"/>
              <p:nvPr/>
            </p:nvSpPr>
            <p:spPr>
              <a:xfrm>
                <a:off x="4277869" y="4476506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B84B98F-A866-F509-7B30-10CF0C34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869" y="4476506"/>
                <a:ext cx="2623127" cy="1926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3D91FE-51D1-D469-4DF7-D0C85528F7CE}"/>
                  </a:ext>
                </a:extLst>
              </p:cNvPr>
              <p:cNvSpPr txBox="1"/>
              <p:nvPr/>
            </p:nvSpPr>
            <p:spPr>
              <a:xfrm>
                <a:off x="7595166" y="4466981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3D91FE-51D1-D469-4DF7-D0C85528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166" y="4466981"/>
                <a:ext cx="2623127" cy="19261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3DA61C-65C1-D5ED-58C2-EB48043FE8EA}"/>
                  </a:ext>
                </a:extLst>
              </p:cNvPr>
              <p:cNvSpPr txBox="1"/>
              <p:nvPr/>
            </p:nvSpPr>
            <p:spPr>
              <a:xfrm>
                <a:off x="1961284" y="4539447"/>
                <a:ext cx="6973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zh-TW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3DA61C-65C1-D5ED-58C2-EB48043F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284" y="4539447"/>
                <a:ext cx="697346" cy="307777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0C7E2EDE-9A2F-E0B9-4307-DED08407C313}"/>
              </a:ext>
            </a:extLst>
          </p:cNvPr>
          <p:cNvSpPr txBox="1"/>
          <p:nvPr/>
        </p:nvSpPr>
        <p:spPr>
          <a:xfrm>
            <a:off x="8855941" y="1160606"/>
            <a:ext cx="322876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1 radian = 180/π degrees</a:t>
            </a:r>
            <a:endParaRPr lang="zh-TW" altLang="en-US" sz="2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1AC676-27AA-84DC-8BC0-B07D06813826}"/>
              </a:ext>
            </a:extLst>
          </p:cNvPr>
          <p:cNvSpPr/>
          <p:nvPr/>
        </p:nvSpPr>
        <p:spPr>
          <a:xfrm>
            <a:off x="5872163" y="5838825"/>
            <a:ext cx="228600" cy="35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C1C0CCA-C235-BABA-1A6C-8A69A3B56025}"/>
                  </a:ext>
                </a:extLst>
              </p:cNvPr>
              <p:cNvSpPr txBox="1"/>
              <p:nvPr/>
            </p:nvSpPr>
            <p:spPr>
              <a:xfrm>
                <a:off x="6363277" y="5789325"/>
                <a:ext cx="1263295" cy="451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TW" alt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160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zh-TW" alt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C1C0CCA-C235-BABA-1A6C-8A69A3B56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277" y="5789325"/>
                <a:ext cx="1263295" cy="4517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3BD4C12E-CA8F-6B0F-65DF-8A95F1528152}"/>
              </a:ext>
            </a:extLst>
          </p:cNvPr>
          <p:cNvSpPr/>
          <p:nvPr/>
        </p:nvSpPr>
        <p:spPr>
          <a:xfrm>
            <a:off x="6005513" y="6196013"/>
            <a:ext cx="614362" cy="223837"/>
          </a:xfrm>
          <a:custGeom>
            <a:avLst/>
            <a:gdLst>
              <a:gd name="connsiteX0" fmla="*/ 0 w 614362"/>
              <a:gd name="connsiteY0" fmla="*/ 0 h 223837"/>
              <a:gd name="connsiteX1" fmla="*/ 28575 w 614362"/>
              <a:gd name="connsiteY1" fmla="*/ 61912 h 223837"/>
              <a:gd name="connsiteX2" fmla="*/ 38100 w 614362"/>
              <a:gd name="connsiteY2" fmla="*/ 80962 h 223837"/>
              <a:gd name="connsiteX3" fmla="*/ 61912 w 614362"/>
              <a:gd name="connsiteY3" fmla="*/ 142875 h 223837"/>
              <a:gd name="connsiteX4" fmla="*/ 80962 w 614362"/>
              <a:gd name="connsiteY4" fmla="*/ 171450 h 223837"/>
              <a:gd name="connsiteX5" fmla="*/ 109537 w 614362"/>
              <a:gd name="connsiteY5" fmla="*/ 195262 h 223837"/>
              <a:gd name="connsiteX6" fmla="*/ 128587 w 614362"/>
              <a:gd name="connsiteY6" fmla="*/ 204787 h 223837"/>
              <a:gd name="connsiteX7" fmla="*/ 204787 w 614362"/>
              <a:gd name="connsiteY7" fmla="*/ 223837 h 223837"/>
              <a:gd name="connsiteX8" fmla="*/ 395287 w 614362"/>
              <a:gd name="connsiteY8" fmla="*/ 209550 h 223837"/>
              <a:gd name="connsiteX9" fmla="*/ 438150 w 614362"/>
              <a:gd name="connsiteY9" fmla="*/ 190500 h 223837"/>
              <a:gd name="connsiteX10" fmla="*/ 476250 w 614362"/>
              <a:gd name="connsiteY10" fmla="*/ 171450 h 223837"/>
              <a:gd name="connsiteX11" fmla="*/ 533400 w 614362"/>
              <a:gd name="connsiteY11" fmla="*/ 123825 h 223837"/>
              <a:gd name="connsiteX12" fmla="*/ 557212 w 614362"/>
              <a:gd name="connsiteY12" fmla="*/ 95250 h 223837"/>
              <a:gd name="connsiteX13" fmla="*/ 581025 w 614362"/>
              <a:gd name="connsiteY13" fmla="*/ 71437 h 223837"/>
              <a:gd name="connsiteX14" fmla="*/ 604837 w 614362"/>
              <a:gd name="connsiteY14" fmla="*/ 33337 h 223837"/>
              <a:gd name="connsiteX15" fmla="*/ 614362 w 614362"/>
              <a:gd name="connsiteY15" fmla="*/ 28575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362" h="223837">
                <a:moveTo>
                  <a:pt x="0" y="0"/>
                </a:moveTo>
                <a:cubicBezTo>
                  <a:pt x="14798" y="36995"/>
                  <a:pt x="5702" y="16166"/>
                  <a:pt x="28575" y="61912"/>
                </a:cubicBezTo>
                <a:cubicBezTo>
                  <a:pt x="31750" y="68262"/>
                  <a:pt x="35855" y="74227"/>
                  <a:pt x="38100" y="80962"/>
                </a:cubicBezTo>
                <a:cubicBezTo>
                  <a:pt x="45135" y="102067"/>
                  <a:pt x="51272" y="123115"/>
                  <a:pt x="61912" y="142875"/>
                </a:cubicBezTo>
                <a:cubicBezTo>
                  <a:pt x="67339" y="152954"/>
                  <a:pt x="72168" y="164121"/>
                  <a:pt x="80962" y="171450"/>
                </a:cubicBezTo>
                <a:cubicBezTo>
                  <a:pt x="90487" y="179387"/>
                  <a:pt x="99380" y="188152"/>
                  <a:pt x="109537" y="195262"/>
                </a:cubicBezTo>
                <a:cubicBezTo>
                  <a:pt x="115353" y="199333"/>
                  <a:pt x="121995" y="202150"/>
                  <a:pt x="128587" y="204787"/>
                </a:cubicBezTo>
                <a:cubicBezTo>
                  <a:pt x="157876" y="216503"/>
                  <a:pt x="170930" y="217066"/>
                  <a:pt x="204787" y="223837"/>
                </a:cubicBezTo>
                <a:cubicBezTo>
                  <a:pt x="246649" y="222342"/>
                  <a:pt x="342369" y="224669"/>
                  <a:pt x="395287" y="209550"/>
                </a:cubicBezTo>
                <a:cubicBezTo>
                  <a:pt x="410321" y="205255"/>
                  <a:pt x="424003" y="197157"/>
                  <a:pt x="438150" y="190500"/>
                </a:cubicBezTo>
                <a:cubicBezTo>
                  <a:pt x="450998" y="184454"/>
                  <a:pt x="466210" y="181490"/>
                  <a:pt x="476250" y="171450"/>
                </a:cubicBezTo>
                <a:cubicBezTo>
                  <a:pt x="516135" y="131565"/>
                  <a:pt x="471128" y="174776"/>
                  <a:pt x="533400" y="123825"/>
                </a:cubicBezTo>
                <a:cubicBezTo>
                  <a:pt x="558628" y="103183"/>
                  <a:pt x="538092" y="117101"/>
                  <a:pt x="557212" y="95250"/>
                </a:cubicBezTo>
                <a:cubicBezTo>
                  <a:pt x="564604" y="86802"/>
                  <a:pt x="573567" y="79827"/>
                  <a:pt x="581025" y="71437"/>
                </a:cubicBezTo>
                <a:cubicBezTo>
                  <a:pt x="656383" y="-13342"/>
                  <a:pt x="540948" y="113197"/>
                  <a:pt x="604837" y="33337"/>
                </a:cubicBezTo>
                <a:cubicBezTo>
                  <a:pt x="607054" y="30565"/>
                  <a:pt x="611187" y="30162"/>
                  <a:pt x="614362" y="2857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FE9CC4-40DC-95AE-485E-E8291E210FE1}"/>
              </a:ext>
            </a:extLst>
          </p:cNvPr>
          <p:cNvSpPr/>
          <p:nvPr/>
        </p:nvSpPr>
        <p:spPr>
          <a:xfrm>
            <a:off x="1123950" y="2085975"/>
            <a:ext cx="972502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16592-09B4-8C89-5C56-9F7EAA6AD1CD}"/>
              </a:ext>
            </a:extLst>
          </p:cNvPr>
          <p:cNvSpPr/>
          <p:nvPr/>
        </p:nvSpPr>
        <p:spPr>
          <a:xfrm>
            <a:off x="1123950" y="4343400"/>
            <a:ext cx="972502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607E40E-DEA7-525C-A0E3-50B800168EED}"/>
              </a:ext>
            </a:extLst>
          </p:cNvPr>
          <p:cNvSpPr/>
          <p:nvPr/>
        </p:nvSpPr>
        <p:spPr>
          <a:xfrm rot="5400000">
            <a:off x="5972175" y="4191000"/>
            <a:ext cx="323850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167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FE96-1EEC-1AF1-7758-66FB91B2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E5700D-E1D3-50E1-B729-CCA9858B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29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F00880-C979-9E32-95FC-D7809348EAC8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70CBB65-14D0-501C-4AFA-4B70BF1A58A8}"/>
                  </a:ext>
                </a:extLst>
              </p:cNvPr>
              <p:cNvSpPr txBox="1"/>
              <p:nvPr/>
            </p:nvSpPr>
            <p:spPr>
              <a:xfrm>
                <a:off x="200025" y="1937358"/>
                <a:ext cx="4641272" cy="13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70CBB65-14D0-501C-4AFA-4B70BF1A5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1937358"/>
                <a:ext cx="4641272" cy="13896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CB2B306-2188-8449-DB90-282A2AF164A7}"/>
                  </a:ext>
                </a:extLst>
              </p:cNvPr>
              <p:cNvSpPr txBox="1"/>
              <p:nvPr/>
            </p:nvSpPr>
            <p:spPr>
              <a:xfrm>
                <a:off x="4904499" y="1932177"/>
                <a:ext cx="3283537" cy="1343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TW" sz="16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CB2B306-2188-8449-DB90-282A2AF16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499" y="1932177"/>
                <a:ext cx="3283537" cy="1343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1C9E6D7-C9F7-A5C0-0F01-9F82D08E83E7}"/>
                  </a:ext>
                </a:extLst>
              </p:cNvPr>
              <p:cNvSpPr txBox="1"/>
              <p:nvPr/>
            </p:nvSpPr>
            <p:spPr>
              <a:xfrm>
                <a:off x="8386028" y="1932178"/>
                <a:ext cx="3251212" cy="1343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1C9E6D7-C9F7-A5C0-0F01-9F82D08E8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28" y="1932178"/>
                <a:ext cx="3251212" cy="13432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478177-068C-8147-0DA4-F59158E3C4C1}"/>
                  </a:ext>
                </a:extLst>
              </p:cNvPr>
              <p:cNvSpPr txBox="1"/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478177-068C-8147-0DA4-F59158E3C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091F1C0-7694-29A8-22B8-D31AE6C3286A}"/>
                  </a:ext>
                </a:extLst>
              </p:cNvPr>
              <p:cNvSpPr txBox="1"/>
              <p:nvPr/>
            </p:nvSpPr>
            <p:spPr>
              <a:xfrm>
                <a:off x="799522" y="4358729"/>
                <a:ext cx="353752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866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866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091F1C0-7694-29A8-22B8-D31AE6C32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22" y="4358729"/>
                <a:ext cx="3537527" cy="13388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06C4C5-56AC-FF9A-D66C-F3293E9B2BB2}"/>
                  </a:ext>
                </a:extLst>
              </p:cNvPr>
              <p:cNvSpPr txBox="1"/>
              <p:nvPr/>
            </p:nvSpPr>
            <p:spPr>
              <a:xfrm>
                <a:off x="4875924" y="4353548"/>
                <a:ext cx="3283537" cy="1392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866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866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06C4C5-56AC-FF9A-D66C-F3293E9B2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24" y="4353548"/>
                <a:ext cx="3283537" cy="13923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D4C2658-EE0F-DE20-0132-2323712F74F9}"/>
                  </a:ext>
                </a:extLst>
              </p:cNvPr>
              <p:cNvSpPr txBox="1"/>
              <p:nvPr/>
            </p:nvSpPr>
            <p:spPr>
              <a:xfrm>
                <a:off x="8357453" y="4353549"/>
                <a:ext cx="3251212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866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866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D4C2658-EE0F-DE20-0132-2323712F7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453" y="4353549"/>
                <a:ext cx="3251212" cy="13388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82EB797D-8394-573E-5BB1-1EE71E11175F}"/>
              </a:ext>
            </a:extLst>
          </p:cNvPr>
          <p:cNvSpPr/>
          <p:nvPr/>
        </p:nvSpPr>
        <p:spPr>
          <a:xfrm>
            <a:off x="609600" y="1628775"/>
            <a:ext cx="1122997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EBD9C5-1681-FB75-D8BE-04C0774E82E3}"/>
              </a:ext>
            </a:extLst>
          </p:cNvPr>
          <p:cNvSpPr/>
          <p:nvPr/>
        </p:nvSpPr>
        <p:spPr>
          <a:xfrm>
            <a:off x="628650" y="3952875"/>
            <a:ext cx="1122997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5C026365-3492-2AB8-F3EE-C775B72544BA}"/>
              </a:ext>
            </a:extLst>
          </p:cNvPr>
          <p:cNvSpPr/>
          <p:nvPr/>
        </p:nvSpPr>
        <p:spPr>
          <a:xfrm rot="5400000">
            <a:off x="5843587" y="3738563"/>
            <a:ext cx="371475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669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4B9B-053D-C92B-0953-50916924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1F67E31A-3153-A917-2279-A4592F9A9D6D}"/>
              </a:ext>
            </a:extLst>
          </p:cNvPr>
          <p:cNvSpPr/>
          <p:nvPr/>
        </p:nvSpPr>
        <p:spPr>
          <a:xfrm rot="5400000">
            <a:off x="1924051" y="4610101"/>
            <a:ext cx="1619248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682E7B-C0D6-4C3E-7780-8D7C998D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E1A887-2588-4296-DAA5-DA25D507E648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A92613-195B-A68C-8E95-D4117258C091}"/>
                  </a:ext>
                </a:extLst>
              </p:cNvPr>
              <p:cNvSpPr txBox="1"/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A92613-195B-A68C-8E95-D4117258C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22CA167-21CD-C35E-A742-1D03BE15B60E}"/>
                  </a:ext>
                </a:extLst>
              </p:cNvPr>
              <p:cNvSpPr txBox="1"/>
              <p:nvPr/>
            </p:nvSpPr>
            <p:spPr>
              <a:xfrm>
                <a:off x="942397" y="1671236"/>
                <a:ext cx="353752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3.464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062))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22CA167-21CD-C35E-A742-1D03BE15B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97" y="1671236"/>
                <a:ext cx="3537527" cy="13388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73A6D8F-FB63-8B04-25A2-C38FEED0F7B3}"/>
                  </a:ext>
                </a:extLst>
              </p:cNvPr>
              <p:cNvSpPr txBox="1"/>
              <p:nvPr/>
            </p:nvSpPr>
            <p:spPr>
              <a:xfrm>
                <a:off x="5218824" y="1666055"/>
                <a:ext cx="328353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33)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6.928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73A6D8F-FB63-8B04-25A2-C38FEED0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24" y="1666055"/>
                <a:ext cx="3283537" cy="1338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1799A98-71BA-91AA-FB0B-D5C94D3DDEBA}"/>
                  </a:ext>
                </a:extLst>
              </p:cNvPr>
              <p:cNvSpPr txBox="1"/>
              <p:nvPr/>
            </p:nvSpPr>
            <p:spPr>
              <a:xfrm>
                <a:off x="8871803" y="1666056"/>
                <a:ext cx="3251212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196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7.794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1799A98-71BA-91AA-FB0B-D5C94D3D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803" y="1666056"/>
                <a:ext cx="3251212" cy="1338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7E289BB1-0305-07C9-9707-C1DE90ECFE8F}"/>
              </a:ext>
            </a:extLst>
          </p:cNvPr>
          <p:cNvSpPr/>
          <p:nvPr/>
        </p:nvSpPr>
        <p:spPr>
          <a:xfrm>
            <a:off x="628650" y="1571625"/>
            <a:ext cx="11229975" cy="164782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71C804-712E-7475-2C69-1F918B5D31CE}"/>
                  </a:ext>
                </a:extLst>
              </p:cNvPr>
              <p:cNvSpPr txBox="1"/>
              <p:nvPr/>
            </p:nvSpPr>
            <p:spPr>
              <a:xfrm>
                <a:off x="4614431" y="3454906"/>
                <a:ext cx="6967970" cy="7186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71C804-712E-7475-2C69-1F918B5D3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31" y="3454906"/>
                <a:ext cx="6967970" cy="718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彎曲 15">
            <a:extLst>
              <a:ext uri="{FF2B5EF4-FFF2-40B4-BE49-F238E27FC236}">
                <a16:creationId xmlns:a16="http://schemas.microsoft.com/office/drawing/2014/main" id="{E47935DE-6C02-913E-B0DD-23DC69BF6BA6}"/>
              </a:ext>
            </a:extLst>
          </p:cNvPr>
          <p:cNvSpPr/>
          <p:nvPr/>
        </p:nvSpPr>
        <p:spPr>
          <a:xfrm flipV="1">
            <a:off x="790575" y="3219450"/>
            <a:ext cx="647700" cy="657224"/>
          </a:xfrm>
          <a:prstGeom prst="bentArrow">
            <a:avLst>
              <a:gd name="adj1" fmla="val 25000"/>
              <a:gd name="adj2" fmla="val 27174"/>
              <a:gd name="adj3" fmla="val 25000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EEBE47-33EA-094D-FF6D-95DC2523BDE8}"/>
                  </a:ext>
                </a:extLst>
              </p:cNvPr>
              <p:cNvSpPr txBox="1"/>
              <p:nvPr/>
            </p:nvSpPr>
            <p:spPr>
              <a:xfrm>
                <a:off x="853785" y="5572764"/>
                <a:ext cx="4701310" cy="427746"/>
              </a:xfrm>
              <a:prstGeom prst="rect">
                <a:avLst/>
              </a:prstGeom>
              <a:noFill/>
              <a:ln w="1905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TW" alt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TW" altLang="en-US" sz="1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3.5</m:t>
                                  </m:r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7.794</m:t>
                                  </m:r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15.588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EEBE47-33EA-094D-FF6D-95DC2523B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85" y="5572764"/>
                <a:ext cx="4701310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0CB6F7-9896-2C98-9E1C-80712584CD04}"/>
              </a:ext>
            </a:extLst>
          </p:cNvPr>
          <p:cNvSpPr txBox="1"/>
          <p:nvPr/>
        </p:nvSpPr>
        <p:spPr>
          <a:xfrm>
            <a:off x="5286375" y="572452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#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A6CF9C6-F4D3-55E3-D65F-A55536AEBC32}"/>
                  </a:ext>
                </a:extLst>
              </p:cNvPr>
              <p:cNvSpPr txBox="1"/>
              <p:nvPr/>
            </p:nvSpPr>
            <p:spPr>
              <a:xfrm>
                <a:off x="7480199" y="4461691"/>
                <a:ext cx="2023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Spectrum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A6CF9C6-F4D3-55E3-D65F-A55536AE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199" y="4461691"/>
                <a:ext cx="2023503" cy="369332"/>
              </a:xfrm>
              <a:prstGeom prst="rect">
                <a:avLst/>
              </a:prstGeom>
              <a:blipFill>
                <a:blip r:embed="rId8"/>
                <a:stretch>
                  <a:fillRect l="-241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79DBDEB-5875-D5D0-2A19-EDE229FA67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32842" y="4928634"/>
              <a:ext cx="2587407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2469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45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15.588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15.588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79DBDEB-5875-D5D0-2A19-EDE229FA67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019787"/>
                  </p:ext>
                </p:extLst>
              </p:nvPr>
            </p:nvGraphicFramePr>
            <p:xfrm>
              <a:off x="7032842" y="4928634"/>
              <a:ext cx="2587407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2469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45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704" t="-101220" r="-201408" b="-10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15.588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EA3BAD1E-B475-5512-E850-32D0D16784C4}"/>
              </a:ext>
            </a:extLst>
          </p:cNvPr>
          <p:cNvSpPr txBox="1"/>
          <p:nvPr/>
        </p:nvSpPr>
        <p:spPr>
          <a:xfrm>
            <a:off x="9601200" y="60388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#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185CB-E401-FC4D-1972-34E02EF25EC3}"/>
                  </a:ext>
                </a:extLst>
              </p:cNvPr>
              <p:cNvSpPr txBox="1"/>
              <p:nvPr/>
            </p:nvSpPr>
            <p:spPr>
              <a:xfrm>
                <a:off x="1425863" y="3448082"/>
                <a:ext cx="2692401" cy="5078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3.5+7.794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185CB-E401-FC4D-1972-34E02EF2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63" y="3448082"/>
                <a:ext cx="2692401" cy="5078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82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26D56-E54B-E354-28A7-14FCDF38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54618FA9-06FF-D776-7970-F86286A0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A50F2FA-97EC-FD27-8A38-E676BCB19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72F34A3A-F739-9347-A7B4-144EA7D6D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8F78F7-C1AD-2257-8475-FEF86267C7C1}"/>
              </a:ext>
            </a:extLst>
          </p:cNvPr>
          <p:cNvSpPr txBox="1"/>
          <p:nvPr/>
        </p:nvSpPr>
        <p:spPr>
          <a:xfrm>
            <a:off x="687531" y="2781299"/>
            <a:ext cx="3967596" cy="10333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頻率濾波應用</a:t>
            </a:r>
            <a:endParaRPr kumimoji="0" lang="en-US" altLang="zh-TW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B09F4C8E-36E2-B5F5-F38E-39083C46C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9246A07-9F1F-8B28-0362-18CC15FB9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BB930D-3182-4750-D145-948B1438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744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EECF-C9C9-437B-2D56-FA499ECC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966F9BA-457D-4B58-F038-32DA4367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DEC794-E3CC-F6F2-9404-3A76F85EC9E4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選擇性濾波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71173C-5ECD-CE5E-21C1-9C39E61DA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86" y="2416824"/>
            <a:ext cx="9716856" cy="345805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648C54F-47F3-A95B-1BBB-2D2321F77C7B}"/>
              </a:ext>
            </a:extLst>
          </p:cNvPr>
          <p:cNvSpPr txBox="1"/>
          <p:nvPr/>
        </p:nvSpPr>
        <p:spPr>
          <a:xfrm>
            <a:off x="6165668" y="197081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把星星點都遮起來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F7B405-EF31-08CB-CE1C-F9D6A7D2C893}"/>
              </a:ext>
            </a:extLst>
          </p:cNvPr>
          <p:cNvSpPr txBox="1"/>
          <p:nvPr/>
        </p:nvSpPr>
        <p:spPr>
          <a:xfrm>
            <a:off x="4210594" y="19708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頻譜圖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6C010BB-7A1C-D5A9-C865-860EAB4BD9A8}"/>
              </a:ext>
            </a:extLst>
          </p:cNvPr>
          <p:cNvSpPr txBox="1"/>
          <p:nvPr/>
        </p:nvSpPr>
        <p:spPr>
          <a:xfrm>
            <a:off x="8564879" y="1693818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反傅立葉後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可以看到格狀不見了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0C660D-C75D-C678-F423-23A1B84DE2F8}"/>
              </a:ext>
            </a:extLst>
          </p:cNvPr>
          <p:cNvSpPr txBox="1"/>
          <p:nvPr/>
        </p:nvSpPr>
        <p:spPr>
          <a:xfrm>
            <a:off x="1907178" y="19708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</p:spTree>
    <p:extLst>
      <p:ext uri="{BB962C8B-B14F-4D97-AF65-F5344CB8AC3E}">
        <p14:creationId xmlns:p14="http://schemas.microsoft.com/office/powerpoint/2010/main" val="2050191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9032-B2FD-BE99-3A6C-6FC74246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圖片 31">
            <a:extLst>
              <a:ext uri="{FF2B5EF4-FFF2-40B4-BE49-F238E27FC236}">
                <a16:creationId xmlns:a16="http://schemas.microsoft.com/office/drawing/2014/main" id="{C75C6E75-9DAD-94E5-806F-87F26B15CD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017" y="3688529"/>
            <a:ext cx="3546765" cy="269896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CAA3A6A-237B-924A-58F6-71B4FD4B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ED7999-8B0E-807B-9B64-0980FCD4FFD2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理想低通濾波器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0C28EB6-64B0-8004-5D1D-FBBC59C496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97" y="3902967"/>
            <a:ext cx="4122659" cy="26228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AB712B7-B98A-0011-6E88-7F188DAA1D2E}"/>
                  </a:ext>
                </a:extLst>
              </p:cNvPr>
              <p:cNvSpPr txBox="1"/>
              <p:nvPr/>
            </p:nvSpPr>
            <p:spPr>
              <a:xfrm>
                <a:off x="915176" y="1655725"/>
                <a:ext cx="615987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以原點為圓心半徑為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TW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的圓</a:t>
                </a:r>
                <a:endPara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圓內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的低頻率訊號均會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通過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，</a:t>
                </a:r>
                <a:endPara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然而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圓外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信號都會被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截止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E63AA62-B28A-C8F3-F50F-9161DFF5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76" y="1655725"/>
                <a:ext cx="6159879" cy="1200329"/>
              </a:xfrm>
              <a:prstGeom prst="rect">
                <a:avLst/>
              </a:prstGeom>
              <a:blipFill>
                <a:blip r:embed="rId4"/>
                <a:stretch>
                  <a:fillRect l="-1484" t="-5584" b="-9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26C024F-8D48-C094-4368-FA6AC37805D8}"/>
                  </a:ext>
                </a:extLst>
              </p:cNvPr>
              <p:cNvSpPr txBox="1"/>
              <p:nvPr/>
            </p:nvSpPr>
            <p:spPr>
              <a:xfrm>
                <a:off x="6069875" y="2207427"/>
                <a:ext cx="5724962" cy="1001684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離</m:t>
                      </m:r>
                      <m:r>
                        <a:rPr lang="zh-TW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圓心</m:t>
                      </m:r>
                      <m:r>
                        <a:rPr lang="zh-TW" altLang="en-US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TW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距離</m:t>
                      </m:r>
                      <m:r>
                        <a:rPr lang="en-US" altLang="zh-TW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TW" alt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𝐷</m:t>
                      </m:r>
                      <m:d>
                        <m:dPr>
                          <m:ctrlP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zh-TW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  <m:r>
                                    <a:rPr kumimoji="0" lang="zh-TW" altLang="en-US" sz="20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r>
                                        <a:rPr kumimoji="0" lang="zh-TW" altLang="en-US" sz="20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</m:t>
                                  </m:r>
                                  <m:r>
                                    <a:rPr kumimoji="0" lang="zh-TW" altLang="en-US" sz="20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𝑄</m:t>
                                      </m:r>
                                    </m:num>
                                    <m:den>
                                      <m:r>
                                        <a:rPr kumimoji="0" lang="zh-TW" altLang="en-US" sz="20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26C024F-8D48-C094-4368-FA6AC3780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875" y="2207427"/>
                <a:ext cx="5724962" cy="10016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38395A9-B80D-3D96-C99C-3CF118ECA739}"/>
                  </a:ext>
                </a:extLst>
              </p:cNvPr>
              <p:cNvSpPr txBox="1"/>
              <p:nvPr/>
            </p:nvSpPr>
            <p:spPr>
              <a:xfrm>
                <a:off x="7795492" y="1371662"/>
                <a:ext cx="4008581" cy="704232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H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  <m:r>
                      <a:rPr kumimoji="0" lang="zh-TW" alt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TW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{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kumimoji="0" lang="en-US" altLang="zh-TW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e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若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d>
                            <m:d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</m:e>
                          </m:d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≤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e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若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d>
                            <m:d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</m:e>
                          </m:d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&gt;</m:t>
                          </m:r>
                          <m:r>
                            <a:rPr kumimoji="0" lang="zh-TW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n-US" altLang="zh-TW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mr>
                    </m:m>
                    <m:r>
                      <a:rPr kumimoji="0" lang="en-US" altLang="zh-TW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}</m:t>
                    </m:r>
                  </m:oMath>
                </a14:m>
                <a:endPara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086B816-A9A1-68A6-5427-CFECEF46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92" y="1371662"/>
                <a:ext cx="4008581" cy="704232"/>
              </a:xfrm>
              <a:prstGeom prst="rect">
                <a:avLst/>
              </a:prstGeom>
              <a:blipFill>
                <a:blip r:embed="rId6"/>
                <a:stretch>
                  <a:fillRect l="-1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圖片 18">
            <a:extLst>
              <a:ext uri="{FF2B5EF4-FFF2-40B4-BE49-F238E27FC236}">
                <a16:creationId xmlns:a16="http://schemas.microsoft.com/office/drawing/2014/main" id="{412ACC3C-2F4B-645D-7ED5-4EF00CA5885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640" y="3719275"/>
            <a:ext cx="3138725" cy="3138725"/>
          </a:xfrm>
          <a:prstGeom prst="rect">
            <a:avLst/>
          </a:prstGeom>
        </p:spPr>
      </p:pic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104E10F-4637-8517-458C-0FA25995FA10}"/>
              </a:ext>
            </a:extLst>
          </p:cNvPr>
          <p:cNvCxnSpPr>
            <a:cxnSpLocks/>
          </p:cNvCxnSpPr>
          <p:nvPr/>
        </p:nvCxnSpPr>
        <p:spPr>
          <a:xfrm>
            <a:off x="6106824" y="5078629"/>
            <a:ext cx="414337" cy="0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8C4880C-7B60-4908-7EBA-95E48530172C}"/>
                  </a:ext>
                </a:extLst>
              </p:cNvPr>
              <p:cNvSpPr txBox="1"/>
              <p:nvPr/>
            </p:nvSpPr>
            <p:spPr>
              <a:xfrm>
                <a:off x="6077527" y="4689824"/>
                <a:ext cx="4802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CBE74AE-4854-2FF6-FB9E-002032C93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527" y="4689824"/>
                <a:ext cx="48029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橢圓 28">
            <a:extLst>
              <a:ext uri="{FF2B5EF4-FFF2-40B4-BE49-F238E27FC236}">
                <a16:creationId xmlns:a16="http://schemas.microsoft.com/office/drawing/2014/main" id="{EC2D133D-34AA-203A-7CA2-18D2C7C28B0A}"/>
              </a:ext>
            </a:extLst>
          </p:cNvPr>
          <p:cNvSpPr/>
          <p:nvPr/>
        </p:nvSpPr>
        <p:spPr>
          <a:xfrm>
            <a:off x="5695661" y="4666673"/>
            <a:ext cx="825500" cy="825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2D073E4-1B99-8BDD-E548-DF44275725BD}"/>
              </a:ext>
            </a:extLst>
          </p:cNvPr>
          <p:cNvSpPr txBox="1"/>
          <p:nvPr/>
        </p:nvSpPr>
        <p:spPr>
          <a:xfrm>
            <a:off x="9642764" y="3232727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P=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寬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Q=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</a:t>
            </a:r>
          </a:p>
        </p:txBody>
      </p:sp>
    </p:spTree>
    <p:extLst>
      <p:ext uri="{BB962C8B-B14F-4D97-AF65-F5344CB8AC3E}">
        <p14:creationId xmlns:p14="http://schemas.microsoft.com/office/powerpoint/2010/main" val="1938451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2EAA1-8F21-0FF8-A2BC-D4524F9A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9BD0A6-82DF-3E05-E9F4-28C59FDD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5422F7-3656-1AD9-9C29-D5D1F7CE5C5E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(1)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DEB2F8B-ED8B-B11B-2977-C5E1202076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927" y="1389436"/>
            <a:ext cx="2232000" cy="221229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0556D7E-787F-269F-23B2-70C8B37AF2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30" y="4450134"/>
            <a:ext cx="2232000" cy="223698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DB8BD9C-FDA9-CC9C-22EE-7E83DC27BF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72" y="4457269"/>
            <a:ext cx="2237798" cy="222271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60902EB-F33A-350C-9CFE-6A9AE4546AB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966E48D-514C-BA10-9ED9-51992F3134E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D31FE59E-CA98-0728-F1C1-14C292EF6B9F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E62D3AA4-D8B8-037E-A442-536C3D8372F9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1394F586-15B6-C8F5-0B0B-4ED1348BB079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73DD39CC-4B54-6428-0DE8-BC43D95F347B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F3DCC6E-4767-A31D-B9CB-BF9D88FABE91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2D7467A-B14E-6515-A9A9-EB239FC33C58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8ABD393-5FA6-03C7-1FF2-D1576D8F90C6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A2F243C-11E2-513B-3CE5-B9B8D6858385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C4C686A-A980-4C13-8DF8-752B3C6916EB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1D9C2ED-1F5C-2CE6-9AB1-7969218A6151}"/>
                  </a:ext>
                </a:extLst>
              </p:cNvPr>
              <p:cNvSpPr txBox="1"/>
              <p:nvPr/>
            </p:nvSpPr>
            <p:spPr>
              <a:xfrm>
                <a:off x="10723418" y="2309092"/>
                <a:ext cx="914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50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872261D-198F-12E2-A6A1-242836154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418" y="2309092"/>
                <a:ext cx="914866" cy="369332"/>
              </a:xfrm>
              <a:prstGeom prst="rect">
                <a:avLst/>
              </a:prstGeom>
              <a:blipFill>
                <a:blip r:embed="rId7"/>
                <a:stretch>
                  <a:fillRect t="-10000" r="-5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5352E375-8BD6-00FA-470A-E33326669CED}"/>
              </a:ext>
            </a:extLst>
          </p:cNvPr>
          <p:cNvSpPr txBox="1"/>
          <p:nvPr/>
        </p:nvSpPr>
        <p:spPr>
          <a:xfrm>
            <a:off x="4276436" y="1745673"/>
            <a:ext cx="87716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傅立葉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760B896-7C39-010D-9578-0BB84BEF1CE2}"/>
              </a:ext>
            </a:extLst>
          </p:cNvPr>
          <p:cNvSpPr txBox="1"/>
          <p:nvPr/>
        </p:nvSpPr>
        <p:spPr>
          <a:xfrm>
            <a:off x="5158509" y="4918364"/>
            <a:ext cx="110799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反傅立葉</a:t>
            </a:r>
          </a:p>
        </p:txBody>
      </p:sp>
    </p:spTree>
    <p:extLst>
      <p:ext uri="{BB962C8B-B14F-4D97-AF65-F5344CB8AC3E}">
        <p14:creationId xmlns:p14="http://schemas.microsoft.com/office/powerpoint/2010/main" val="4009475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3302-8AAD-067C-7144-741E8C9C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459FE31-C3F9-19CA-A26C-57C49636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E08087E-8329-CF45-592C-892C8D4FDB47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(2)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A854515-4551-8C9E-9280-CB62E3A2DA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9898" y="1389436"/>
            <a:ext cx="2222057" cy="221229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ECD6146-AFB9-3E3E-B161-BAB0A516D74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8630" y="4452625"/>
            <a:ext cx="2232000" cy="2232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B6621A3-E0BD-10F0-2773-4165D5EA91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3840" y="4457269"/>
            <a:ext cx="2207861" cy="222271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A3A4046-63E9-F8D9-9C65-642BAA2C016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61A1E7E-F299-B223-4A4F-8F932557C2A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DFBE183C-9F26-BCBE-981B-41FBF695D9E3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3A832DD9-C226-6AFC-11D3-FA5DF295BD0D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9910529B-F543-07B8-BF4E-F242ED145A6C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D6FA2920-EDC3-C508-67AF-40CEF90C9467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703821-4D9D-0340-C41F-CE842ACDAB3B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7DEC86B-A1A7-499B-3981-DE5F488D0B79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3E6BC38-9BF3-03A8-5D0E-FCC469E4D6FC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C52CC53-CCFC-FF61-0D2D-E395FEACBFB1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BDCF905-889D-82B4-E0AA-F62831A615B9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3022487-C151-2D0C-5250-0B6709C32AE9}"/>
                  </a:ext>
                </a:extLst>
              </p:cNvPr>
              <p:cNvSpPr txBox="1"/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6E3AB8D-F866-9086-7ADA-E9E679DE2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blipFill>
                <a:blip r:embed="rId7"/>
                <a:stretch>
                  <a:fillRect t="-11628" r="-69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78799617-BDC0-6D48-3BF4-4A4167C11F0D}"/>
              </a:ext>
            </a:extLst>
          </p:cNvPr>
          <p:cNvSpPr txBox="1"/>
          <p:nvPr/>
        </p:nvSpPr>
        <p:spPr>
          <a:xfrm>
            <a:off x="10889673" y="167178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更大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14526DE-41A0-098D-4A55-3B5C3AC064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5524" y="4457269"/>
            <a:ext cx="2204493" cy="222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61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5DAC-A0BE-55E1-F90B-167B185A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349E976-2BEB-AE8E-5548-17803993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20787B-49C1-99A1-F5D0-4F69399772D8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(Butterworth) </a:t>
            </a: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低通濾波器</a:t>
            </a:r>
          </a:p>
        </p:txBody>
      </p:sp>
      <p:pic>
        <p:nvPicPr>
          <p:cNvPr id="4098" name="Picture 2" descr="Butterworth Low-pass Filter">
            <a:extLst>
              <a:ext uri="{FF2B5EF4-FFF2-40B4-BE49-F238E27FC236}">
                <a16:creationId xmlns:a16="http://schemas.microsoft.com/office/drawing/2014/main" id="{2AC7061F-CA5E-2DC3-B5F1-AC70B987B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1948" y="2999298"/>
            <a:ext cx="10652449" cy="3314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7680826-EA9F-6678-D411-998068ED6251}"/>
                  </a:ext>
                </a:extLst>
              </p:cNvPr>
              <p:cNvSpPr txBox="1"/>
              <p:nvPr/>
            </p:nvSpPr>
            <p:spPr>
              <a:xfrm>
                <a:off x="1260104" y="1613435"/>
                <a:ext cx="3454400" cy="955133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zh-TW" alt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zh-TW" alt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𝐷</m:t>
                                      </m:r>
                                      <m:d>
                                        <m:dPr>
                                          <m:ctrlP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𝑢</m:t>
                                          </m:r>
                                          <m:r>
                                            <a:rPr kumimoji="0" lang="zh-TW" altLang="en-US" sz="18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kumimoji="0" lang="zh-TW" altLang="en-US" sz="18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FE66892-25A9-7A52-8C45-1BA281FBB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104" y="1613435"/>
                <a:ext cx="3454400" cy="9551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592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486C-2DEB-6417-EE8E-6B8BE02F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9D4EAD4-4673-DBBF-3897-8E237D9A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D4DE046-83A5-6D5C-0D74-56DF397B940F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(1)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8C0E417-92EC-0098-55EE-4696FED0AF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9515" y="1389436"/>
            <a:ext cx="2202823" cy="221229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3860B6E-50DD-A22C-2876-91E4628823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8630" y="4452625"/>
            <a:ext cx="2232000" cy="2232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0E532A3-9A49-0B11-BEE0-E3CB20BBE97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6037" y="4457269"/>
            <a:ext cx="2203467" cy="222271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BCAC3AF-4615-E178-5043-4B8D1589F5A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EB8E6A-C9BF-0548-F209-FA001612893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0EA5574F-C2EE-CCC1-56E2-D625F2A06AD4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2F68148E-E0E3-34BF-C98B-C2C49710E11B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A6C51660-FABE-5D2E-82AE-8BA2453C5369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6DAAC4EF-40D0-6394-6598-D98E7B87B065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A7F4D7F-9996-1CA2-15EA-6B42C128C28B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41C4ED0-C616-D472-3786-7F924122F66F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9A52CE1-DB29-F887-DE18-D27B1B27F02C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DDCCC7C-0106-2D4C-277D-5A69D0CC44D8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014B713-CAFC-893F-6653-CBCDDA509018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9FBE831-1E9C-8B62-F18C-19B247DBDFE8}"/>
                  </a:ext>
                </a:extLst>
              </p:cNvPr>
              <p:cNvSpPr txBox="1"/>
              <p:nvPr/>
            </p:nvSpPr>
            <p:spPr>
              <a:xfrm>
                <a:off x="10849633" y="2225964"/>
                <a:ext cx="12300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=50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3FBD7E2-0126-A8A7-044D-6C3C10209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633" y="2225964"/>
                <a:ext cx="1230080" cy="523220"/>
              </a:xfrm>
              <a:prstGeom prst="rect">
                <a:avLst/>
              </a:prstGeom>
              <a:blipFill>
                <a:blip r:embed="rId7"/>
                <a:stretch>
                  <a:fillRect t="-11628" r="-89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1202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5CA0D-DD30-2512-86B5-3B67D6C1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EE2B10-94FB-44D1-8AA9-570D7663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EE99C0-05EF-93E6-721D-9CE4E8774154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(2)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74080E7-1D02-D08B-C0F5-348A21B68A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9515" y="1394170"/>
            <a:ext cx="2202823" cy="220282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D11A5DB-47DF-B0EF-64B2-4D35F12AE3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8630" y="4457618"/>
            <a:ext cx="2232000" cy="222201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4752E6A-9126-9A7B-BC1E-2FE4B6D5B88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6037" y="4474253"/>
            <a:ext cx="2203467" cy="21887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66F87EB-028C-6116-13B0-41BF2BEE04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D87E14D-CB4C-8EE8-E403-11600E2BA0F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C25A04E9-461B-21E1-36C6-617ADC13DA93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44E39864-1266-D72D-4325-A8C3480DED7E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8C035B2A-E414-5C3F-C1EA-F6F0D74E4FF9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B8D659F6-6A1B-6DC8-0C08-D18DE0A3D955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1A5B9CF-9209-67A1-8F01-541FA5F6A08B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1F2E207-68BC-9E35-C840-24B3B4E70F89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1A10941-1511-4B06-E02C-145461E15187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2506DC9-9F32-D123-2506-0EF25B613561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EFD9A44-1236-3CFE-6A3F-086813CE4891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C1D04FE-3F2F-C383-261D-8BF51818993C}"/>
                  </a:ext>
                </a:extLst>
              </p:cNvPr>
              <p:cNvSpPr txBox="1"/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0FD7F66-E916-BD33-80DC-8268DBE1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blipFill>
                <a:blip r:embed="rId7"/>
                <a:stretch>
                  <a:fillRect t="-11628" r="-69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E2C7C6D9-C588-35F1-BD63-DCE54054B37C}"/>
              </a:ext>
            </a:extLst>
          </p:cNvPr>
          <p:cNvSpPr txBox="1"/>
          <p:nvPr/>
        </p:nvSpPr>
        <p:spPr>
          <a:xfrm>
            <a:off x="10889673" y="167178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更大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E35887A-BF12-069F-535D-3D1834E259A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6037" y="4457269"/>
            <a:ext cx="2203467" cy="222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20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483C7-D260-EADB-EDC5-AD73FFAE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20AA46-3611-0F59-655C-85829831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98EA8B7-4AF8-143E-5FFC-A56BDD39366A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(3)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27D4A3E-6CF3-FDCF-8B1E-C5F7EAB5AD2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9515" y="1394170"/>
            <a:ext cx="2202823" cy="220282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0F3AE73-23DB-A414-0607-5AE77CC9E8B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6103" y="4457618"/>
            <a:ext cx="2217053" cy="222201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7CC150A-7E8A-5C65-A0BD-86D4CEE5EBE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8306" y="4474253"/>
            <a:ext cx="2178928" cy="21887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E52EECD-FDCE-B0F5-830B-5E5C69F253C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C688101-A6F9-F3C9-2DF6-AB7B0273877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71D6AC52-AF4A-879C-D681-977637D2B0B4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D91A7D69-17DA-FD8E-086F-40B8BA0EFCE5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161193E2-00C4-0491-086F-C38A10D6E424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7B8953BD-BDE7-ED07-5E94-A03A42711D31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AEE805A-26D8-17ED-6FAC-750A64A3820F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773C078-6247-0D4E-65F2-1FCB85478A0D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F447776-B3D9-AC73-38B9-AF93268FBD6D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32FF2B1-7C76-6483-C100-DA1C0C48171F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460277F-C037-CE8F-6490-68678F06DC92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857D8F7-44EC-A4AA-48EE-00E9E1CACAFD}"/>
                  </a:ext>
                </a:extLst>
              </p:cNvPr>
              <p:cNvSpPr txBox="1"/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150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7C30B39-0F29-7122-79C4-85BE6F150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blipFill>
                <a:blip r:embed="rId7"/>
                <a:stretch>
                  <a:fillRect t="-11628" r="-69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2D6D126A-247A-9A8A-3364-3BBD697EC4F3}"/>
              </a:ext>
            </a:extLst>
          </p:cNvPr>
          <p:cNvSpPr txBox="1"/>
          <p:nvPr/>
        </p:nvSpPr>
        <p:spPr>
          <a:xfrm>
            <a:off x="10649528" y="167178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再更大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FC64D20-F596-722B-31D1-B6827AE7088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6037" y="4474253"/>
            <a:ext cx="2203467" cy="218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46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9360-5C1A-9BF1-B5E1-37351FE1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613F2C-6D53-5099-8961-0A779D8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AE87A6-25DF-8144-FB79-3EA4048F37B0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(Gaussian) </a:t>
            </a: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低通濾波器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16E5123-19ED-8A26-1940-4340A7D1D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7037" y="3178537"/>
            <a:ext cx="10328988" cy="286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D38074C-8FB3-A9DF-1518-326125CD88D0}"/>
                  </a:ext>
                </a:extLst>
              </p:cNvPr>
              <p:cNvSpPr txBox="1"/>
              <p:nvPr/>
            </p:nvSpPr>
            <p:spPr>
              <a:xfrm>
                <a:off x="877454" y="1491196"/>
                <a:ext cx="3195782" cy="898900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zh-TW" alt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zh-TW" alt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zh-TW" alt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kumimoji="0" lang="zh-TW" alt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zh-TW" altLang="en-US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zh-TW" altLang="en-US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𝑢</m:t>
                                      </m:r>
                                      <m:r>
                                        <a:rPr kumimoji="0" lang="zh-TW" altLang="en-US" sz="2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kumimoji="0" lang="zh-TW" altLang="en-US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0" lang="zh-TW" altLang="en-US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zh-TW" alt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kumimoji="0" lang="zh-TW" alt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zh-TW" alt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kumimoji="0" lang="zh-TW" altLang="en-US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kumimoji="0" lang="zh-TW" altLang="en-US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9FC0710-E60E-3D08-92D7-AC32C1B39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54" y="1491196"/>
                <a:ext cx="3195782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784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549C-C4BC-3C0A-7FB8-CCE328F3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A8FD04E-5212-F988-7155-B294C21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DC48E34-C4C7-784C-4BAD-10878DA1F2E4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(1)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93F2EA8-3385-5E37-61CB-24E93328EB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9515" y="1394170"/>
            <a:ext cx="2202823" cy="220282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6670E9F-65EB-20F1-0212-A5AFAA95E8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6103" y="4465058"/>
            <a:ext cx="2217053" cy="220713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1218C4C-2F8E-65C7-7725-7956938AA3A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0792" y="4474253"/>
            <a:ext cx="2173955" cy="21887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CC0AD14-B028-EDA2-5A2E-DEEEFB248FE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FBA53D-E5B7-0C25-1E3F-993AB76866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EFA24170-3D25-20AE-52EB-5884F35F5FB3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E324FD18-FE2E-C8BD-4B23-A8EC1675120E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4E2A1A81-5081-86A6-BF38-95CFC326F0E0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27E762D7-EDAD-B362-9199-AF4CF07CE1F5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799FCA4-121C-86B0-D997-AE32B6830144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FB42C0C-9517-D353-AC1B-4748A6BCD5FD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9CF2473-8369-2FBC-E4C3-1D6FE34348AC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7EB30E1-93D5-220E-D1BC-B3CA0DB1C624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69FEBD4-31D4-24D5-2652-38124768630E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CB41924-E3D3-8331-C300-BCDF8C66C178}"/>
                  </a:ext>
                </a:extLst>
              </p:cNvPr>
              <p:cNvSpPr txBox="1"/>
              <p:nvPr/>
            </p:nvSpPr>
            <p:spPr>
              <a:xfrm>
                <a:off x="10618724" y="2262909"/>
                <a:ext cx="1319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50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E7DB202-4B5F-F300-3524-12E1D07F0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724" y="2262909"/>
                <a:ext cx="1319848" cy="523220"/>
              </a:xfrm>
              <a:prstGeom prst="rect">
                <a:avLst/>
              </a:prstGeom>
              <a:blipFill>
                <a:blip r:embed="rId7"/>
                <a:stretch>
                  <a:fillRect t="-11628" r="-8333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397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09CC-2942-ECAD-075A-CB079A6F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8E9DDA-4D1A-BBEA-342E-55AA075F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295FD0-91B4-A4D4-FE2A-94460484E94C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(2)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0533A6-3DF9-D301-8DAD-1167EE9C4C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9515" y="1399120"/>
            <a:ext cx="2202823" cy="21929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42D1C1E-46BE-36EB-735F-851EF7F845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8630" y="4460098"/>
            <a:ext cx="2232000" cy="221705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AAC0167-65A0-D373-EFDB-FB2E2C542B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0939" y="4474253"/>
            <a:ext cx="2193662" cy="21887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B64D6D-8050-6BFA-B9F1-D036948E906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A6EE5BB-E172-E681-477B-EEC92948154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D852C938-8E35-E5A0-79C3-1DECE0040221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46B8B2BD-EF2C-D6FE-C3CA-2E7242955B51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1594FD93-8197-82AC-8649-0FA36EF88D49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874A1E6E-9CE2-EEE6-C17B-5E98B0F51B9F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7D54675-71F6-3A8A-3086-09B8D1FA0441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76E99C6-76B5-9472-84D1-C1360B733954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694D5D-5ED9-CCE9-115D-6068E47C55E9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9574534-18F3-F138-DD9C-D3A9A8E3325B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78E4701-48E1-4214-BBA2-5F31565E7477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A97F82-F954-AB1C-ACD1-505FD4DE3E75}"/>
                  </a:ext>
                </a:extLst>
              </p:cNvPr>
              <p:cNvSpPr txBox="1"/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718037D-0B0F-1AEB-AE9F-D1E37168B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blipFill>
                <a:blip r:embed="rId7"/>
                <a:stretch>
                  <a:fillRect t="-11628" r="-69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5D3B9D7D-49B1-BB9B-C228-23C563BAB689}"/>
              </a:ext>
            </a:extLst>
          </p:cNvPr>
          <p:cNvSpPr txBox="1"/>
          <p:nvPr/>
        </p:nvSpPr>
        <p:spPr>
          <a:xfrm>
            <a:off x="10889673" y="167178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更大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0F8B056-3975-B651-D5C9-05EA807F5C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0792" y="4481647"/>
            <a:ext cx="2173955" cy="21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1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2BDA-5941-8536-62F3-4180A678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C8F3AEB-4D9D-9859-E475-92628091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8EF2888-9886-AE9D-1651-328988D81D83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高斯低通濾波器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(3)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B27AAD4-99DA-5753-66B3-19EE50DFFB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9515" y="1406408"/>
            <a:ext cx="2202823" cy="217834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1058101-62A1-10B6-49E0-10D17C11319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6103" y="4457618"/>
            <a:ext cx="2217053" cy="222201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59B3502-2919-F8C8-3C71-19B30DAC8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8306" y="4474603"/>
            <a:ext cx="2178928" cy="21880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44A627C-F375-2D02-07F9-99B985E3345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3D9EEF0-397B-6BEF-BC13-C6943A83730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AFA73A09-0683-3454-1E9E-18D378F22CE4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1A679146-AF3E-9AF7-9F0C-DA0A4F6DBB53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A03402C2-9D05-ECBF-1944-68363E30A911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99D6E266-16E1-073F-790C-D5B8822C2F22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E259BA5-7E7B-B4BD-7D8C-ADB05A705699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63D9470-DADC-6B67-9FD5-B602C201941D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DF16CFB-CBD9-120A-6063-F5596A6523BF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F3AD295-719E-6E2F-D708-9694A58A1D9A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2247988-CF5C-1B7D-52BB-7A57F4935262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24CA9FA-757F-8BBB-D036-B434CC4C3CEB}"/>
                  </a:ext>
                </a:extLst>
              </p:cNvPr>
              <p:cNvSpPr txBox="1"/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150</a:t>
                </a:r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DF811A6-BD76-D641-B9DA-81A176F44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724" y="2262909"/>
                <a:ext cx="1499385" cy="523220"/>
              </a:xfrm>
              <a:prstGeom prst="rect">
                <a:avLst/>
              </a:prstGeom>
              <a:blipFill>
                <a:blip r:embed="rId7"/>
                <a:stretch>
                  <a:fillRect t="-11628" r="-69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094C2941-C643-40B2-3E4B-3FC98E9D0016}"/>
              </a:ext>
            </a:extLst>
          </p:cNvPr>
          <p:cNvSpPr txBox="1"/>
          <p:nvPr/>
        </p:nvSpPr>
        <p:spPr>
          <a:xfrm>
            <a:off x="10649528" y="167178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再更大</a:t>
            </a:r>
          </a:p>
        </p:txBody>
      </p:sp>
    </p:spTree>
    <p:extLst>
      <p:ext uri="{BB962C8B-B14F-4D97-AF65-F5344CB8AC3E}">
        <p14:creationId xmlns:p14="http://schemas.microsoft.com/office/powerpoint/2010/main" val="1177463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A121-D068-D2E4-B0FC-AF77BC62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5B241F-1DC5-47B2-754A-BB90176D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A1EA4A-F7A0-C461-EDB8-75CEC3FBEC19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比較各式低通濾波效果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A90ECD1-478D-894B-A75F-4A2E1310879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03301" y="937492"/>
            <a:ext cx="1846180" cy="185859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EBF81BE-ACAD-1BE3-833C-841F67D29EB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199" y="937492"/>
            <a:ext cx="1871213" cy="1858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BF8C4C9-BC02-5DCE-AFBF-6BF1668AC81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0832" y="2900383"/>
            <a:ext cx="1821986" cy="183019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2D83980-B88C-368D-7032-75E61789F8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8999" y="2900383"/>
            <a:ext cx="1842505" cy="18301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B85D107-7FF7-CEB6-2F82-71D105052A2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7165" y="2886181"/>
            <a:ext cx="1842506" cy="18585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9FD4489-BFDA-4641-FA71-1E036A53641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92974" y="4889261"/>
            <a:ext cx="1821986" cy="183019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33F5B30-959F-F6C5-E1AC-D6821EFE6DC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8625" y="4889261"/>
            <a:ext cx="1834306" cy="183019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83D1763-ECE7-028E-A8C5-D351C47ED61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0754" y="4889261"/>
            <a:ext cx="1817828" cy="1830194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DC3DF28-49AB-BE5A-46DA-59BEFAA0DFEA}"/>
              </a:ext>
            </a:extLst>
          </p:cNvPr>
          <p:cNvSpPr txBox="1"/>
          <p:nvPr/>
        </p:nvSpPr>
        <p:spPr>
          <a:xfrm>
            <a:off x="1330036" y="132080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理想低通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2992FB6-D62D-62BA-382E-D45A617389BF}"/>
              </a:ext>
            </a:extLst>
          </p:cNvPr>
          <p:cNvSpPr txBox="1"/>
          <p:nvPr/>
        </p:nvSpPr>
        <p:spPr>
          <a:xfrm>
            <a:off x="360867" y="3606801"/>
            <a:ext cx="2646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巴特沃斯低通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889BD87-5618-0103-86EE-BD298C5BB70D}"/>
              </a:ext>
            </a:extLst>
          </p:cNvPr>
          <p:cNvSpPr txBox="1"/>
          <p:nvPr/>
        </p:nvSpPr>
        <p:spPr>
          <a:xfrm>
            <a:off x="771236" y="556490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高斯低通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69F1237-47A6-8B21-EC45-8FF0B682729C}"/>
                  </a:ext>
                </a:extLst>
              </p:cNvPr>
              <p:cNvSpPr txBox="1"/>
              <p:nvPr/>
            </p:nvSpPr>
            <p:spPr>
              <a:xfrm>
                <a:off x="7435272" y="965262"/>
                <a:ext cx="10344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CF786CC-257A-D2C4-440F-CADC23AC7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72" y="965262"/>
                <a:ext cx="1034473" cy="369332"/>
              </a:xfrm>
              <a:prstGeom prst="rect">
                <a:avLst/>
              </a:prstGeom>
              <a:blipFill>
                <a:blip r:embed="rId9"/>
                <a:stretch>
                  <a:fillRect t="-8197" r="-47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9EF347F-C979-99B4-BACB-5321030CCB89}"/>
                  </a:ext>
                </a:extLst>
              </p:cNvPr>
              <p:cNvSpPr txBox="1"/>
              <p:nvPr/>
            </p:nvSpPr>
            <p:spPr>
              <a:xfrm>
                <a:off x="6017490" y="2918753"/>
                <a:ext cx="10344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58A1B86-75A9-2942-55CF-09655BDFD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490" y="2918753"/>
                <a:ext cx="1034473" cy="369332"/>
              </a:xfrm>
              <a:prstGeom prst="rect">
                <a:avLst/>
              </a:prstGeom>
              <a:blipFill>
                <a:blip r:embed="rId10"/>
                <a:stretch>
                  <a:fillRect t="-10000" r="-470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FF752C-8761-6E99-3533-0C228916A458}"/>
                  </a:ext>
                </a:extLst>
              </p:cNvPr>
              <p:cNvSpPr txBox="1"/>
              <p:nvPr/>
            </p:nvSpPr>
            <p:spPr>
              <a:xfrm>
                <a:off x="6040581" y="4909190"/>
                <a:ext cx="10344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AC790A1-8FFA-BF79-6470-1D64AF909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581" y="4909190"/>
                <a:ext cx="1034473" cy="369332"/>
              </a:xfrm>
              <a:prstGeom prst="rect">
                <a:avLst/>
              </a:prstGeom>
              <a:blipFill>
                <a:blip r:embed="rId11"/>
                <a:stretch>
                  <a:fillRect t="-8197" r="-411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87B13B7-55CB-079A-DB0F-03B1BB00525B}"/>
                  </a:ext>
                </a:extLst>
              </p:cNvPr>
              <p:cNvSpPr txBox="1"/>
              <p:nvPr/>
            </p:nvSpPr>
            <p:spPr>
              <a:xfrm>
                <a:off x="8585199" y="2918754"/>
                <a:ext cx="10344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150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8C3BD0B-BF35-D5B3-21C0-EDE942B6F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199" y="2918754"/>
                <a:ext cx="1034473" cy="369332"/>
              </a:xfrm>
              <a:prstGeom prst="rect">
                <a:avLst/>
              </a:prstGeom>
              <a:blipFill>
                <a:blip r:embed="rId12"/>
                <a:stretch>
                  <a:fillRect t="-10000" r="-470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73F7FF7-70D6-1BFB-711E-2AE42B3B55AF}"/>
                  </a:ext>
                </a:extLst>
              </p:cNvPr>
              <p:cNvSpPr txBox="1"/>
              <p:nvPr/>
            </p:nvSpPr>
            <p:spPr>
              <a:xfrm>
                <a:off x="8608290" y="4890718"/>
                <a:ext cx="10344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150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3E9AA36-6A0E-C911-3682-8C43D4D4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290" y="4890718"/>
                <a:ext cx="1034473" cy="369332"/>
              </a:xfrm>
              <a:prstGeom prst="rect">
                <a:avLst/>
              </a:prstGeom>
              <a:blipFill>
                <a:blip r:embed="rId13"/>
                <a:stretch>
                  <a:fillRect t="-8197" r="-470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E72B33A-E86D-4392-7117-91F4BC8BDE26}"/>
                  </a:ext>
                </a:extLst>
              </p:cNvPr>
              <p:cNvSpPr txBox="1"/>
              <p:nvPr/>
            </p:nvSpPr>
            <p:spPr>
              <a:xfrm>
                <a:off x="4567382" y="951409"/>
                <a:ext cx="9836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50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C61C8347-951D-8DD9-405B-DA3FD85C6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82" y="951409"/>
                <a:ext cx="983674" cy="369332"/>
              </a:xfrm>
              <a:prstGeom prst="rect">
                <a:avLst/>
              </a:prstGeom>
              <a:blipFill>
                <a:blip r:embed="rId14"/>
                <a:stretch>
                  <a:fillRect t="-8197" r="-12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08DC6ED-F89C-5585-318C-980DDBC69C7E}"/>
                  </a:ext>
                </a:extLst>
              </p:cNvPr>
              <p:cNvSpPr txBox="1"/>
              <p:nvPr/>
            </p:nvSpPr>
            <p:spPr>
              <a:xfrm>
                <a:off x="3417455" y="2886427"/>
                <a:ext cx="9836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50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E27417B-AE6B-D8A3-CA76-C037FCBBE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455" y="2886427"/>
                <a:ext cx="983674" cy="369332"/>
              </a:xfrm>
              <a:prstGeom prst="rect">
                <a:avLst/>
              </a:prstGeom>
              <a:blipFill>
                <a:blip r:embed="rId15"/>
                <a:stretch>
                  <a:fillRect t="-8197" r="-12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966FC53-2F12-245C-EEA0-CABF5B6492D6}"/>
                  </a:ext>
                </a:extLst>
              </p:cNvPr>
              <p:cNvSpPr txBox="1"/>
              <p:nvPr/>
            </p:nvSpPr>
            <p:spPr>
              <a:xfrm>
                <a:off x="3459019" y="4895336"/>
                <a:ext cx="9836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50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225B367-9AC5-4F03-AFDA-EE27C6A81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019" y="4895336"/>
                <a:ext cx="983674" cy="369332"/>
              </a:xfrm>
              <a:prstGeom prst="rect">
                <a:avLst/>
              </a:prstGeom>
              <a:blipFill>
                <a:blip r:embed="rId16"/>
                <a:stretch>
                  <a:fillRect t="-8197" r="-12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480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5EAC-C141-1F51-2D9A-3A5D2C92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2184C30-3F89-31F6-CCA9-3E5880BF5F3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47" y="3714461"/>
            <a:ext cx="2528726" cy="2536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B169A8-ACB3-64D7-837F-BE94F088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8F125A0-4A90-D814-68ED-F370B211D4D7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理想高通濾波器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6F13282-290F-2048-B12B-7AC1C4D2B8FD}"/>
                  </a:ext>
                </a:extLst>
              </p:cNvPr>
              <p:cNvSpPr txBox="1"/>
              <p:nvPr/>
            </p:nvSpPr>
            <p:spPr>
              <a:xfrm>
                <a:off x="915176" y="1655725"/>
                <a:ext cx="615987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以原點為圓心半徑為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TW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的圓</a:t>
                </a:r>
                <a:endPara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圓內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的低頻率訊號均會被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過濾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，</a:t>
                </a:r>
                <a:endPara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然而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圓外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信號都會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通過</a:t>
                </a:r>
                <a:r>
                  <a:rPr kumimoji="0" lang="zh-TW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1AD86D7-4E67-B519-9B1E-60AB6265D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76" y="1655725"/>
                <a:ext cx="6159879" cy="1200329"/>
              </a:xfrm>
              <a:prstGeom prst="rect">
                <a:avLst/>
              </a:prstGeom>
              <a:blipFill>
                <a:blip r:embed="rId3"/>
                <a:stretch>
                  <a:fillRect l="-1484" t="-5584" b="-9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822B7D0-803A-363C-D294-A6DFC10EFD2D}"/>
                  </a:ext>
                </a:extLst>
              </p:cNvPr>
              <p:cNvSpPr txBox="1"/>
              <p:nvPr/>
            </p:nvSpPr>
            <p:spPr>
              <a:xfrm>
                <a:off x="7786255" y="2102652"/>
                <a:ext cx="4008581" cy="1001684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𝐷</m:t>
                      </m:r>
                      <m:d>
                        <m:dPr>
                          <m:ctrlP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zh-TW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  <m:r>
                                    <a:rPr kumimoji="0" lang="zh-TW" altLang="en-US" sz="20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r>
                                        <a:rPr kumimoji="0" lang="zh-TW" altLang="en-US" sz="20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zh-TW" alt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</m:t>
                                  </m:r>
                                  <m:r>
                                    <a:rPr kumimoji="0" lang="zh-TW" altLang="en-US" sz="20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zh-TW" altLang="en-US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𝑄</m:t>
                                      </m:r>
                                    </m:num>
                                    <m:den>
                                      <m:r>
                                        <a:rPr kumimoji="0" lang="zh-TW" altLang="en-US" sz="20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197A9B9-9FAC-C884-B6C3-7371C67B4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255" y="2102652"/>
                <a:ext cx="4008581" cy="10016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C89B881-5483-A9C9-7CCF-021D88F904F7}"/>
                  </a:ext>
                </a:extLst>
              </p:cNvPr>
              <p:cNvSpPr txBox="1"/>
              <p:nvPr/>
            </p:nvSpPr>
            <p:spPr>
              <a:xfrm>
                <a:off x="7795492" y="1266887"/>
                <a:ext cx="4008581" cy="711670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H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zh-TW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  <m:r>
                      <a:rPr kumimoji="0" lang="zh-TW" alt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TW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{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kumimoji="0" lang="en-US" altLang="zh-TW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e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若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d>
                            <m:d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</m:e>
                          </m:d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≤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e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若</m:t>
                          </m:r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d>
                            <m:dPr>
                              <m:ctrlP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zh-TW" altLang="en-US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zh-TW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</m:e>
                          </m:d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&gt;</m:t>
                          </m:r>
                          <m:r>
                            <a:rPr kumimoji="0" lang="zh-TW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n-US" altLang="zh-TW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en-US" altLang="zh-TW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mr>
                    </m:m>
                    <m:r>
                      <a:rPr kumimoji="0" lang="en-US" altLang="zh-TW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}</m:t>
                    </m:r>
                  </m:oMath>
                </a14:m>
                <a:endPara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8581184-82FD-1B0A-BD07-01D5A3BB6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92" y="1266887"/>
                <a:ext cx="4008581" cy="711670"/>
              </a:xfrm>
              <a:prstGeom prst="rect">
                <a:avLst/>
              </a:prstGeom>
              <a:blipFill>
                <a:blip r:embed="rId5"/>
                <a:stretch>
                  <a:fillRect l="-1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A53B7658-D523-0F81-CFC9-B0836A78A9AA}"/>
              </a:ext>
            </a:extLst>
          </p:cNvPr>
          <p:cNvCxnSpPr>
            <a:cxnSpLocks/>
            <a:endCxn id="29" idx="6"/>
          </p:cNvCxnSpPr>
          <p:nvPr/>
        </p:nvCxnSpPr>
        <p:spPr>
          <a:xfrm flipV="1">
            <a:off x="2761240" y="4976091"/>
            <a:ext cx="124546" cy="2381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FA277BE-3D19-4E7C-E48F-867432AD6171}"/>
                  </a:ext>
                </a:extLst>
              </p:cNvPr>
              <p:cNvSpPr txBox="1"/>
              <p:nvPr/>
            </p:nvSpPr>
            <p:spPr>
              <a:xfrm>
                <a:off x="2684318" y="4596017"/>
                <a:ext cx="4802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ECB26ED9-5396-99F8-4146-66FEE7C08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18" y="4596017"/>
                <a:ext cx="48029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橢圓 28">
            <a:extLst>
              <a:ext uri="{FF2B5EF4-FFF2-40B4-BE49-F238E27FC236}">
                <a16:creationId xmlns:a16="http://schemas.microsoft.com/office/drawing/2014/main" id="{D6608F9D-A0BD-19E6-A5E1-7AED4D86B87A}"/>
              </a:ext>
            </a:extLst>
          </p:cNvPr>
          <p:cNvSpPr/>
          <p:nvPr/>
        </p:nvSpPr>
        <p:spPr>
          <a:xfrm>
            <a:off x="2614468" y="4840432"/>
            <a:ext cx="271318" cy="2713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4977079-02DA-8FA7-59B9-B2522AF35C05}"/>
              </a:ext>
            </a:extLst>
          </p:cNvPr>
          <p:cNvSpPr txBox="1"/>
          <p:nvPr/>
        </p:nvSpPr>
        <p:spPr>
          <a:xfrm>
            <a:off x="9642764" y="3127952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P=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寬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Q=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1FF0A10-461E-27B5-3A6F-76E275B1884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653" y="3680798"/>
            <a:ext cx="2556822" cy="25643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7CB4DAC-9D9A-2887-8D08-9ADF27DBBEC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3676945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50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30E3-D1BB-569E-F2A9-643B06624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FFEED3-BFB6-234B-C2E6-19C56A22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7F2449-DB2E-65FE-E9AC-46A212F93BE9}"/>
              </a:ext>
            </a:extLst>
          </p:cNvPr>
          <p:cNvSpPr txBox="1"/>
          <p:nvPr/>
        </p:nvSpPr>
        <p:spPr>
          <a:xfrm>
            <a:off x="0" y="11401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理想高通濾波器</a:t>
            </a:r>
            <a:r>
              <a:rPr kumimoji="0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(1)</a:t>
            </a:r>
            <a:endParaRPr kumimoji="0" lang="zh-TW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63CFB4-3DCF-90B3-0B98-73370EF2A1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7256" y="1389436"/>
            <a:ext cx="2207341" cy="221229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B76B640-8051-F06F-74B7-EF24051ED2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8630" y="4455116"/>
            <a:ext cx="2232000" cy="222701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06C9DB8-BEFD-F4E9-DB8C-45092C37944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3941" y="4457269"/>
            <a:ext cx="2207659" cy="222271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AF5CC05-3B37-5556-937C-701EDD358E6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03" y="1378377"/>
            <a:ext cx="2210574" cy="22344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316B032-5E37-B73B-7114-C1F2C4243D7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03" y="1383196"/>
            <a:ext cx="2230751" cy="2224770"/>
          </a:xfrm>
          <a:prstGeom prst="rect">
            <a:avLst/>
          </a:prstGeom>
        </p:spPr>
      </p:pic>
      <p:sp>
        <p:nvSpPr>
          <p:cNvPr id="16" name="乘號 15">
            <a:extLst>
              <a:ext uri="{FF2B5EF4-FFF2-40B4-BE49-F238E27FC236}">
                <a16:creationId xmlns:a16="http://schemas.microsoft.com/office/drawing/2014/main" id="{1A1FDD57-DCE7-1452-D010-2AB078594665}"/>
              </a:ext>
            </a:extLst>
          </p:cNvPr>
          <p:cNvSpPr/>
          <p:nvPr/>
        </p:nvSpPr>
        <p:spPr>
          <a:xfrm>
            <a:off x="7684654" y="2124363"/>
            <a:ext cx="738910" cy="738910"/>
          </a:xfrm>
          <a:prstGeom prst="mathMultiply">
            <a:avLst>
              <a:gd name="adj1" fmla="val 28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C242CFD7-FEF9-9DF2-CBDA-2E74E75B0220}"/>
              </a:ext>
            </a:extLst>
          </p:cNvPr>
          <p:cNvSpPr/>
          <p:nvPr/>
        </p:nvSpPr>
        <p:spPr>
          <a:xfrm>
            <a:off x="4248727" y="2241933"/>
            <a:ext cx="905164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DFAB42BD-8CA3-3FA5-3C16-B0B3D480A193}"/>
              </a:ext>
            </a:extLst>
          </p:cNvPr>
          <p:cNvSpPr/>
          <p:nvPr/>
        </p:nvSpPr>
        <p:spPr>
          <a:xfrm flipH="1">
            <a:off x="4174836" y="5359205"/>
            <a:ext cx="2770909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2D2EC314-F2D9-C295-B0C8-3930A49D893F}"/>
              </a:ext>
            </a:extLst>
          </p:cNvPr>
          <p:cNvSpPr/>
          <p:nvPr/>
        </p:nvSpPr>
        <p:spPr>
          <a:xfrm rot="5400000">
            <a:off x="7751618" y="3851371"/>
            <a:ext cx="595745" cy="448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11BB2EE-3EB2-4F31-6C55-B967CA29A496}"/>
              </a:ext>
            </a:extLst>
          </p:cNvPr>
          <p:cNvSpPr txBox="1"/>
          <p:nvPr/>
        </p:nvSpPr>
        <p:spPr>
          <a:xfrm>
            <a:off x="2484582" y="8774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7B1AB34-D2A4-1C71-F80B-A3A8FC85F7B6}"/>
              </a:ext>
            </a:extLst>
          </p:cNvPr>
          <p:cNvSpPr txBox="1"/>
          <p:nvPr/>
        </p:nvSpPr>
        <p:spPr>
          <a:xfrm>
            <a:off x="5768109" y="909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頻率域影像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C911546-D4AD-3EB6-8DE7-3CA2DBCCDB5B}"/>
              </a:ext>
            </a:extLst>
          </p:cNvPr>
          <p:cNvSpPr txBox="1"/>
          <p:nvPr/>
        </p:nvSpPr>
        <p:spPr>
          <a:xfrm>
            <a:off x="8645237" y="8866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4B0E342-CA35-20A0-29CD-280C4B835334}"/>
              </a:ext>
            </a:extLst>
          </p:cNvPr>
          <p:cNvSpPr txBox="1"/>
          <p:nvPr/>
        </p:nvSpPr>
        <p:spPr>
          <a:xfrm>
            <a:off x="2036619" y="39947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影像變模糊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E282659-FE24-638E-BE29-87BC7B4A62AF}"/>
              </a:ext>
            </a:extLst>
          </p:cNvPr>
          <p:cNvSpPr txBox="1"/>
          <p:nvPr/>
        </p:nvSpPr>
        <p:spPr>
          <a:xfrm>
            <a:off x="9416474" y="521392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頻率域遮罩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C0BFB7A-98EA-71E1-1D07-4FC74F960173}"/>
                  </a:ext>
                </a:extLst>
              </p:cNvPr>
              <p:cNvSpPr txBox="1"/>
              <p:nvPr/>
            </p:nvSpPr>
            <p:spPr>
              <a:xfrm>
                <a:off x="10723418" y="2309092"/>
                <a:ext cx="1030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100</a:t>
                </a: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E8729DE-926C-2D59-FFC2-96D4BD845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418" y="2309092"/>
                <a:ext cx="1030282" cy="369332"/>
              </a:xfrm>
              <a:prstGeom prst="rect">
                <a:avLst/>
              </a:prstGeom>
              <a:blipFill>
                <a:blip r:embed="rId7"/>
                <a:stretch>
                  <a:fillRect t="-10000" r="-473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4885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01C9-2281-59BF-E39A-3C6017C0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92546BA-4B5C-DA68-2F45-A08F19C5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57D8B68-AE91-3BBA-1293-49EFBB3DD09F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巴特沃斯高通濾波器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5DF690-8E56-2F0E-CC5F-0E55C40C82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8853" y="3753158"/>
            <a:ext cx="2556822" cy="253394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BB57C4B-E6AA-76E8-2546-ADED73E2DE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6778" y="3734095"/>
            <a:ext cx="2565944" cy="2571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D2CD615-BA07-B637-A967-A30310AB9B81}"/>
                  </a:ext>
                </a:extLst>
              </p:cNvPr>
              <p:cNvSpPr txBox="1"/>
              <p:nvPr/>
            </p:nvSpPr>
            <p:spPr>
              <a:xfrm>
                <a:off x="4270004" y="1861085"/>
                <a:ext cx="3454400" cy="955133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1−</m:t>
                      </m:r>
                      <m:f>
                        <m:f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zh-TW" alt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zh-TW" alt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𝐷</m:t>
                                      </m:r>
                                      <m:d>
                                        <m:dPr>
                                          <m:ctrlP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𝑢</m:t>
                                          </m:r>
                                          <m:r>
                                            <a:rPr kumimoji="0" lang="zh-TW" altLang="en-US" sz="18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zh-TW" alt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kumimoji="0" lang="zh-TW" altLang="en-US" sz="18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4C320F7-6D2A-7B3F-F941-ED278EA2A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004" y="1861085"/>
                <a:ext cx="3454400" cy="955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1827EA67-407E-4E7D-BF06-50875DAAA73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4450" y="3701310"/>
            <a:ext cx="2664000" cy="26521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57489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97136-A3C3-2447-7E87-3F238209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B9DA16-1136-90B3-BECB-0AB062BA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F66450-ABDA-8CD9-9038-9BD298CCC93F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高斯高通濾波器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5BAD286-F863-AD23-4F80-8F38BEEF98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1713" y="3744579"/>
            <a:ext cx="2551101" cy="255110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1521000-154C-2FCD-F8B8-CB6A7B0D9E0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7725" y="3749358"/>
            <a:ext cx="2564050" cy="25412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70E08B3-3EA6-AE49-4784-F081567B6D72}"/>
                  </a:ext>
                </a:extLst>
              </p:cNvPr>
              <p:cNvSpPr txBox="1"/>
              <p:nvPr/>
            </p:nvSpPr>
            <p:spPr>
              <a:xfrm>
                <a:off x="3954318" y="1784884"/>
                <a:ext cx="4057568" cy="898900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zh-TW" alt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</m:d>
                      <m:r>
                        <a:rPr kumimoji="0" lang="zh-TW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en-US" altLang="zh-TW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zh-TW" alt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zh-TW" alt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zh-TW" alt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kumimoji="0" lang="zh-TW" alt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zh-TW" altLang="en-US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zh-TW" altLang="en-US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𝑢</m:t>
                                      </m:r>
                                      <m:r>
                                        <a:rPr kumimoji="0" lang="zh-TW" altLang="en-US" sz="2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kumimoji="0" lang="zh-TW" altLang="en-US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0" lang="zh-TW" altLang="en-US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zh-TW" alt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kumimoji="0" lang="zh-TW" alt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zh-TW" alt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kumimoji="0" lang="zh-TW" altLang="en-US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kumimoji="0" lang="zh-TW" altLang="en-US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9588094-CA2B-D2AC-5203-A4DA0F67A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318" y="1784884"/>
                <a:ext cx="4057568" cy="898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552E4C56-BD3B-0E97-79E8-C46C1AB0B15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4450" y="3699344"/>
            <a:ext cx="2664000" cy="26561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977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B286-66C0-D664-1ADA-D15773F0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716840-0471-54B8-820C-72D8A370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595A016-A793-34D0-800D-70A5AEAD651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753" y="4547925"/>
            <a:ext cx="2160000" cy="215031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6BBD85D-0EFA-6D5D-A8CD-E107EB1F21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638" y="4533762"/>
            <a:ext cx="2160000" cy="21745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EC53DE6-15C4-9AB3-A2A7-2158F18D158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924" y="4549687"/>
            <a:ext cx="2160000" cy="214729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59DA4F5-4DA3-F78E-9FC7-AE67C18D7B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181" y="2911770"/>
            <a:ext cx="1387544" cy="140250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1643ADE-ECEC-3B16-9522-F7E66B1FCED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91" y="567044"/>
            <a:ext cx="2160000" cy="217472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F1F5188-7AEB-40D4-3E26-02DD5D27C5D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5453" y="571965"/>
            <a:ext cx="2160000" cy="216488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CE96F8C-14E5-9207-D7D3-0EBA01DE2C5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1525" y="584023"/>
            <a:ext cx="2160000" cy="214077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A28CF4A-B2CD-744E-36DA-92B7EF554469}"/>
              </a:ext>
            </a:extLst>
          </p:cNvPr>
          <p:cNvSpPr txBox="1"/>
          <p:nvPr/>
        </p:nvSpPr>
        <p:spPr>
          <a:xfrm>
            <a:off x="2886075" y="1666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理想高通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1E5DBF0-B5FB-996A-0E60-8442415FCECF}"/>
              </a:ext>
            </a:extLst>
          </p:cNvPr>
          <p:cNvSpPr txBox="1"/>
          <p:nvPr/>
        </p:nvSpPr>
        <p:spPr>
          <a:xfrm>
            <a:off x="5476875" y="1666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巴特沃斯高通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AA61470-0529-6101-99AF-20D639F721C3}"/>
              </a:ext>
            </a:extLst>
          </p:cNvPr>
          <p:cNvSpPr txBox="1"/>
          <p:nvPr/>
        </p:nvSpPr>
        <p:spPr>
          <a:xfrm>
            <a:off x="8601075" y="1666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高斯高通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E9FBB7A-4AF8-DD7B-73FD-7C6DAC880FF5}"/>
              </a:ext>
            </a:extLst>
          </p:cNvPr>
          <p:cNvSpPr txBox="1"/>
          <p:nvPr/>
        </p:nvSpPr>
        <p:spPr>
          <a:xfrm>
            <a:off x="4457700" y="33670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疊加原圖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4D3A4FF-FF5E-E1D1-FC64-C38D84880808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3408291" y="2741772"/>
            <a:ext cx="2841662" cy="1699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68A0DB2-914B-8400-33C6-08631AD021BB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245453" y="2736852"/>
            <a:ext cx="4500" cy="174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2FBF523D-73B1-9B18-2861-48CC4BE02A99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 flipH="1">
            <a:off x="6249953" y="2724794"/>
            <a:ext cx="2901572" cy="186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1642F39-0EDB-D814-C6F8-63B8E92AA881}"/>
              </a:ext>
            </a:extLst>
          </p:cNvPr>
          <p:cNvCxnSpPr>
            <a:stCxn id="9" idx="2"/>
            <a:endCxn id="4" idx="0"/>
          </p:cNvCxnSpPr>
          <p:nvPr/>
        </p:nvCxnSpPr>
        <p:spPr>
          <a:xfrm flipH="1">
            <a:off x="3384753" y="4314276"/>
            <a:ext cx="2865200" cy="233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8B2BE508-3347-3D1B-301B-C98C810D353D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flipH="1">
            <a:off x="6248638" y="4314276"/>
            <a:ext cx="1315" cy="2194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21CF75AE-FA22-DD71-AB18-24B664583873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6249953" y="4314276"/>
            <a:ext cx="2887971" cy="235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747A9BC-52C9-7C09-9CC4-ECC73B889C39}"/>
              </a:ext>
            </a:extLst>
          </p:cNvPr>
          <p:cNvSpPr txBox="1"/>
          <p:nvPr/>
        </p:nvSpPr>
        <p:spPr>
          <a:xfrm>
            <a:off x="2647950" y="414337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有點水波紋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20937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A223-D2B6-EFCB-8B2F-0F34F705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3CAB77D-BE7B-BE5F-79D5-A5D1A718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AD21B5-6DD2-A6A5-25C3-8CF2A9E9E319}"/>
              </a:ext>
            </a:extLst>
          </p:cNvPr>
          <p:cNvSpPr txBox="1"/>
          <p:nvPr/>
        </p:nvSpPr>
        <p:spPr>
          <a:xfrm>
            <a:off x="0" y="11348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同態濾波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63D227-A001-FF97-B238-8E251B8CD9D5}"/>
              </a:ext>
            </a:extLst>
          </p:cNvPr>
          <p:cNvSpPr txBox="1"/>
          <p:nvPr/>
        </p:nvSpPr>
        <p:spPr>
          <a:xfrm>
            <a:off x="177638" y="845212"/>
            <a:ext cx="6432167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影像可被視為照度與反射率乘積。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照度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（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illumination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）反映環境光線，通常為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低頻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成分。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反射率（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reflectance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）代表物體表面的細節，屬於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高頻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成分。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562F0A4-A02A-85AC-434F-999FDABF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892" y="3666310"/>
            <a:ext cx="11216640" cy="2461764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AE54D3CB-B4BC-7AE2-97C0-E21F65BFC83E}"/>
              </a:ext>
            </a:extLst>
          </p:cNvPr>
          <p:cNvSpPr txBox="1"/>
          <p:nvPr/>
        </p:nvSpPr>
        <p:spPr>
          <a:xfrm>
            <a:off x="1515292" y="32961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原圖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6416A93-FA63-48B0-644F-C6C401A2DFAA}"/>
              </a:ext>
            </a:extLst>
          </p:cNvPr>
          <p:cNvSpPr txBox="1"/>
          <p:nvPr/>
        </p:nvSpPr>
        <p:spPr>
          <a:xfrm>
            <a:off x="4201886" y="32961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頻譜圖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0719061-F5FC-2218-161E-84E8AD12F00B}"/>
              </a:ext>
            </a:extLst>
          </p:cNvPr>
          <p:cNvSpPr txBox="1"/>
          <p:nvPr/>
        </p:nvSpPr>
        <p:spPr>
          <a:xfrm>
            <a:off x="6601097" y="32961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同態濾波後頻譜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223A83F-F441-A829-4811-722B1F38172E}"/>
              </a:ext>
            </a:extLst>
          </p:cNvPr>
          <p:cNvSpPr txBox="1"/>
          <p:nvPr/>
        </p:nvSpPr>
        <p:spPr>
          <a:xfrm>
            <a:off x="9400903" y="32961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同態濾波後影像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FB69B89-5627-F1FE-D0D9-1160367992CD}"/>
                  </a:ext>
                </a:extLst>
              </p:cNvPr>
              <p:cNvSpPr txBox="1"/>
              <p:nvPr/>
            </p:nvSpPr>
            <p:spPr>
              <a:xfrm>
                <a:off x="7515496" y="494603"/>
                <a:ext cx="29870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𝑖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．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𝑟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FB69B89-5627-F1FE-D0D9-116036799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496" y="494603"/>
                <a:ext cx="2987041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82EECCB-C301-B273-B27C-2E2111BE7A83}"/>
                  </a:ext>
                </a:extLst>
              </p:cNvPr>
              <p:cNvSpPr txBox="1"/>
              <p:nvPr/>
            </p:nvSpPr>
            <p:spPr>
              <a:xfrm>
                <a:off x="6766560" y="890844"/>
                <a:ext cx="53209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𝓕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log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⁡(</m:t>
                      </m:r>
                      <m:r>
                        <a:rPr kumimoji="0" lang="zh-TW" alt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} 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𝓕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log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⁡(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𝑖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}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𝓕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log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⁡(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𝑟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}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82EECCB-C301-B273-B27C-2E2111BE7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0" y="890844"/>
                <a:ext cx="5320937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B5389AA6-BC83-4441-BAE9-18C78DD9CDC2}"/>
              </a:ext>
            </a:extLst>
          </p:cNvPr>
          <p:cNvSpPr txBox="1"/>
          <p:nvPr/>
        </p:nvSpPr>
        <p:spPr>
          <a:xfrm>
            <a:off x="9239794" y="60437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增強細節，降低光照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186EAC4-BD5A-28EF-AC8B-C84855C258AB}"/>
                  </a:ext>
                </a:extLst>
              </p:cNvPr>
              <p:cNvSpPr txBox="1"/>
              <p:nvPr/>
            </p:nvSpPr>
            <p:spPr>
              <a:xfrm>
                <a:off x="6914605" y="2819791"/>
                <a:ext cx="4876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TW" alt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TW" alt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exp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⁡(</m:t>
                      </m:r>
                      <m:sSup>
                        <m:sSupPr>
                          <m:ctrlPr>
                            <a:rPr kumimoji="0" lang="zh-TW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標楷體"/>
                              <a:cs typeface="+mn-cs"/>
                            </a:rPr>
                            <m:t>𝓕</m:t>
                          </m:r>
                        </m:e>
                        <m:sup>
                          <m:r>
                            <a:rPr kumimoji="0" lang="zh-TW" alt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prstClr val="black"/>
                          </a:solidFill>
                        </a:rPr>
                        <m:t>G</m:t>
                      </m:r>
                      <m:d>
                        <m:dPr>
                          <m:ctrlPr>
                            <a:rPr lang="zh-TW" altLang="en-US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})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186EAC4-BD5A-28EF-AC8B-C84855C25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605" y="2819791"/>
                <a:ext cx="4876800" cy="369332"/>
              </a:xfrm>
              <a:prstGeom prst="rect">
                <a:avLst/>
              </a:prstGeom>
              <a:blipFill>
                <a:blip r:embed="rId5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5B19D24-04DC-FA8A-19F6-B8420F24EBE4}"/>
                  </a:ext>
                </a:extLst>
              </p:cNvPr>
              <p:cNvSpPr txBox="1"/>
              <p:nvPr/>
            </p:nvSpPr>
            <p:spPr>
              <a:xfrm>
                <a:off x="7685313" y="1718157"/>
                <a:ext cx="29870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TW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𝐻</m:t>
                    </m:r>
                    <m:d>
                      <m:dPr>
                        <m:ctrlPr>
                          <a:rPr kumimoji="0" lang="zh-TW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．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kumimoji="0" lang="zh-TW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5B19D24-04DC-FA8A-19F6-B8420F24E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313" y="1718157"/>
                <a:ext cx="2987041" cy="369332"/>
              </a:xfrm>
              <a:prstGeom prst="rect">
                <a:avLst/>
              </a:prstGeom>
              <a:blipFill>
                <a:blip r:embed="rId6"/>
                <a:stretch>
                  <a:fillRect l="-1837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2480523-0191-4FEA-E3CC-7CD5B96BCAC5}"/>
                  </a:ext>
                </a:extLst>
              </p:cNvPr>
              <p:cNvSpPr txBox="1"/>
              <p:nvPr/>
            </p:nvSpPr>
            <p:spPr>
              <a:xfrm>
                <a:off x="6958149" y="2138071"/>
                <a:ext cx="4850675" cy="54072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sepChr m:val=",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ar-AE" altLang="zh-TW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zh-TW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endChr m:val="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sepChr m:val=",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sSup>
                                    <m:sSupPr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altLang="zh-TW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altLang="zh-TW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ar-AE" altLang="zh-TW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Sup>
                                    <m:sSubSupPr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ar-AE" altLang="zh-TW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ar-AE" altLang="zh-TW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ar-AE" altLang="zh-TW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2480523-0191-4FEA-E3CC-7CD5B96BC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149" y="2138071"/>
                <a:ext cx="4850675" cy="540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888E2B2-FF70-0F60-856E-7ECA83BA029A}"/>
                  </a:ext>
                </a:extLst>
              </p:cNvPr>
              <p:cNvSpPr txBox="1"/>
              <p:nvPr/>
            </p:nvSpPr>
            <p:spPr>
              <a:xfrm>
                <a:off x="95795" y="2055112"/>
                <a:ext cx="328313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如果設定：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altLang="zh-TW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提升「反射率」細節</a:t>
                </a:r>
                <a:endParaRPr lang="en-US" altLang="zh-TW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altLang="zh-TW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壓低「照度」成分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888E2B2-FF70-0F60-856E-7ECA83BA0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5" y="2055112"/>
                <a:ext cx="3283132" cy="923330"/>
              </a:xfrm>
              <a:prstGeom prst="rect">
                <a:avLst/>
              </a:prstGeom>
              <a:blipFill>
                <a:blip r:embed="rId8"/>
                <a:stretch>
                  <a:fillRect l="-1673" t="-2632" b="-9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059D7C0-7C9F-C7F7-9974-62D47C4605F9}"/>
                  </a:ext>
                </a:extLst>
              </p:cNvPr>
              <p:cNvSpPr txBox="1"/>
              <p:nvPr/>
            </p:nvSpPr>
            <p:spPr>
              <a:xfrm>
                <a:off x="7707086" y="1330625"/>
                <a:ext cx="362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𝑍</m:t>
                    </m:r>
                    <m:d>
                      <m:dPr>
                        <m:ctrlPr>
                          <a:rPr kumimoji="0" lang="zh-TW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TW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zh-TW" altLang="en-US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zh-TW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zh-TW" altLang="en-US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059D7C0-7C9F-C7F7-9974-62D47C460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086" y="1330625"/>
                <a:ext cx="362276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B6429BB9-2172-94DA-6844-CB1CC0A7C4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6687" y="3699284"/>
            <a:ext cx="2347050" cy="234016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E69977B-5B49-ABB8-133B-769B7B993B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2884" y="3700244"/>
            <a:ext cx="2376767" cy="2360922"/>
          </a:xfrm>
          <a:prstGeom prst="rect">
            <a:avLst/>
          </a:prstGeom>
        </p:spPr>
      </p:pic>
      <p:pic>
        <p:nvPicPr>
          <p:cNvPr id="1028" name="Picture 4" descr="同态滤波(Homomorphic filtering)-CSDN博客">
            <a:extLst>
              <a:ext uri="{FF2B5EF4-FFF2-40B4-BE49-F238E27FC236}">
                <a16:creationId xmlns:a16="http://schemas.microsoft.com/office/drawing/2014/main" id="{668DD04E-01CC-6882-950A-7C3839E40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3"/>
          <a:stretch>
            <a:fillRect/>
          </a:stretch>
        </p:blipFill>
        <p:spPr bwMode="auto">
          <a:xfrm>
            <a:off x="3179705" y="2033179"/>
            <a:ext cx="2132523" cy="102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94CCEF9-0855-2F04-D44D-587D77274A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1268" y="1863633"/>
            <a:ext cx="1595222" cy="138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80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A5C1-BCD2-01C0-81B9-CADF439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BF05DA-4EEB-4D9D-3A73-D6E27937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51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AD5C33A-458C-C2B6-045F-5FEF0692F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090" y="2529179"/>
            <a:ext cx="2880000" cy="288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EE05BD8-806F-C187-2B6C-FFA172491B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33885" y="2529179"/>
            <a:ext cx="2880000" cy="288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FEE480B-9331-024F-2872-801B2F7D40C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9679" y="2529179"/>
            <a:ext cx="2880000" cy="2880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99804CD-9583-8A44-929F-0791AC95F791}"/>
              </a:ext>
            </a:extLst>
          </p:cNvPr>
          <p:cNvSpPr txBox="1"/>
          <p:nvPr/>
        </p:nvSpPr>
        <p:spPr>
          <a:xfrm>
            <a:off x="0" y="26205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+mj-lt"/>
                <a:ea typeface="+mj-ea"/>
              </a:rPr>
              <a:t>二維傅立葉轉換 </a:t>
            </a:r>
            <a:r>
              <a:rPr lang="zh-TW" altLang="en-US" sz="4000" dirty="0"/>
              <a:t>共軛對稱（</a:t>
            </a:r>
            <a:r>
              <a:rPr lang="en-US" altLang="zh-TW" sz="4000" dirty="0"/>
              <a:t>Conjugate Symmetry</a:t>
            </a:r>
            <a:r>
              <a:rPr lang="zh-TW" altLang="en-US" sz="4000" dirty="0"/>
              <a:t>）</a:t>
            </a:r>
            <a:endParaRPr lang="zh-TW" altLang="en-US" sz="4000" dirty="0">
              <a:latin typeface="+mj-lt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98917EA-79F4-4521-E44C-A7EF554EACDC}"/>
              </a:ext>
            </a:extLst>
          </p:cNvPr>
          <p:cNvSpPr txBox="1"/>
          <p:nvPr/>
        </p:nvSpPr>
        <p:spPr>
          <a:xfrm>
            <a:off x="4885509" y="1550126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/>
              <a:t>傅立葉轉換後</a:t>
            </a:r>
            <a:endParaRPr lang="en-US" altLang="zh-TW" sz="2800" dirty="0"/>
          </a:p>
          <a:p>
            <a:pPr algn="ctr"/>
            <a:r>
              <a:rPr lang="zh-TW" altLang="en-US" sz="2800" dirty="0"/>
              <a:t>會在四個角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78F7B11-B166-9A65-D83E-093F03415277}"/>
              </a:ext>
            </a:extLst>
          </p:cNvPr>
          <p:cNvSpPr txBox="1"/>
          <p:nvPr/>
        </p:nvSpPr>
        <p:spPr>
          <a:xfrm>
            <a:off x="9296400" y="190282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平移後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C8F75B5-FF58-A2AB-4780-3E3D630DBBBA}"/>
              </a:ext>
            </a:extLst>
          </p:cNvPr>
          <p:cNvSpPr txBox="1"/>
          <p:nvPr/>
        </p:nvSpPr>
        <p:spPr>
          <a:xfrm>
            <a:off x="1680755" y="18462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原圖</a:t>
            </a:r>
          </a:p>
        </p:txBody>
      </p:sp>
    </p:spTree>
    <p:extLst>
      <p:ext uri="{BB962C8B-B14F-4D97-AF65-F5344CB8AC3E}">
        <p14:creationId xmlns:p14="http://schemas.microsoft.com/office/powerpoint/2010/main" val="3984741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94207DB-D10D-F1C7-B67E-F2CDECFB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C1D042-CD23-94B6-727B-29F5779412EE}"/>
              </a:ext>
            </a:extLst>
          </p:cNvPr>
          <p:cNvSpPr txBox="1"/>
          <p:nvPr/>
        </p:nvSpPr>
        <p:spPr>
          <a:xfrm>
            <a:off x="0" y="40957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/>
              <a:t>奈奎斯特取樣定理（</a:t>
            </a:r>
            <a:r>
              <a:rPr lang="en-US" altLang="zh-TW" sz="4000" dirty="0"/>
              <a:t>Nyquist Sampling Theorem</a:t>
            </a:r>
            <a:r>
              <a:rPr lang="zh-TW" altLang="en-US" sz="4000" dirty="0"/>
              <a:t>）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F50CEC6-2C7B-13A2-E68A-C31A64CF1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2" y="3197676"/>
            <a:ext cx="3749042" cy="296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445D2F7-2E77-7A0B-7C0B-4B8D7981F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423" y="4317546"/>
            <a:ext cx="9144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9F7F9D9-9482-8928-14D1-55B64531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3" y="3219449"/>
            <a:ext cx="3688539" cy="292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44340E1-64AD-1612-F40C-0A4D6E7D6067}"/>
              </a:ext>
            </a:extLst>
          </p:cNvPr>
          <p:cNvCxnSpPr>
            <a:stCxn id="3074" idx="3"/>
            <a:endCxn id="3076" idx="1"/>
          </p:cNvCxnSpPr>
          <p:nvPr/>
        </p:nvCxnSpPr>
        <p:spPr>
          <a:xfrm flipV="1">
            <a:off x="4432664" y="4679496"/>
            <a:ext cx="1127759" cy="2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8F70035-0AB4-B626-3873-03AF41454440}"/>
              </a:ext>
            </a:extLst>
          </p:cNvPr>
          <p:cNvCxnSpPr>
            <a:stCxn id="3076" idx="3"/>
            <a:endCxn id="6" idx="1"/>
          </p:cNvCxnSpPr>
          <p:nvPr/>
        </p:nvCxnSpPr>
        <p:spPr>
          <a:xfrm>
            <a:off x="6474823" y="4679496"/>
            <a:ext cx="1362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926D735-56FD-906B-8DC7-3B3ABFF09889}"/>
              </a:ext>
            </a:extLst>
          </p:cNvPr>
          <p:cNvSpPr txBox="1"/>
          <p:nvPr/>
        </p:nvSpPr>
        <p:spPr>
          <a:xfrm>
            <a:off x="2063932" y="27780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原圖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26D794-8A33-D50E-FE11-95CD2D8ECBC4}"/>
              </a:ext>
            </a:extLst>
          </p:cNvPr>
          <p:cNvSpPr txBox="1"/>
          <p:nvPr/>
        </p:nvSpPr>
        <p:spPr>
          <a:xfrm>
            <a:off x="9331235" y="27736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放大後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1999D2-A275-9FEB-689B-0F44CA1FE523}"/>
              </a:ext>
            </a:extLst>
          </p:cNvPr>
          <p:cNvSpPr txBox="1"/>
          <p:nvPr/>
        </p:nvSpPr>
        <p:spPr>
          <a:xfrm>
            <a:off x="5029200" y="3853543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Resize </a:t>
            </a:r>
            <a:r>
              <a:rPr lang="zh-TW" altLang="en-US" dirty="0"/>
              <a:t>成原本的</a:t>
            </a:r>
            <a:r>
              <a:rPr lang="en-US" altLang="zh-TW" dirty="0"/>
              <a:t>20%</a:t>
            </a:r>
            <a:endParaRPr lang="zh-TW" altLang="en-US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852DC6C-FEE4-5CC6-0941-E615043E9C0B}"/>
              </a:ext>
            </a:extLst>
          </p:cNvPr>
          <p:cNvSpPr/>
          <p:nvPr/>
        </p:nvSpPr>
        <p:spPr>
          <a:xfrm>
            <a:off x="8438605" y="4502331"/>
            <a:ext cx="3152503" cy="186363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1638567-A812-C5FB-4CC8-32E32C39A1DD}"/>
              </a:ext>
            </a:extLst>
          </p:cNvPr>
          <p:cNvSpPr txBox="1"/>
          <p:nvPr/>
        </p:nvSpPr>
        <p:spPr>
          <a:xfrm>
            <a:off x="4264995" y="6156961"/>
            <a:ext cx="559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原本直線，出現</a:t>
            </a:r>
            <a:r>
              <a:rPr lang="zh-TW" alt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摩爾紋</a:t>
            </a:r>
            <a:r>
              <a:rPr lang="en-US" altLang="zh-TW" dirty="0"/>
              <a:t>(</a:t>
            </a:r>
            <a:r>
              <a:rPr lang="en-US" altLang="zh-TW" dirty="0" err="1"/>
              <a:t>Moire</a:t>
            </a:r>
            <a:r>
              <a:rPr lang="en-US" altLang="zh-TW" dirty="0"/>
              <a:t> pattern)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5A8087A-5AA1-6200-3D79-8327EB4F9C6B}"/>
              </a:ext>
            </a:extLst>
          </p:cNvPr>
          <p:cNvSpPr txBox="1"/>
          <p:nvPr/>
        </p:nvSpPr>
        <p:spPr>
          <a:xfrm>
            <a:off x="679268" y="1505635"/>
            <a:ext cx="672301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影像中的</a:t>
            </a:r>
            <a:r>
              <a:rPr lang="zh-TW" altLang="en-US" dirty="0">
                <a:solidFill>
                  <a:srgbClr val="FF0000"/>
                </a:solidFill>
              </a:rPr>
              <a:t>高頻</a:t>
            </a:r>
            <a:r>
              <a:rPr lang="zh-TW" altLang="en-US" dirty="0"/>
              <a:t>成分在</a:t>
            </a:r>
            <a:r>
              <a:rPr lang="zh-TW" altLang="en-US" dirty="0">
                <a:solidFill>
                  <a:srgbClr val="FF0000"/>
                </a:solidFill>
              </a:rPr>
              <a:t>採樣頻率不足</a:t>
            </a:r>
            <a:r>
              <a:rPr lang="zh-TW" altLang="en-US" dirty="0"/>
              <a:t>時會被錯誤地映射為</a:t>
            </a:r>
            <a:r>
              <a:rPr lang="zh-TW" altLang="en-US" dirty="0">
                <a:solidFill>
                  <a:srgbClr val="FF0000"/>
                </a:solidFill>
              </a:rPr>
              <a:t>低頻</a:t>
            </a:r>
            <a:r>
              <a:rPr lang="zh-TW" altLang="en-US" dirty="0"/>
              <a:t>成分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66BD222-FB85-D644-2688-55154E08AE72}"/>
                  </a:ext>
                </a:extLst>
              </p:cNvPr>
              <p:cNvSpPr txBox="1"/>
              <p:nvPr/>
            </p:nvSpPr>
            <p:spPr>
              <a:xfrm>
                <a:off x="701039" y="2128298"/>
                <a:ext cx="7284721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為了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避免混疊</a:t>
                </a:r>
                <a:r>
                  <a:rPr lang="zh-TW" altLang="en-US" dirty="0"/>
                  <a:t>，採樣頻率必須至少是信號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最高頻率的兩倍</a:t>
                </a:r>
                <a:r>
                  <a:rPr lang="zh-TW" altLang="en-US" dirty="0"/>
                  <a:t>（即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/>
                  <a:t>）</a:t>
                </a: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66BD222-FB85-D644-2688-55154E08A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39" y="2128298"/>
                <a:ext cx="7284721" cy="369332"/>
              </a:xfrm>
              <a:prstGeom prst="rect">
                <a:avLst/>
              </a:prstGeom>
              <a:blipFill>
                <a:blip r:embed="rId4"/>
                <a:stretch>
                  <a:fillRect l="-669" t="-6557" r="-3766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142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A666F-8525-9019-29C0-BEBAA6020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FBAC4C6F-AA09-60B2-8176-DDE62D63A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F55DEFA-6500-7A9F-8A79-C383256C7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5628712" y="674922"/>
            <a:ext cx="6214944" cy="575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A6992A6-CCD7-68B8-FB01-6232A2207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BB07AC1-45F9-1513-A7A5-17FE6F60D2EE}"/>
              </a:ext>
            </a:extLst>
          </p:cNvPr>
          <p:cNvSpPr txBox="1"/>
          <p:nvPr/>
        </p:nvSpPr>
        <p:spPr>
          <a:xfrm>
            <a:off x="687531" y="2781299"/>
            <a:ext cx="3967596" cy="10333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推導</a:t>
            </a:r>
            <a:endParaRPr kumimoji="0" lang="en-US" altLang="zh-TW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A32231E-06D0-F0B3-7A21-53E05D360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DB0E017-7249-9F6C-6A0B-5427F7144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EF1C40-59ED-58C7-3E89-0126BD7A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7873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026577D-4DC5-8DB8-558E-EF2BC234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54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719A97C-4392-2775-B2AD-171F98A39B7B}"/>
              </a:ext>
            </a:extLst>
          </p:cNvPr>
          <p:cNvSpPr txBox="1"/>
          <p:nvPr/>
        </p:nvSpPr>
        <p:spPr>
          <a:xfrm>
            <a:off x="0" y="243321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i="0" dirty="0">
                <a:effectLst/>
                <a:latin typeface="Roboto" panose="02000000000000000000" pitchFamily="2" charset="0"/>
              </a:rPr>
              <a:t>傅里葉變換 推導</a:t>
            </a:r>
            <a:r>
              <a:rPr lang="en-US" altLang="zh-TW" sz="4000" i="0" dirty="0">
                <a:effectLst/>
                <a:latin typeface="+mj-lt"/>
              </a:rPr>
              <a:t>(1)</a:t>
            </a:r>
            <a:r>
              <a:rPr lang="en-US" altLang="zh-TW" sz="4000" i="0" dirty="0">
                <a:effectLst/>
                <a:latin typeface="Roboto" panose="02000000000000000000" pitchFamily="2" charset="0"/>
              </a:rPr>
              <a:t>:</a:t>
            </a:r>
            <a:r>
              <a:rPr lang="zh-TW" altLang="en-US" sz="4000" i="0" dirty="0">
                <a:effectLst/>
                <a:latin typeface="Roboto" panose="02000000000000000000" pitchFamily="2" charset="0"/>
              </a:rPr>
              <a:t>傅立葉級數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06535FD-A72A-A5BC-82F2-3391EFDBAA10}"/>
                  </a:ext>
                </a:extLst>
              </p:cNvPr>
              <p:cNvSpPr txBox="1"/>
              <p:nvPr/>
            </p:nvSpPr>
            <p:spPr>
              <a:xfrm>
                <a:off x="877456" y="3228168"/>
                <a:ext cx="5043053" cy="96898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600" i="1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600" i="1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16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06535FD-A72A-A5BC-82F2-3391EFDBA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56" y="3228168"/>
                <a:ext cx="5043053" cy="9689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9BA93D9-3A4C-A698-E720-06305FB9AA03}"/>
                  </a:ext>
                </a:extLst>
              </p:cNvPr>
              <p:cNvSpPr txBox="1"/>
              <p:nvPr/>
            </p:nvSpPr>
            <p:spPr>
              <a:xfrm>
                <a:off x="927677" y="4761402"/>
                <a:ext cx="2120324" cy="8125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9BA93D9-3A4C-A698-E720-06305FB9A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77" y="4761402"/>
                <a:ext cx="2120324" cy="812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59F67B0-2C4E-138C-8C2E-2AB9CA05663D}"/>
                  </a:ext>
                </a:extLst>
              </p:cNvPr>
              <p:cNvSpPr txBox="1"/>
              <p:nvPr/>
            </p:nvSpPr>
            <p:spPr>
              <a:xfrm>
                <a:off x="9319494" y="1754909"/>
                <a:ext cx="1691489" cy="4840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dirty="0">
                    <a:latin typeface="+mj-ea"/>
                    <a:ea typeface="+mj-ea"/>
                    <a:cs typeface="Times New Roman" panose="02020603050405020304" pitchFamily="18" charset="0"/>
                  </a:rPr>
                  <a:t>角頻率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59F67B0-2C4E-138C-8C2E-2AB9CA056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494" y="1754909"/>
                <a:ext cx="1691489" cy="484043"/>
              </a:xfrm>
              <a:prstGeom prst="rect">
                <a:avLst/>
              </a:prstGeom>
              <a:blipFill>
                <a:blip r:embed="rId4"/>
                <a:stretch>
                  <a:fillRect l="-3971" t="-1266" b="-113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0477353-9FE1-3757-C371-AFAF8571BEB6}"/>
                  </a:ext>
                </a:extLst>
              </p:cNvPr>
              <p:cNvSpPr txBox="1"/>
              <p:nvPr/>
            </p:nvSpPr>
            <p:spPr>
              <a:xfrm>
                <a:off x="4287403" y="4749476"/>
                <a:ext cx="3187125" cy="8363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0477353-9FE1-3757-C371-AFAF8571B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403" y="4749476"/>
                <a:ext cx="3187125" cy="836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86DBB67-0B6C-F439-2D07-95DFFAFCB07D}"/>
                  </a:ext>
                </a:extLst>
              </p:cNvPr>
              <p:cNvSpPr txBox="1"/>
              <p:nvPr/>
            </p:nvSpPr>
            <p:spPr>
              <a:xfrm>
                <a:off x="8713930" y="4761402"/>
                <a:ext cx="3187125" cy="8125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zh-TW" altLang="zh-TW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86DBB67-0B6C-F439-2D07-95DFFAFCB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930" y="4761402"/>
                <a:ext cx="3187125" cy="8125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854539-E3A4-7F04-98C5-D29C451F7757}"/>
              </a:ext>
            </a:extLst>
          </p:cNvPr>
          <p:cNvSpPr txBox="1"/>
          <p:nvPr/>
        </p:nvSpPr>
        <p:spPr>
          <a:xfrm>
            <a:off x="572655" y="5657335"/>
            <a:ext cx="3103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函數在一個週期內的</a:t>
            </a:r>
            <a:r>
              <a:rPr lang="zh-TW" altLang="en-US" dirty="0">
                <a:solidFill>
                  <a:srgbClr val="FF0000"/>
                </a:solidFill>
              </a:rPr>
              <a:t>平均值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A6C194A-E90A-64B3-9BCC-5FBB19AC4BF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987839" y="3879273"/>
            <a:ext cx="0" cy="882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圖片 15">
            <a:extLst>
              <a:ext uri="{FF2B5EF4-FFF2-40B4-BE49-F238E27FC236}">
                <a16:creationId xmlns:a16="http://schemas.microsoft.com/office/drawing/2014/main" id="{0AA8B3B7-70FB-28F5-CA51-E93D5C254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511" y="1302328"/>
            <a:ext cx="3879272" cy="1426379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EA257378-C064-19EB-3958-2B5156C50794}"/>
              </a:ext>
            </a:extLst>
          </p:cNvPr>
          <p:cNvSpPr txBox="1"/>
          <p:nvPr/>
        </p:nvSpPr>
        <p:spPr>
          <a:xfrm>
            <a:off x="4932404" y="1470610"/>
            <a:ext cx="24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FF0000"/>
                </a:solidFill>
              </a:rPr>
              <a:t>f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8572760-C289-B803-BD5C-BC2038FF6968}"/>
                  </a:ext>
                </a:extLst>
              </p:cNvPr>
              <p:cNvSpPr txBox="1"/>
              <p:nvPr/>
            </p:nvSpPr>
            <p:spPr>
              <a:xfrm>
                <a:off x="4821384" y="1789215"/>
                <a:ext cx="3223490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TW" altLang="zh-TW" sz="2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800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i="1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  <m:r>
                                <a:rPr lang="en-US" altLang="zh-TW" sz="1800" i="1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TW" sz="1800" i="1">
                          <a:solidFill>
                            <a:srgbClr val="5757FF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sz="2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1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TW" altLang="zh-TW" sz="2800" i="1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800">
                              <a:solidFill>
                                <a:srgbClr val="5757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i="1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  <m:r>
                                <a:rPr lang="en-US" altLang="zh-TW" sz="1800" i="1">
                                  <a:solidFill>
                                    <a:srgbClr val="5757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>
                  <a:solidFill>
                    <a:srgbClr val="5757FF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8572760-C289-B803-BD5C-BC2038FF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384" y="1789215"/>
                <a:ext cx="3223490" cy="5132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C94C76-7976-E41C-143A-3B231B72868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094183" y="3870036"/>
            <a:ext cx="2786783" cy="879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C5C3BD3-948A-AC8D-1A22-686FE280D85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4553527" y="3870036"/>
            <a:ext cx="5753966" cy="8913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5043E5-0EDE-8286-A9AF-ABD1460FBA9F}"/>
              </a:ext>
            </a:extLst>
          </p:cNvPr>
          <p:cNvSpPr txBox="1"/>
          <p:nvPr/>
        </p:nvSpPr>
        <p:spPr>
          <a:xfrm>
            <a:off x="5232400" y="5640842"/>
            <a:ext cx="137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cos</a:t>
            </a:r>
            <a:r>
              <a:rPr lang="zh-TW" altLang="en-US" dirty="0">
                <a:solidFill>
                  <a:srgbClr val="FF0000"/>
                </a:solidFill>
              </a:rPr>
              <a:t>項權重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0CB99A-08FE-ED77-553F-3AF17DE13F72}"/>
              </a:ext>
            </a:extLst>
          </p:cNvPr>
          <p:cNvSpPr txBox="1"/>
          <p:nvPr/>
        </p:nvSpPr>
        <p:spPr>
          <a:xfrm>
            <a:off x="9619383" y="5595809"/>
            <a:ext cx="137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sin</a:t>
            </a:r>
            <a:r>
              <a:rPr lang="zh-TW" altLang="en-US" dirty="0">
                <a:solidFill>
                  <a:srgbClr val="FF0000"/>
                </a:solidFill>
              </a:rPr>
              <a:t>項權重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BAAA3F-7A35-0434-0C35-88C3B44A56D0}"/>
              </a:ext>
            </a:extLst>
          </p:cNvPr>
          <p:cNvSpPr txBox="1"/>
          <p:nvPr/>
        </p:nvSpPr>
        <p:spPr>
          <a:xfrm>
            <a:off x="209550" y="266700"/>
            <a:ext cx="76174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865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32642-E694-1E65-4C61-39B6AE8B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22168C0-14D2-5CE3-9E6E-568D043F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55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866495B-6B68-94CC-F1E5-6BC5CEBC58D6}"/>
              </a:ext>
            </a:extLst>
          </p:cNvPr>
          <p:cNvSpPr txBox="1"/>
          <p:nvPr/>
        </p:nvSpPr>
        <p:spPr>
          <a:xfrm>
            <a:off x="0" y="243321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i="0" dirty="0">
                <a:effectLst/>
                <a:latin typeface="+mj-lt"/>
                <a:ea typeface="+mj-ea"/>
              </a:rPr>
              <a:t>傅里葉變換 推導</a:t>
            </a:r>
            <a:r>
              <a:rPr lang="en-US" altLang="zh-TW" sz="4000" dirty="0"/>
              <a:t>(2)</a:t>
            </a:r>
            <a:r>
              <a:rPr lang="en-US" altLang="zh-TW" sz="4000" i="0" dirty="0">
                <a:effectLst/>
                <a:latin typeface="+mj-lt"/>
                <a:ea typeface="+mj-ea"/>
              </a:rPr>
              <a:t>:</a:t>
            </a:r>
            <a:r>
              <a:rPr lang="zh-TW" altLang="en-US" sz="4000" i="0" dirty="0">
                <a:effectLst/>
                <a:latin typeface="+mj-lt"/>
                <a:ea typeface="+mj-ea"/>
              </a:rPr>
              <a:t>使用歐拉公式替換</a:t>
            </a:r>
            <a:r>
              <a:rPr lang="en-US" altLang="zh-TW" sz="4000" i="0" dirty="0">
                <a:effectLst/>
                <a:latin typeface="+mj-lt"/>
                <a:ea typeface="+mj-ea"/>
              </a:rPr>
              <a:t>cos</a:t>
            </a:r>
            <a:r>
              <a:rPr lang="zh-TW" altLang="en-US" sz="4000" i="0" dirty="0">
                <a:effectLst/>
                <a:latin typeface="+mj-lt"/>
                <a:ea typeface="+mj-ea"/>
              </a:rPr>
              <a:t>、</a:t>
            </a:r>
            <a:r>
              <a:rPr lang="en-US" altLang="zh-TW" sz="4000" i="0" dirty="0">
                <a:effectLst/>
                <a:latin typeface="+mj-lt"/>
                <a:ea typeface="+mj-ea"/>
              </a:rPr>
              <a:t>sin</a:t>
            </a:r>
            <a:endParaRPr lang="zh-TW" altLang="en-US" sz="4000" dirty="0">
              <a:latin typeface="+mj-lt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073497E-6053-F78A-63EC-0EDCEB646B17}"/>
                  </a:ext>
                </a:extLst>
              </p:cNvPr>
              <p:cNvSpPr txBox="1"/>
              <p:nvPr/>
            </p:nvSpPr>
            <p:spPr>
              <a:xfrm>
                <a:off x="554183" y="1297769"/>
                <a:ext cx="5430980" cy="96898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600" i="1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600" i="1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1600" i="1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zh-TW" sz="16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073497E-6053-F78A-63EC-0EDCEB646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83" y="1297769"/>
                <a:ext cx="5430980" cy="9689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5D2F1A3-B14E-3D32-5D38-F8879A8D76A5}"/>
              </a:ext>
            </a:extLst>
          </p:cNvPr>
          <p:cNvCxnSpPr>
            <a:cxnSpLocks/>
          </p:cNvCxnSpPr>
          <p:nvPr/>
        </p:nvCxnSpPr>
        <p:spPr>
          <a:xfrm>
            <a:off x="3685309" y="1921163"/>
            <a:ext cx="0" cy="803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DBB8287-7C55-A16C-44F6-F1484D689694}"/>
                  </a:ext>
                </a:extLst>
              </p:cNvPr>
              <p:cNvSpPr txBox="1"/>
              <p:nvPr/>
            </p:nvSpPr>
            <p:spPr>
              <a:xfrm>
                <a:off x="1629641" y="2740335"/>
                <a:ext cx="3247158" cy="90467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DBB8287-7C55-A16C-44F6-F1484D689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641" y="2740335"/>
                <a:ext cx="3247158" cy="904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DFA3A73-DDD0-F428-3792-7A2CB8A06985}"/>
                  </a:ext>
                </a:extLst>
              </p:cNvPr>
              <p:cNvSpPr txBox="1"/>
              <p:nvPr/>
            </p:nvSpPr>
            <p:spPr>
              <a:xfrm>
                <a:off x="5338042" y="2715168"/>
                <a:ext cx="3247158" cy="9550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DFA3A73-DDD0-F428-3792-7A2CB8A0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042" y="2715168"/>
                <a:ext cx="3247158" cy="955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46A8BE2-DC3E-C88B-B48A-EDC8E6CEF57D}"/>
                  </a:ext>
                </a:extLst>
              </p:cNvPr>
              <p:cNvSpPr txBox="1"/>
              <p:nvPr/>
            </p:nvSpPr>
            <p:spPr>
              <a:xfrm>
                <a:off x="544945" y="4267200"/>
                <a:ext cx="2997167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TW" altLang="en-US" dirty="0"/>
                  <a:t>換掉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zh-TW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、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zh-TW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46A8BE2-DC3E-C88B-B48A-EDC8E6CEF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45" y="4267200"/>
                <a:ext cx="2997167" cy="369332"/>
              </a:xfrm>
              <a:prstGeom prst="rect">
                <a:avLst/>
              </a:prstGeom>
              <a:blipFill>
                <a:blip r:embed="rId5"/>
                <a:stretch>
                  <a:fillRect l="-1220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BA4DCE9-6E2D-F5AD-754B-67B5B64FFBD5}"/>
                  </a:ext>
                </a:extLst>
              </p:cNvPr>
              <p:cNvSpPr txBox="1"/>
              <p:nvPr/>
            </p:nvSpPr>
            <p:spPr>
              <a:xfrm>
                <a:off x="581888" y="4890716"/>
                <a:ext cx="9772074" cy="9315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zh-TW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BA4DCE9-6E2D-F5AD-754B-67B5B64FF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88" y="4890716"/>
                <a:ext cx="9772074" cy="9315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F9F7A234-82C9-8086-99DF-A03F86490EA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098472" y="1948873"/>
            <a:ext cx="1863149" cy="766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5BC3E70-5333-4399-2C82-B120CA0F5B84}"/>
              </a:ext>
            </a:extLst>
          </p:cNvPr>
          <p:cNvCxnSpPr>
            <a:cxnSpLocks/>
          </p:cNvCxnSpPr>
          <p:nvPr/>
        </p:nvCxnSpPr>
        <p:spPr>
          <a:xfrm>
            <a:off x="3685307" y="3657600"/>
            <a:ext cx="0" cy="125614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266C63C-97C9-09DC-D9B1-C141C5FED7E7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086763" y="3670173"/>
            <a:ext cx="874858" cy="123433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BF89E23-61D2-0F9B-D1A4-52BBF890DB83}"/>
              </a:ext>
            </a:extLst>
          </p:cNvPr>
          <p:cNvSpPr txBox="1"/>
          <p:nvPr/>
        </p:nvSpPr>
        <p:spPr>
          <a:xfrm>
            <a:off x="6289963" y="2068946"/>
            <a:ext cx="393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複數形式，怎麼變的 附件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     有補充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AD748D7-9AE1-7D33-4BB1-65376E66E228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C20FF13-3694-DACE-7D71-7E4968551200}"/>
              </a:ext>
            </a:extLst>
          </p:cNvPr>
          <p:cNvSpPr txBox="1"/>
          <p:nvPr/>
        </p:nvSpPr>
        <p:spPr>
          <a:xfrm>
            <a:off x="8505825" y="2066925"/>
            <a:ext cx="76174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9760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BE6150-446B-4FB6-6883-4C71410C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A20EDB1-FD78-BE2C-5DE9-2B502BF65BBE}"/>
                  </a:ext>
                </a:extLst>
              </p:cNvPr>
              <p:cNvSpPr txBox="1"/>
              <p:nvPr/>
            </p:nvSpPr>
            <p:spPr>
              <a:xfrm>
                <a:off x="1551264" y="4778141"/>
                <a:ext cx="3247158" cy="9078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A20EDB1-FD78-BE2C-5DE9-2B502BF65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264" y="4778141"/>
                <a:ext cx="3247158" cy="907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C705277-85F6-68AB-7D49-3A911663B9E8}"/>
                  </a:ext>
                </a:extLst>
              </p:cNvPr>
              <p:cNvSpPr txBox="1"/>
              <p:nvPr/>
            </p:nvSpPr>
            <p:spPr>
              <a:xfrm>
                <a:off x="7166843" y="4761681"/>
                <a:ext cx="3247158" cy="95821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C705277-85F6-68AB-7D49-3A911663B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843" y="4761681"/>
                <a:ext cx="3247158" cy="958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3A26AE32-F8A5-8620-6A2B-BA64D10A8313}"/>
              </a:ext>
            </a:extLst>
          </p:cNvPr>
          <p:cNvSpPr txBox="1"/>
          <p:nvPr/>
        </p:nvSpPr>
        <p:spPr>
          <a:xfrm>
            <a:off x="0" y="243321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FF0000"/>
                </a:solidFill>
                <a:latin typeface="+mj-lt"/>
                <a:ea typeface="+mj-ea"/>
              </a:rPr>
              <a:t>cos</a:t>
            </a:r>
            <a:r>
              <a:rPr lang="zh-TW" altLang="en-US" sz="4000" dirty="0">
                <a:solidFill>
                  <a:srgbClr val="FF0000"/>
                </a:solidFill>
                <a:latin typeface="+mj-lt"/>
                <a:ea typeface="+mj-ea"/>
              </a:rPr>
              <a:t>、</a:t>
            </a:r>
            <a:r>
              <a:rPr lang="en-US" altLang="zh-TW" sz="4000" dirty="0">
                <a:solidFill>
                  <a:srgbClr val="FF0000"/>
                </a:solidFill>
                <a:latin typeface="+mj-lt"/>
                <a:ea typeface="+mj-ea"/>
              </a:rPr>
              <a:t>sin </a:t>
            </a:r>
            <a:r>
              <a:rPr lang="zh-TW" altLang="en-US" sz="4000" dirty="0">
                <a:solidFill>
                  <a:srgbClr val="FF0000"/>
                </a:solidFill>
                <a:latin typeface="+mj-lt"/>
                <a:ea typeface="+mj-ea"/>
              </a:rPr>
              <a:t>複數形式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969A5BA-A52B-612E-A218-7CD82111856F}"/>
                  </a:ext>
                </a:extLst>
              </p:cNvPr>
              <p:cNvSpPr txBox="1"/>
              <p:nvPr/>
            </p:nvSpPr>
            <p:spPr>
              <a:xfrm>
                <a:off x="1576251" y="1580137"/>
                <a:ext cx="3405052" cy="47788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969A5BA-A52B-612E-A218-7CD821118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251" y="1580137"/>
                <a:ext cx="3405052" cy="477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2EBA21-8B03-CD81-02A5-20FB2E79C340}"/>
                  </a:ext>
                </a:extLst>
              </p:cNvPr>
              <p:cNvSpPr txBox="1"/>
              <p:nvPr/>
            </p:nvSpPr>
            <p:spPr>
              <a:xfrm>
                <a:off x="1554480" y="2255052"/>
                <a:ext cx="3405052" cy="47788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2EBA21-8B03-CD81-02A5-20FB2E79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2255052"/>
                <a:ext cx="3405052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A2EC29F-C68E-F7A3-3E0B-1A99E3278D22}"/>
                  </a:ext>
                </a:extLst>
              </p:cNvPr>
              <p:cNvSpPr txBox="1"/>
              <p:nvPr/>
            </p:nvSpPr>
            <p:spPr>
              <a:xfrm>
                <a:off x="1554479" y="2969154"/>
                <a:ext cx="4654733" cy="847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                  +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A2EC29F-C68E-F7A3-3E0B-1A99E3278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79" y="2969154"/>
                <a:ext cx="4654733" cy="847220"/>
              </a:xfrm>
              <a:prstGeom prst="rect">
                <a:avLst/>
              </a:prstGeom>
              <a:blipFill>
                <a:blip r:embed="rId6"/>
                <a:stretch>
                  <a:fillRect b="-100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BB010E4-0C60-7000-455A-12A3CB619A9D}"/>
                  </a:ext>
                </a:extLst>
              </p:cNvPr>
              <p:cNvSpPr txBox="1"/>
              <p:nvPr/>
            </p:nvSpPr>
            <p:spPr>
              <a:xfrm>
                <a:off x="1567541" y="4044662"/>
                <a:ext cx="3222173" cy="47788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BB010E4-0C60-7000-455A-12A3CB619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541" y="4044662"/>
                <a:ext cx="3222173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E6B5BDD-E10E-9085-31D2-2B16F9DE8B07}"/>
              </a:ext>
            </a:extLst>
          </p:cNvPr>
          <p:cNvCxnSpPr>
            <a:cxnSpLocks/>
          </p:cNvCxnSpPr>
          <p:nvPr/>
        </p:nvCxnSpPr>
        <p:spPr>
          <a:xfrm flipV="1">
            <a:off x="4589419" y="3021874"/>
            <a:ext cx="1410789" cy="383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8BBB567-AE6B-F7DA-7C97-8166F9D32BA9}"/>
              </a:ext>
            </a:extLst>
          </p:cNvPr>
          <p:cNvCxnSpPr>
            <a:cxnSpLocks/>
          </p:cNvCxnSpPr>
          <p:nvPr/>
        </p:nvCxnSpPr>
        <p:spPr>
          <a:xfrm flipV="1">
            <a:off x="4558939" y="3409406"/>
            <a:ext cx="1410789" cy="383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4DC6231-5136-311D-14B4-EF48E248D699}"/>
                  </a:ext>
                </a:extLst>
              </p:cNvPr>
              <p:cNvSpPr txBox="1"/>
              <p:nvPr/>
            </p:nvSpPr>
            <p:spPr>
              <a:xfrm>
                <a:off x="7171509" y="1567074"/>
                <a:ext cx="3405052" cy="47788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4DC6231-5136-311D-14B4-EF48E248D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509" y="1567074"/>
                <a:ext cx="3405052" cy="477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A673842-832F-ECAA-EC8F-7E66C00FEA65}"/>
                  </a:ext>
                </a:extLst>
              </p:cNvPr>
              <p:cNvSpPr txBox="1"/>
              <p:nvPr/>
            </p:nvSpPr>
            <p:spPr>
              <a:xfrm>
                <a:off x="7149738" y="2241989"/>
                <a:ext cx="3405052" cy="47788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A673842-832F-ECAA-EC8F-7E66C00FE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738" y="2241989"/>
                <a:ext cx="3405052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0AA207E-5712-1A59-B55E-D17F3D2008D6}"/>
                  </a:ext>
                </a:extLst>
              </p:cNvPr>
              <p:cNvSpPr txBox="1"/>
              <p:nvPr/>
            </p:nvSpPr>
            <p:spPr>
              <a:xfrm>
                <a:off x="7149737" y="2956091"/>
                <a:ext cx="4654733" cy="847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0AA207E-5712-1A59-B55E-D17F3D200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737" y="2956091"/>
                <a:ext cx="4654733" cy="847220"/>
              </a:xfrm>
              <a:prstGeom prst="rect">
                <a:avLst/>
              </a:prstGeom>
              <a:blipFill>
                <a:blip r:embed="rId10"/>
                <a:stretch>
                  <a:fillRect b="-9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15CB7FF-D108-5CEB-DE39-91D31D42C96D}"/>
                  </a:ext>
                </a:extLst>
              </p:cNvPr>
              <p:cNvSpPr txBox="1"/>
              <p:nvPr/>
            </p:nvSpPr>
            <p:spPr>
              <a:xfrm>
                <a:off x="7162799" y="4031599"/>
                <a:ext cx="3222173" cy="47788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15CB7FF-D108-5CEB-DE39-91D31D42C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799" y="4031599"/>
                <a:ext cx="3222173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0520688-2E1D-2225-746F-25A552AC26A5}"/>
              </a:ext>
            </a:extLst>
          </p:cNvPr>
          <p:cNvCxnSpPr>
            <a:cxnSpLocks/>
          </p:cNvCxnSpPr>
          <p:nvPr/>
        </p:nvCxnSpPr>
        <p:spPr>
          <a:xfrm flipV="1">
            <a:off x="8939351" y="3008811"/>
            <a:ext cx="1410789" cy="383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A583536F-400C-8456-B755-88AC82BB8131}"/>
              </a:ext>
            </a:extLst>
          </p:cNvPr>
          <p:cNvCxnSpPr>
            <a:cxnSpLocks/>
          </p:cNvCxnSpPr>
          <p:nvPr/>
        </p:nvCxnSpPr>
        <p:spPr>
          <a:xfrm flipV="1">
            <a:off x="8908871" y="3396343"/>
            <a:ext cx="1410789" cy="383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E740462-6BDF-3277-7467-B596001FCF12}"/>
              </a:ext>
            </a:extLst>
          </p:cNvPr>
          <p:cNvSpPr txBox="1"/>
          <p:nvPr/>
        </p:nvSpPr>
        <p:spPr>
          <a:xfrm>
            <a:off x="5094516" y="1463040"/>
            <a:ext cx="1569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</a:rPr>
              <a:t>歐拉公式</a:t>
            </a:r>
            <a:endParaRPr lang="en-US" altLang="zh-TW" dirty="0">
              <a:solidFill>
                <a:srgbClr val="FF0000"/>
              </a:solidFill>
            </a:endParaRPr>
          </a:p>
          <a:p>
            <a:pPr algn="ctr"/>
            <a:r>
              <a:rPr lang="zh-TW" altLang="en-US" dirty="0">
                <a:solidFill>
                  <a:srgbClr val="FF0000"/>
                </a:solidFill>
              </a:rPr>
              <a:t>            有推導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17CFE8D-FD90-9D02-4346-EE0D9628848F}"/>
              </a:ext>
            </a:extLst>
          </p:cNvPr>
          <p:cNvSpPr txBox="1"/>
          <p:nvPr/>
        </p:nvSpPr>
        <p:spPr>
          <a:xfrm>
            <a:off x="209550" y="266700"/>
            <a:ext cx="76174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596E98-E118-71B9-32F5-456A3BD4F4C0}"/>
              </a:ext>
            </a:extLst>
          </p:cNvPr>
          <p:cNvSpPr txBox="1"/>
          <p:nvPr/>
        </p:nvSpPr>
        <p:spPr>
          <a:xfrm>
            <a:off x="5229225" y="1790700"/>
            <a:ext cx="633507" cy="3077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附件</a:t>
            </a:r>
            <a:r>
              <a:rPr lang="en-US" altLang="zh-TW" sz="1400" dirty="0"/>
              <a:t>2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511633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FCE64B2-04C8-6FB9-C59F-2AE15010E949}"/>
              </a:ext>
            </a:extLst>
          </p:cNvPr>
          <p:cNvSpPr/>
          <p:nvPr/>
        </p:nvSpPr>
        <p:spPr>
          <a:xfrm>
            <a:off x="3058968" y="5785427"/>
            <a:ext cx="2872509" cy="7204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7206B7C-CA7C-ABD7-5D32-3842B888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A0E6ED4-114C-359E-B94B-6002744BC870}"/>
              </a:ext>
            </a:extLst>
          </p:cNvPr>
          <p:cNvSpPr txBox="1"/>
          <p:nvPr/>
        </p:nvSpPr>
        <p:spPr>
          <a:xfrm>
            <a:off x="0" y="305072"/>
            <a:ext cx="12192000" cy="72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solidFill>
                  <a:srgbClr val="FF0000"/>
                </a:solidFill>
              </a:rPr>
              <a:t>歐拉公式</a:t>
            </a:r>
            <a:r>
              <a:rPr lang="en-US" altLang="zh-TW" sz="4000" dirty="0">
                <a:solidFill>
                  <a:srgbClr val="FF0000"/>
                </a:solidFill>
              </a:rPr>
              <a:t>(Euler's formula)</a:t>
            </a:r>
            <a:endParaRPr lang="zh-TW" altLang="en-US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289BE79-AB23-2368-76C3-BDC3F1E4903E}"/>
                  </a:ext>
                </a:extLst>
              </p:cNvPr>
              <p:cNvSpPr txBox="1"/>
              <p:nvPr/>
            </p:nvSpPr>
            <p:spPr>
              <a:xfrm>
                <a:off x="339634" y="1137089"/>
                <a:ext cx="4929052" cy="606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32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2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2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289BE79-AB23-2368-76C3-BDC3F1E4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4" y="1137089"/>
                <a:ext cx="4929052" cy="6065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EDECF4FC-8CB7-FEA6-DC4F-1DD43E0E5C1C}"/>
              </a:ext>
            </a:extLst>
          </p:cNvPr>
          <p:cNvSpPr txBox="1"/>
          <p:nvPr/>
        </p:nvSpPr>
        <p:spPr>
          <a:xfrm>
            <a:off x="5449455" y="1222664"/>
            <a:ext cx="6336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/>
              <a:t>為甚麼會等於</a:t>
            </a:r>
            <a:r>
              <a:rPr lang="en-US" altLang="zh-TW" sz="2800"/>
              <a:t>?</a:t>
            </a:r>
            <a:r>
              <a:rPr lang="zh-TW" altLang="en-US" sz="2800"/>
              <a:t> 為甚麼他可以表示頻率</a:t>
            </a:r>
            <a:r>
              <a:rPr lang="en-US" altLang="zh-TW" sz="2800"/>
              <a:t>?</a:t>
            </a:r>
            <a:endParaRPr lang="zh-TW" altLang="en-US" sz="28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149E39-3B18-FE13-C9AD-98CA9DE5FBFE}"/>
              </a:ext>
            </a:extLst>
          </p:cNvPr>
          <p:cNvSpPr txBox="1"/>
          <p:nvPr/>
        </p:nvSpPr>
        <p:spPr>
          <a:xfrm>
            <a:off x="508000" y="2294082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/>
              <a:t>根據泰勒展開</a:t>
            </a:r>
            <a:r>
              <a:rPr lang="en-US" altLang="zh-TW" sz="240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C407E27-4042-E528-43AC-453DEE4B3C5B}"/>
                  </a:ext>
                </a:extLst>
              </p:cNvPr>
              <p:cNvSpPr txBox="1"/>
              <p:nvPr/>
            </p:nvSpPr>
            <p:spPr>
              <a:xfrm>
                <a:off x="2018723" y="3121146"/>
                <a:ext cx="6096000" cy="724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−…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−…</m:t>
                          </m:r>
                        </m:e>
                      </m:d>
                    </m:oMath>
                  </m:oMathPara>
                </a14:m>
                <a:endParaRPr lang="zh-TW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C407E27-4042-E528-43AC-453DEE4B3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723" y="3121146"/>
                <a:ext cx="6096000" cy="724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D706CDA-7D77-AE0F-785D-B1BF1AD2A66B}"/>
                  </a:ext>
                </a:extLst>
              </p:cNvPr>
              <p:cNvSpPr txBox="1"/>
              <p:nvPr/>
            </p:nvSpPr>
            <p:spPr>
              <a:xfrm>
                <a:off x="2583873" y="2168601"/>
                <a:ext cx="3724564" cy="6481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TW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TW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TW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TW" altLang="zh-TW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D706CDA-7D77-AE0F-785D-B1BF1AD2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873" y="2168601"/>
                <a:ext cx="3724564" cy="648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F3565D3-5DAB-50A5-10C5-A38534B2E40A}"/>
                  </a:ext>
                </a:extLst>
              </p:cNvPr>
              <p:cNvSpPr txBox="1"/>
              <p:nvPr/>
            </p:nvSpPr>
            <p:spPr>
              <a:xfrm>
                <a:off x="1041401" y="3326152"/>
                <a:ext cx="1184564" cy="40197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ra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F3565D3-5DAB-50A5-10C5-A38534B2E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1" y="3326152"/>
                <a:ext cx="1184564" cy="401970"/>
              </a:xfrm>
              <a:prstGeom prst="rect">
                <a:avLst/>
              </a:prstGeom>
              <a:blipFill>
                <a:blip r:embed="rId5"/>
                <a:stretch>
                  <a:fillRect b="-1176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55973495-3F75-7D03-FCA6-0A400FFD779A}"/>
              </a:ext>
            </a:extLst>
          </p:cNvPr>
          <p:cNvSpPr txBox="1"/>
          <p:nvPr/>
        </p:nvSpPr>
        <p:spPr>
          <a:xfrm>
            <a:off x="6086763" y="4520046"/>
            <a:ext cx="42450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/>
              <a:t>為甚麼</a:t>
            </a:r>
            <a:r>
              <a:rPr lang="en-US" altLang="zh-TW" sz="2400" dirty="0"/>
              <a:t>cos</a:t>
            </a:r>
            <a:r>
              <a:rPr lang="zh-TW" altLang="en-US" sz="2400" dirty="0"/>
              <a:t>、</a:t>
            </a:r>
            <a:r>
              <a:rPr lang="en-US" altLang="zh-TW" sz="2400" dirty="0"/>
              <a:t>sin</a:t>
            </a:r>
            <a:r>
              <a:rPr lang="zh-TW" altLang="en-US" sz="2400" dirty="0"/>
              <a:t>可以寫成這樣</a:t>
            </a:r>
            <a:r>
              <a:rPr lang="en-US" altLang="zh-TW" sz="2400" dirty="0"/>
              <a:t>?</a:t>
            </a:r>
            <a:r>
              <a:rPr lang="zh-TW" altLang="en-US" sz="2400" dirty="0"/>
              <a:t> </a:t>
            </a:r>
            <a:endParaRPr lang="en-US" altLang="zh-TW" sz="2400" dirty="0"/>
          </a:p>
          <a:p>
            <a:pPr algn="ctr"/>
            <a:r>
              <a:rPr lang="zh-TW" altLang="en-US" sz="2400" dirty="0"/>
              <a:t>附件</a:t>
            </a:r>
            <a:r>
              <a:rPr lang="en-US" altLang="zh-TW" sz="2400" dirty="0"/>
              <a:t>3</a:t>
            </a:r>
            <a:r>
              <a:rPr lang="zh-TW" altLang="en-US" sz="2400" dirty="0"/>
              <a:t> 推導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3D517F8-D8E0-2951-CB5B-A85531998537}"/>
                  </a:ext>
                </a:extLst>
              </p:cNvPr>
              <p:cNvSpPr txBox="1"/>
              <p:nvPr/>
            </p:nvSpPr>
            <p:spPr>
              <a:xfrm>
                <a:off x="3049731" y="5924032"/>
                <a:ext cx="2941781" cy="409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3D517F8-D8E0-2951-CB5B-A8553199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31" y="5924032"/>
                <a:ext cx="2941781" cy="409023"/>
              </a:xfrm>
              <a:prstGeom prst="rect">
                <a:avLst/>
              </a:prstGeom>
              <a:blipFill>
                <a:blip r:embed="rId6"/>
                <a:stretch>
                  <a:fillRect b="-164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626A65A-A8F3-748C-39D0-343094B5A926}"/>
                  </a:ext>
                </a:extLst>
              </p:cNvPr>
              <p:cNvSpPr txBox="1"/>
              <p:nvPr/>
            </p:nvSpPr>
            <p:spPr>
              <a:xfrm>
                <a:off x="1764146" y="5771634"/>
                <a:ext cx="120072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整合</m:t>
                      </m:r>
                    </m:oMath>
                  </m:oMathPara>
                </a14:m>
                <a:endParaRPr lang="zh-TW" altLang="en-US" sz="360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626A65A-A8F3-748C-39D0-343094B5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146" y="5771634"/>
                <a:ext cx="1200727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FA2A738-660D-0AA0-91C1-2355FC2327C5}"/>
                  </a:ext>
                </a:extLst>
              </p:cNvPr>
              <p:cNvSpPr txBox="1"/>
              <p:nvPr/>
            </p:nvSpPr>
            <p:spPr>
              <a:xfrm>
                <a:off x="2940916" y="4179751"/>
                <a:ext cx="3048000" cy="646331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US" altLang="zh-TW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FA2A738-660D-0AA0-91C1-2355FC232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916" y="4179751"/>
                <a:ext cx="304800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40CDEF8-3D57-ECE4-C6DF-FA0AFE6EEF36}"/>
                  </a:ext>
                </a:extLst>
              </p:cNvPr>
              <p:cNvSpPr txBox="1"/>
              <p:nvPr/>
            </p:nvSpPr>
            <p:spPr>
              <a:xfrm>
                <a:off x="2971800" y="4979374"/>
                <a:ext cx="3048000" cy="652102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40CDEF8-3D57-ECE4-C6DF-FA0AFE6EE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979374"/>
                <a:ext cx="3048000" cy="65210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BF1C73A4-2481-6A98-CC2B-F5A035A3C0FC}"/>
              </a:ext>
            </a:extLst>
          </p:cNvPr>
          <p:cNvSpPr txBox="1"/>
          <p:nvPr/>
        </p:nvSpPr>
        <p:spPr>
          <a:xfrm>
            <a:off x="209550" y="266700"/>
            <a:ext cx="76174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9906397-0CD2-FA6F-0E9F-5650B0F96903}"/>
              </a:ext>
            </a:extLst>
          </p:cNvPr>
          <p:cNvSpPr txBox="1"/>
          <p:nvPr/>
        </p:nvSpPr>
        <p:spPr>
          <a:xfrm>
            <a:off x="7486650" y="4943475"/>
            <a:ext cx="76174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56115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字方塊 19">
            <a:extLst>
              <a:ext uri="{FF2B5EF4-FFF2-40B4-BE49-F238E27FC236}">
                <a16:creationId xmlns:a16="http://schemas.microsoft.com/office/drawing/2014/main" id="{909373A5-FB00-0B73-7BC9-876C354AE0A4}"/>
              </a:ext>
            </a:extLst>
          </p:cNvPr>
          <p:cNvSpPr txBox="1"/>
          <p:nvPr/>
        </p:nvSpPr>
        <p:spPr>
          <a:xfrm>
            <a:off x="0" y="272534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solidFill>
                  <a:srgbClr val="FF0000"/>
                </a:solidFill>
              </a:rPr>
              <a:t>泰勒展開式 </a:t>
            </a:r>
            <a:r>
              <a:rPr lang="en-US" altLang="zh-TW" sz="3200" dirty="0">
                <a:solidFill>
                  <a:srgbClr val="FF0000"/>
                </a:solidFill>
              </a:rPr>
              <a:t>(</a:t>
            </a:r>
            <a:r>
              <a:rPr lang="de-DE" altLang="zh-TW" sz="3200" dirty="0">
                <a:solidFill>
                  <a:srgbClr val="FF0000"/>
                </a:solidFill>
              </a:rPr>
              <a:t>Taylor Series Expansion)</a:t>
            </a:r>
            <a:r>
              <a:rPr lang="zh-TW" altLang="en-US" sz="3200" dirty="0">
                <a:solidFill>
                  <a:srgbClr val="FF0000"/>
                </a:solidFill>
              </a:rPr>
              <a:t> 展開</a:t>
            </a:r>
            <a:r>
              <a:rPr lang="en-US" altLang="zh-TW" sz="3200" dirty="0">
                <a:solidFill>
                  <a:srgbClr val="FF0000"/>
                </a:solidFill>
              </a:rPr>
              <a:t>cos</a:t>
            </a:r>
            <a:r>
              <a:rPr lang="zh-TW" altLang="en-US" sz="3200" dirty="0">
                <a:solidFill>
                  <a:srgbClr val="FF0000"/>
                </a:solidFill>
              </a:rPr>
              <a:t>、</a:t>
            </a:r>
            <a:r>
              <a:rPr lang="en-US" altLang="zh-TW" sz="3200" dirty="0">
                <a:solidFill>
                  <a:srgbClr val="FF0000"/>
                </a:solidFill>
              </a:rPr>
              <a:t>sin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3CBFCA2-8B9A-F01C-CFD9-F788F8CD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58</a:t>
            </a:fld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A4655F5-665A-4BF2-F599-9C382416D280}"/>
              </a:ext>
            </a:extLst>
          </p:cNvPr>
          <p:cNvGrpSpPr/>
          <p:nvPr/>
        </p:nvGrpSpPr>
        <p:grpSpPr>
          <a:xfrm>
            <a:off x="8296275" y="1181100"/>
            <a:ext cx="3829050" cy="2303093"/>
            <a:chOff x="8362950" y="476250"/>
            <a:chExt cx="3829050" cy="230309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691A34E-9F3F-19B7-A2D4-4E6590BB0A45}"/>
                </a:ext>
              </a:extLst>
            </p:cNvPr>
            <p:cNvSpPr/>
            <p:nvPr/>
          </p:nvSpPr>
          <p:spPr>
            <a:xfrm>
              <a:off x="8362950" y="476250"/>
              <a:ext cx="3762375" cy="22764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4D4E90D5-3350-C419-0E1E-C1E94E08C99C}"/>
                    </a:ext>
                  </a:extLst>
                </p:cNvPr>
                <p:cNvSpPr txBox="1"/>
                <p:nvPr/>
              </p:nvSpPr>
              <p:spPr>
                <a:xfrm>
                  <a:off x="8510153" y="552645"/>
                  <a:ext cx="2927927" cy="22194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=−</m:t>
                        </m:r>
                        <m:func>
                          <m:func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=−</m:t>
                        </m:r>
                        <m:func>
                          <m:func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′′′</m:t>
                            </m:r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i="1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8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4D4E90D5-3350-C419-0E1E-C1E94E08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153" y="552645"/>
                  <a:ext cx="2927927" cy="22194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B999E4D1-E14E-E5BF-7B53-86C681321308}"/>
                    </a:ext>
                  </a:extLst>
                </p:cNvPr>
                <p:cNvSpPr txBox="1"/>
                <p:nvPr/>
              </p:nvSpPr>
              <p:spPr>
                <a:xfrm>
                  <a:off x="10688493" y="548027"/>
                  <a:ext cx="1503507" cy="22313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=−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TW" i="1" kern="100">
                    <a:latin typeface="Cambria Math" panose="020405030504060302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</m:t>
                            </m:r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i="1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zh-TW" sz="1800" kern="10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B999E4D1-E14E-E5BF-7B53-86C681321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8493" y="548027"/>
                  <a:ext cx="1503507" cy="22313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箭號: 向右 5">
              <a:extLst>
                <a:ext uri="{FF2B5EF4-FFF2-40B4-BE49-F238E27FC236}">
                  <a16:creationId xmlns:a16="http://schemas.microsoft.com/office/drawing/2014/main" id="{2A911C3D-2AD4-EBAA-04A8-001571D7A69D}"/>
                </a:ext>
              </a:extLst>
            </p:cNvPr>
            <p:cNvSpPr/>
            <p:nvPr/>
          </p:nvSpPr>
          <p:spPr>
            <a:xfrm>
              <a:off x="10381673" y="1282411"/>
              <a:ext cx="324427" cy="618836"/>
            </a:xfrm>
            <a:prstGeom prst="rightArrow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C0183A16-CF30-BCB1-CB33-9FC259DB55BA}"/>
              </a:ext>
            </a:extLst>
          </p:cNvPr>
          <p:cNvSpPr txBox="1"/>
          <p:nvPr/>
        </p:nvSpPr>
        <p:spPr>
          <a:xfrm>
            <a:off x="1025235" y="3817322"/>
            <a:ext cx="719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/>
              <a:t>隨著項數增加，可以逼近任何角度下的</a:t>
            </a:r>
            <a:r>
              <a:rPr lang="en-US" altLang="zh-TW" sz="2800"/>
              <a:t>cos(θ)</a:t>
            </a:r>
            <a:endParaRPr lang="zh-TW" altLang="en-US" sz="280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7197B223-6E56-3B67-6619-A09C87739F78}"/>
              </a:ext>
            </a:extLst>
          </p:cNvPr>
          <p:cNvGrpSpPr/>
          <p:nvPr/>
        </p:nvGrpSpPr>
        <p:grpSpPr>
          <a:xfrm>
            <a:off x="279977" y="1092885"/>
            <a:ext cx="7961844" cy="2359675"/>
            <a:chOff x="127577" y="311835"/>
            <a:chExt cx="7961844" cy="23596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A29AD596-8E20-F576-B286-C381B26C3CD0}"/>
                    </a:ext>
                  </a:extLst>
                </p:cNvPr>
                <p:cNvSpPr txBox="1"/>
                <p:nvPr/>
              </p:nvSpPr>
              <p:spPr>
                <a:xfrm>
                  <a:off x="127577" y="311835"/>
                  <a:ext cx="7892473" cy="9260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TW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TW" alt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zh-TW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  <m:r>
                                      <a:rPr lang="en-US" altLang="zh-TW" b="0" i="1" kern="100" smtClean="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  <m:r>
                                      <a:rPr lang="en-US" altLang="zh-TW" b="0" i="1" kern="100" smtClean="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′′′</m:t>
                                    </m:r>
                                    <m:r>
                                      <a:rPr lang="en-US" altLang="zh-TW" b="0" i="1" kern="100" smtClean="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altLang="zh-TW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A29AD596-8E20-F576-B286-C381B26C3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577" y="311835"/>
                  <a:ext cx="7892473" cy="92602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F825F0C-775A-8F5B-3CF0-764948A11DA2}"/>
                    </a:ext>
                  </a:extLst>
                </p:cNvPr>
                <p:cNvSpPr txBox="1"/>
                <p:nvPr/>
              </p:nvSpPr>
              <p:spPr>
                <a:xfrm>
                  <a:off x="857250" y="1318598"/>
                  <a:ext cx="7232171" cy="6481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=     </m:t>
                        </m:r>
                        <m:r>
                          <a:rPr lang="zh-TW" altLang="en-US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   +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TW" alt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TW" altLang="zh-TW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kern="100"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F825F0C-775A-8F5B-3CF0-764948A11D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250" y="1318598"/>
                  <a:ext cx="7232171" cy="6481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54173B8-6BEF-77F0-BA9F-909867CF575D}"/>
                    </a:ext>
                  </a:extLst>
                </p:cNvPr>
                <p:cNvSpPr txBox="1"/>
                <p:nvPr/>
              </p:nvSpPr>
              <p:spPr>
                <a:xfrm>
                  <a:off x="857250" y="2025179"/>
                  <a:ext cx="723217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=     </m:t>
                        </m:r>
                        <m:r>
                          <a:rPr lang="zh-TW" altLang="en-US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TW" alt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54173B8-6BEF-77F0-BA9F-909867CF5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250" y="2025179"/>
                  <a:ext cx="7232171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E143E3C-F98D-9D70-B43D-C46903AC68BC}"/>
                  </a:ext>
                </a:extLst>
              </p:cNvPr>
              <p:cNvSpPr txBox="1"/>
              <p:nvPr/>
            </p:nvSpPr>
            <p:spPr>
              <a:xfrm>
                <a:off x="3312391" y="4827451"/>
                <a:ext cx="3048000" cy="646331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E143E3C-F98D-9D70-B43D-C46903AC6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391" y="4827451"/>
                <a:ext cx="304800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6B0E368-D1FD-579B-8559-1A05AA16F74C}"/>
                  </a:ext>
                </a:extLst>
              </p:cNvPr>
              <p:cNvSpPr txBox="1"/>
              <p:nvPr/>
            </p:nvSpPr>
            <p:spPr>
              <a:xfrm>
                <a:off x="3343275" y="5865199"/>
                <a:ext cx="3048000" cy="652102"/>
              </a:xfrm>
              <a:prstGeom prst="rect">
                <a:avLst/>
              </a:prstGeom>
              <a:solidFill>
                <a:srgbClr val="FDEFE7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6B0E368-D1FD-579B-8559-1A05AA16F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75" y="5865199"/>
                <a:ext cx="3048000" cy="6521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BA50C88D-071B-39C2-FFE7-1ACF0C86A0A7}"/>
              </a:ext>
            </a:extLst>
          </p:cNvPr>
          <p:cNvSpPr txBox="1"/>
          <p:nvPr/>
        </p:nvSpPr>
        <p:spPr>
          <a:xfrm>
            <a:off x="2105025" y="540067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/>
              <a:t>所以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9112394-2959-A4E4-1FCD-09BB3E8195FE}"/>
              </a:ext>
            </a:extLst>
          </p:cNvPr>
          <p:cNvSpPr txBox="1"/>
          <p:nvPr/>
        </p:nvSpPr>
        <p:spPr>
          <a:xfrm>
            <a:off x="209550" y="266700"/>
            <a:ext cx="76174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0943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2DB9-7367-A656-27EC-B8128066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5B4CB1-6F1A-1ED9-AD28-73CB5487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59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451F9FE-3B57-779F-28EC-CFA6D9667210}"/>
              </a:ext>
            </a:extLst>
          </p:cNvPr>
          <p:cNvSpPr txBox="1"/>
          <p:nvPr/>
        </p:nvSpPr>
        <p:spPr>
          <a:xfrm>
            <a:off x="0" y="1140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i="0" dirty="0">
                <a:effectLst/>
                <a:latin typeface="+mj-lt"/>
                <a:ea typeface="+mj-ea"/>
              </a:rPr>
              <a:t>傅里葉變換 推導</a:t>
            </a:r>
            <a:r>
              <a:rPr lang="en-US" altLang="zh-TW" sz="4000" i="0" dirty="0">
                <a:effectLst/>
                <a:latin typeface="+mj-lt"/>
                <a:ea typeface="+mj-ea"/>
              </a:rPr>
              <a:t>(3):</a:t>
            </a:r>
            <a:r>
              <a:rPr lang="zh-TW" altLang="en-US" sz="4000" i="0" dirty="0">
                <a:effectLst/>
                <a:latin typeface="+mj-lt"/>
                <a:ea typeface="+mj-ea"/>
              </a:rPr>
              <a:t>整理系數</a:t>
            </a:r>
            <a:endParaRPr lang="zh-TW" altLang="en-US" sz="4000" dirty="0">
              <a:latin typeface="+mj-lt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353FAF0-3BAC-6A09-D61D-B04B3E786571}"/>
                  </a:ext>
                </a:extLst>
              </p:cNvPr>
              <p:cNvSpPr txBox="1"/>
              <p:nvPr/>
            </p:nvSpPr>
            <p:spPr>
              <a:xfrm>
                <a:off x="517236" y="4942777"/>
                <a:ext cx="3842590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TW" altLang="en-US" dirty="0"/>
                  <a:t>化簡，部分系數簡寫成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dirty="0"/>
                  <a:t>、</a:t>
                </a:r>
                <a:r>
                  <a:rPr lang="zh-TW" altLang="zh-TW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353FAF0-3BAC-6A09-D61D-B04B3E786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6" y="4942777"/>
                <a:ext cx="3842590" cy="523220"/>
              </a:xfrm>
              <a:prstGeom prst="rect">
                <a:avLst/>
              </a:prstGeom>
              <a:blipFill>
                <a:blip r:embed="rId2"/>
                <a:stretch>
                  <a:fillRect l="-1111" b="-127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7DB072A-24A5-F9F6-BDB3-3239C6E3C1F7}"/>
                  </a:ext>
                </a:extLst>
              </p:cNvPr>
              <p:cNvSpPr txBox="1"/>
              <p:nvPr/>
            </p:nvSpPr>
            <p:spPr>
              <a:xfrm>
                <a:off x="512616" y="1138378"/>
                <a:ext cx="9772074" cy="9315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sz="20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zh-TW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sz="20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7DB072A-24A5-F9F6-BDB3-3239C6E3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16" y="1138378"/>
                <a:ext cx="9772074" cy="931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17A16DF-F655-C4F6-3432-873C1A125ED3}"/>
                  </a:ext>
                </a:extLst>
              </p:cNvPr>
              <p:cNvSpPr txBox="1"/>
              <p:nvPr/>
            </p:nvSpPr>
            <p:spPr>
              <a:xfrm>
                <a:off x="512616" y="2371432"/>
                <a:ext cx="9772074" cy="9315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zh-TW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TW" altLang="zh-TW" sz="20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17A16DF-F655-C4F6-3432-873C1A12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16" y="2371432"/>
                <a:ext cx="9772074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180397C-CA5B-036F-2423-32B049D2BB6E}"/>
                  </a:ext>
                </a:extLst>
              </p:cNvPr>
              <p:cNvSpPr txBox="1"/>
              <p:nvPr/>
            </p:nvSpPr>
            <p:spPr>
              <a:xfrm>
                <a:off x="512616" y="3604486"/>
                <a:ext cx="9772074" cy="9315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zh-TW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zh-TW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zh-TW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zh-TW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TW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180397C-CA5B-036F-2423-32B049D2B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16" y="3604486"/>
                <a:ext cx="9772074" cy="931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F5876E-2B5E-B062-3993-7BAB1B77D659}"/>
                  </a:ext>
                </a:extLst>
              </p:cNvPr>
              <p:cNvSpPr txBox="1"/>
              <p:nvPr/>
            </p:nvSpPr>
            <p:spPr>
              <a:xfrm>
                <a:off x="512616" y="5560352"/>
                <a:ext cx="9772074" cy="9315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zh-TW" sz="320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TW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F5876E-2B5E-B062-3993-7BAB1B77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16" y="5560352"/>
                <a:ext cx="9772074" cy="9315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2CC009D0-8A97-DCAD-80A8-BD31327DE004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42321156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274B-C0DC-4443-C2BF-CCF11BC8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5B521CE-B5D1-C428-9C46-CCF78F3E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60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2F0C3BF-8C58-61DA-849C-EE8749E9C72A}"/>
                  </a:ext>
                </a:extLst>
              </p:cNvPr>
              <p:cNvSpPr txBox="1"/>
              <p:nvPr/>
            </p:nvSpPr>
            <p:spPr>
              <a:xfrm>
                <a:off x="0" y="114012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傅里葉變換 推導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(4):</a:t>
                </a:r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改變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n</a:t>
                </a:r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，</a:t>
                </a:r>
                <a:r>
                  <a:rPr lang="zh-TW" altLang="en-US" sz="4000" dirty="0">
                    <a:latin typeface="+mj-lt"/>
                    <a:ea typeface="+mj-ea"/>
                  </a:rPr>
                  <a:t>從</a:t>
                </a:r>
                <a14:m>
                  <m:oMath xmlns:m="http://schemas.openxmlformats.org/officeDocument/2006/math">
                    <m:r>
                      <a:rPr lang="en-US" altLang="zh-TW" sz="4000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altLang="zh-TW" sz="40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TW" sz="4000" dirty="0">
                    <a:latin typeface="+mj-lt"/>
                    <a:ea typeface="+mj-ea"/>
                  </a:rPr>
                  <a:t>~</a:t>
                </a:r>
                <a14:m>
                  <m:oMath xmlns:m="http://schemas.openxmlformats.org/officeDocument/2006/math">
                    <m:r>
                      <a:rPr lang="zh-TW" altLang="zh-TW" sz="400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zh-TW" altLang="en-US" sz="4000" dirty="0"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2F0C3BF-8C58-61DA-849C-EE8749E9C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012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13FA45D-B4BB-B014-6A84-01F5D880B54C}"/>
                  </a:ext>
                </a:extLst>
              </p:cNvPr>
              <p:cNvSpPr txBox="1"/>
              <p:nvPr/>
            </p:nvSpPr>
            <p:spPr>
              <a:xfrm>
                <a:off x="3168072" y="1210025"/>
                <a:ext cx="4664363" cy="9315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zh-TW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TW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13FA45D-B4BB-B014-6A84-01F5D880B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072" y="1210025"/>
                <a:ext cx="4664363" cy="931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0994F5D-2B77-404F-304B-DD40FD4DAC93}"/>
                  </a:ext>
                </a:extLst>
              </p:cNvPr>
              <p:cNvSpPr txBox="1"/>
              <p:nvPr/>
            </p:nvSpPr>
            <p:spPr>
              <a:xfrm>
                <a:off x="683492" y="2314674"/>
                <a:ext cx="6539346" cy="95789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0994F5D-2B77-404F-304B-DD40FD4DA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92" y="2314674"/>
                <a:ext cx="6539346" cy="9578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3EDDA4C-7711-42B2-8181-F461DB9A61F9}"/>
                  </a:ext>
                </a:extLst>
              </p:cNvPr>
              <p:cNvSpPr txBox="1"/>
              <p:nvPr/>
            </p:nvSpPr>
            <p:spPr>
              <a:xfrm>
                <a:off x="678871" y="3445677"/>
                <a:ext cx="6497784" cy="95789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zh-TW" sz="2000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3EDDA4C-7711-42B2-8181-F461DB9A6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1" y="3445677"/>
                <a:ext cx="6497784" cy="9578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10921A6-3718-4246-312C-C8283B6A98EA}"/>
                  </a:ext>
                </a:extLst>
              </p:cNvPr>
              <p:cNvSpPr txBox="1"/>
              <p:nvPr/>
            </p:nvSpPr>
            <p:spPr>
              <a:xfrm>
                <a:off x="7906328" y="2905907"/>
                <a:ext cx="1874982" cy="847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TW" altLang="zh-TW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8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TW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18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10921A6-3718-4246-312C-C8283B6A9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8" y="2905907"/>
                <a:ext cx="1874982" cy="847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C96EC633-F161-B714-EA96-551978608238}"/>
              </a:ext>
            </a:extLst>
          </p:cNvPr>
          <p:cNvSpPr/>
          <p:nvPr/>
        </p:nvSpPr>
        <p:spPr>
          <a:xfrm>
            <a:off x="7047344" y="2491999"/>
            <a:ext cx="1357746" cy="398981"/>
          </a:xfrm>
          <a:custGeom>
            <a:avLst/>
            <a:gdLst>
              <a:gd name="connsiteX0" fmla="*/ 0 w 1357746"/>
              <a:gd name="connsiteY0" fmla="*/ 278908 h 398981"/>
              <a:gd name="connsiteX1" fmla="*/ 692728 w 1357746"/>
              <a:gd name="connsiteY1" fmla="*/ 1818 h 398981"/>
              <a:gd name="connsiteX2" fmla="*/ 1357746 w 1357746"/>
              <a:gd name="connsiteY2" fmla="*/ 398981 h 39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7746" h="398981">
                <a:moveTo>
                  <a:pt x="0" y="278908"/>
                </a:moveTo>
                <a:cubicBezTo>
                  <a:pt x="233218" y="130357"/>
                  <a:pt x="466437" y="-18194"/>
                  <a:pt x="692728" y="1818"/>
                </a:cubicBezTo>
                <a:cubicBezTo>
                  <a:pt x="919019" y="21830"/>
                  <a:pt x="1138382" y="210405"/>
                  <a:pt x="1357746" y="39898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40DCAC1C-EF14-C5E4-B62D-2FD287409310}"/>
              </a:ext>
            </a:extLst>
          </p:cNvPr>
          <p:cNvSpPr/>
          <p:nvPr/>
        </p:nvSpPr>
        <p:spPr>
          <a:xfrm rot="9947563">
            <a:off x="7051963" y="3817416"/>
            <a:ext cx="1357746" cy="398981"/>
          </a:xfrm>
          <a:custGeom>
            <a:avLst/>
            <a:gdLst>
              <a:gd name="connsiteX0" fmla="*/ 0 w 1357746"/>
              <a:gd name="connsiteY0" fmla="*/ 278908 h 398981"/>
              <a:gd name="connsiteX1" fmla="*/ 692728 w 1357746"/>
              <a:gd name="connsiteY1" fmla="*/ 1818 h 398981"/>
              <a:gd name="connsiteX2" fmla="*/ 1357746 w 1357746"/>
              <a:gd name="connsiteY2" fmla="*/ 398981 h 39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7746" h="398981">
                <a:moveTo>
                  <a:pt x="0" y="278908"/>
                </a:moveTo>
                <a:cubicBezTo>
                  <a:pt x="233218" y="130357"/>
                  <a:pt x="466437" y="-18194"/>
                  <a:pt x="692728" y="1818"/>
                </a:cubicBezTo>
                <a:cubicBezTo>
                  <a:pt x="919019" y="21830"/>
                  <a:pt x="1138382" y="210405"/>
                  <a:pt x="1357746" y="39898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5F4CEB0-FD3B-8883-970B-9A0B980BBD1D}"/>
                  </a:ext>
                </a:extLst>
              </p:cNvPr>
              <p:cNvSpPr txBox="1"/>
              <p:nvPr/>
            </p:nvSpPr>
            <p:spPr>
              <a:xfrm>
                <a:off x="8478979" y="2346037"/>
                <a:ext cx="1946943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>
                    <a:solidFill>
                      <a:schemeClr val="tx1"/>
                    </a:solidFill>
                  </a:rPr>
                  <a:t>把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負號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移到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裡面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5F4CEB0-FD3B-8883-970B-9A0B980BB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979" y="2346037"/>
                <a:ext cx="1946943" cy="369332"/>
              </a:xfrm>
              <a:prstGeom prst="rect">
                <a:avLst/>
              </a:prstGeom>
              <a:blipFill>
                <a:blip r:embed="rId7"/>
                <a:stretch>
                  <a:fillRect l="-2821" t="-8333" r="-1567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D7B2EC6-8C97-88AA-0167-2FDFFD4B4124}"/>
                  </a:ext>
                </a:extLst>
              </p:cNvPr>
              <p:cNvSpPr txBox="1"/>
              <p:nvPr/>
            </p:nvSpPr>
            <p:spPr>
              <a:xfrm>
                <a:off x="688106" y="1260765"/>
                <a:ext cx="2304477" cy="7902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其實就是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n=0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時的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TW" altLang="en-US" dirty="0">
                    <a:solidFill>
                      <a:schemeClr val="tx1"/>
                    </a:solidFill>
                  </a:rPr>
                  <a:t>頻率分量</a:t>
                </a: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D7B2EC6-8C97-88AA-0167-2FDFFD4B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06" y="1260765"/>
                <a:ext cx="2304477" cy="790281"/>
              </a:xfrm>
              <a:prstGeom prst="rect">
                <a:avLst/>
              </a:prstGeom>
              <a:blipFill>
                <a:blip r:embed="rId8"/>
                <a:stretch>
                  <a:fillRect b="-124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D3B90BF-2714-17ED-91CE-2133BB9CFBEE}"/>
                  </a:ext>
                </a:extLst>
              </p:cNvPr>
              <p:cNvSpPr txBox="1"/>
              <p:nvPr/>
            </p:nvSpPr>
            <p:spPr>
              <a:xfrm>
                <a:off x="683488" y="4576679"/>
                <a:ext cx="2789385" cy="9569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TW" altLang="zh-TW" sz="2000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D3B90BF-2714-17ED-91CE-2133BB9CF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88" y="4576679"/>
                <a:ext cx="2789385" cy="956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27BD2737-B54E-E3B2-9FE7-8C592C19D74A}"/>
              </a:ext>
            </a:extLst>
          </p:cNvPr>
          <p:cNvCxnSpPr>
            <a:cxnSpLocks/>
          </p:cNvCxnSpPr>
          <p:nvPr/>
        </p:nvCxnSpPr>
        <p:spPr>
          <a:xfrm flipH="1">
            <a:off x="2595418" y="1838036"/>
            <a:ext cx="1560946" cy="7112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7BE5F6-B4A7-A312-18CA-FA79565AD03E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17102919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2E2E-F517-01C4-33DE-74C940BB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98C8BD-37D2-AA4E-2437-E393926F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61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C18BD30-FC94-B6FB-9D6A-7F529AE41C89}"/>
                  </a:ext>
                </a:extLst>
              </p:cNvPr>
              <p:cNvSpPr txBox="1"/>
              <p:nvPr/>
            </p:nvSpPr>
            <p:spPr>
              <a:xfrm>
                <a:off x="0" y="357852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傅里葉變換 推導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(5):</a:t>
                </a:r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 如何找出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sz="4000" dirty="0"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C18BD30-FC94-B6FB-9D6A-7F529AE4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7852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407F518-6834-FEFA-FAED-C4A8CA50CD94}"/>
                  </a:ext>
                </a:extLst>
              </p:cNvPr>
              <p:cNvSpPr txBox="1"/>
              <p:nvPr/>
            </p:nvSpPr>
            <p:spPr>
              <a:xfrm>
                <a:off x="1310506" y="3805047"/>
                <a:ext cx="2789385" cy="9569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TW" altLang="zh-TW" sz="2000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407F518-6834-FEFA-FAED-C4A8CA50C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506" y="3805047"/>
                <a:ext cx="2789385" cy="956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E03C4F1F-6E22-13AB-F42C-DD950584D4BC}"/>
                  </a:ext>
                </a:extLst>
              </p:cNvPr>
              <p:cNvSpPr txBox="1"/>
              <p:nvPr/>
            </p:nvSpPr>
            <p:spPr>
              <a:xfrm>
                <a:off x="4570154" y="3968472"/>
                <a:ext cx="44063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3200" dirty="0"/>
                  <a:t>使用</a:t>
                </a:r>
                <a:r>
                  <a:rPr lang="zh-TW" altLang="en-US" sz="3200" dirty="0">
                    <a:solidFill>
                      <a:srgbClr val="FF0000"/>
                    </a:solidFill>
                  </a:rPr>
                  <a:t>正交性</a:t>
                </a:r>
                <a:r>
                  <a:rPr lang="zh-TW" altLang="en-US" sz="3200" dirty="0"/>
                  <a:t> 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sz="3200" dirty="0">
                    <a:solidFill>
                      <a:srgbClr val="FF0000"/>
                    </a:solidFill>
                  </a:rPr>
                  <a:t> </a:t>
                </a:r>
                <a:r>
                  <a:rPr lang="zh-TW" altLang="en-US" sz="3200" dirty="0"/>
                  <a:t>找出來</a:t>
                </a:r>
                <a:endParaRPr lang="zh-TW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E03C4F1F-6E22-13AB-F42C-DD950584D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54" y="3968472"/>
                <a:ext cx="4406334" cy="584775"/>
              </a:xfrm>
              <a:prstGeom prst="rect">
                <a:avLst/>
              </a:prstGeom>
              <a:blipFill>
                <a:blip r:embed="rId4"/>
                <a:stretch>
                  <a:fillRect l="-3596" t="-13542" r="-290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05C0EF6-B2C7-050A-55BF-5D6BE0CBCB7A}"/>
                  </a:ext>
                </a:extLst>
              </p:cNvPr>
              <p:cNvSpPr txBox="1"/>
              <p:nvPr/>
            </p:nvSpPr>
            <p:spPr>
              <a:xfrm>
                <a:off x="1053737" y="1968136"/>
                <a:ext cx="9967857" cy="646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sz="3600" dirty="0">
                    <a:solidFill>
                      <a:schemeClr val="tx1"/>
                    </a:solidFill>
                  </a:rPr>
                  <a:t>跟</a:t>
                </a:r>
                <a:r>
                  <a:rPr lang="en-US" altLang="zh-TW" sz="3600" dirty="0">
                    <a:solidFill>
                      <a:schemeClr val="tx1"/>
                    </a:solidFill>
                  </a:rPr>
                  <a:t>F(ω)</a:t>
                </a:r>
                <a:r>
                  <a:rPr lang="zh-TW" altLang="en-US" sz="3600" dirty="0">
                    <a:solidFill>
                      <a:schemeClr val="tx1"/>
                    </a:solidFill>
                  </a:rPr>
                  <a:t> 概念類似，找出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36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sz="3600" dirty="0">
                    <a:solidFill>
                      <a:srgbClr val="FF0000"/>
                    </a:solidFill>
                  </a:rPr>
                  <a:t>通式</a:t>
                </a:r>
                <a:r>
                  <a:rPr lang="zh-TW" altLang="en-US" sz="3600" dirty="0">
                    <a:solidFill>
                      <a:schemeClr val="tx1"/>
                    </a:solidFill>
                  </a:rPr>
                  <a:t>後就能轉到</a:t>
                </a:r>
                <a:r>
                  <a:rPr lang="en-US" altLang="zh-TW" sz="3600" dirty="0"/>
                  <a:t>F(ω)</a:t>
                </a:r>
                <a:r>
                  <a:rPr lang="en-US" altLang="zh-TW" sz="3600" dirty="0">
                    <a:solidFill>
                      <a:schemeClr val="tx1"/>
                    </a:solidFill>
                  </a:rPr>
                  <a:t> </a:t>
                </a:r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05C0EF6-B2C7-050A-55BF-5D6BE0CBC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37" y="1968136"/>
                <a:ext cx="9967857" cy="646331"/>
              </a:xfrm>
              <a:prstGeom prst="rect">
                <a:avLst/>
              </a:prstGeom>
              <a:blipFill>
                <a:blip r:embed="rId5"/>
                <a:stretch>
                  <a:fillRect t="-16038" b="-349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39E0E7FB-6D92-E0F2-934B-53C8573BC75E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13487208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916188-6BF2-058F-2413-D25C5D59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223000"/>
            <a:ext cx="2743200" cy="365125"/>
          </a:xfrm>
        </p:spPr>
        <p:txBody>
          <a:bodyPr/>
          <a:lstStyle/>
          <a:p>
            <a:fld id="{5A25EE10-825B-4D49-8D47-2CB0B2BE83D5}" type="slidenum">
              <a:rPr lang="zh-TW" altLang="en-US" smtClean="0"/>
              <a:t>62</a:t>
            </a:fld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D4A5DE-FE69-CD7D-637F-ECFFC25A103D}"/>
              </a:ext>
            </a:extLst>
          </p:cNvPr>
          <p:cNvSpPr txBox="1"/>
          <p:nvPr/>
        </p:nvSpPr>
        <p:spPr>
          <a:xfrm>
            <a:off x="0" y="1140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solidFill>
                  <a:srgbClr val="FF0000"/>
                </a:solidFill>
                <a:latin typeface="+mj-lt"/>
                <a:ea typeface="+mj-ea"/>
              </a:rPr>
              <a:t>何謂正交性</a:t>
            </a:r>
            <a:r>
              <a:rPr lang="en-US" altLang="zh-TW" sz="4000" dirty="0">
                <a:solidFill>
                  <a:srgbClr val="FF0000"/>
                </a:solidFill>
                <a:latin typeface="+mj-lt"/>
                <a:ea typeface="+mj-ea"/>
              </a:rPr>
              <a:t>?</a:t>
            </a:r>
            <a:endParaRPr lang="zh-TW" altLang="en-US" sz="4000" dirty="0">
              <a:solidFill>
                <a:srgbClr val="FF0000"/>
              </a:solidFill>
              <a:latin typeface="+mj-lt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F4C826A-B9E8-629A-A568-B49EDF9EC097}"/>
                  </a:ext>
                </a:extLst>
              </p:cNvPr>
              <p:cNvSpPr txBox="1"/>
              <p:nvPr/>
            </p:nvSpPr>
            <p:spPr>
              <a:xfrm>
                <a:off x="736798" y="2097525"/>
                <a:ext cx="4110182" cy="715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zh-TW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8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𝑗𝑛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F4C826A-B9E8-629A-A568-B49EDF9EC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98" y="2097525"/>
                <a:ext cx="4110182" cy="7152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6A308112-1247-11F9-C87D-4EF7266FF5DF}"/>
              </a:ext>
            </a:extLst>
          </p:cNvPr>
          <p:cNvSpPr txBox="1"/>
          <p:nvPr/>
        </p:nvSpPr>
        <p:spPr>
          <a:xfrm>
            <a:off x="4846979" y="2327036"/>
            <a:ext cx="272382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兩個不同頻率的指數函數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0E12164-1A86-314F-D8B4-3F33FF27CFBA}"/>
                  </a:ext>
                </a:extLst>
              </p:cNvPr>
              <p:cNvSpPr txBox="1"/>
              <p:nvPr/>
            </p:nvSpPr>
            <p:spPr>
              <a:xfrm>
                <a:off x="1406434" y="2970361"/>
                <a:ext cx="4742873" cy="715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0E12164-1A86-314F-D8B4-3F33FF27C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434" y="2970361"/>
                <a:ext cx="4742873" cy="715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890AD7FB-7771-BDCE-B056-6F1287D3749E}"/>
              </a:ext>
            </a:extLst>
          </p:cNvPr>
          <p:cNvSpPr txBox="1"/>
          <p:nvPr/>
        </p:nvSpPr>
        <p:spPr>
          <a:xfrm>
            <a:off x="445852" y="3144455"/>
            <a:ext cx="84029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當</a:t>
            </a:r>
            <a:r>
              <a:rPr lang="en-US" altLang="zh-TW" dirty="0"/>
              <a:t>m=n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0BA23F9-8AA4-4817-4764-EB6EDF41CF22}"/>
                  </a:ext>
                </a:extLst>
              </p:cNvPr>
              <p:cNvSpPr txBox="1"/>
              <p:nvPr/>
            </p:nvSpPr>
            <p:spPr>
              <a:xfrm>
                <a:off x="1327924" y="3695415"/>
                <a:ext cx="9393383" cy="2122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令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i="1">
                          <a:latin typeface="Cambria Math" panose="02040503050406030204" pitchFamily="18" charset="0"/>
                        </a:rPr>
                        <m:t>為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⇒ </m:t>
                      </m:r>
                      <m:sSubSup>
                        <m:sSubSupPr>
                          <m:ctrlPr>
                            <a:rPr lang="zh-TW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TW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π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π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π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0BA23F9-8AA4-4817-4764-EB6EDF41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924" y="3695415"/>
                <a:ext cx="9393383" cy="2122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FF3E3C8-E6CC-A0D7-1425-44644F93BDC4}"/>
                  </a:ext>
                </a:extLst>
              </p:cNvPr>
              <p:cNvSpPr txBox="1"/>
              <p:nvPr/>
            </p:nvSpPr>
            <p:spPr>
              <a:xfrm>
                <a:off x="4856220" y="4109654"/>
                <a:ext cx="3031599" cy="4840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dirty="0">
                    <a:latin typeface="+mj-ea"/>
                    <a:ea typeface="+mj-ea"/>
                    <a:cs typeface="Times New Roman" panose="02020603050405020304" pitchFamily="18" charset="0"/>
                  </a:rPr>
                  <a:t>角頻率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zh-TW" altLang="en-US" dirty="0"/>
                  <a:t> 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π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FF3E3C8-E6CC-A0D7-1425-44644F93B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220" y="4109654"/>
                <a:ext cx="3031599" cy="484043"/>
              </a:xfrm>
              <a:prstGeom prst="rect">
                <a:avLst/>
              </a:prstGeom>
              <a:blipFill>
                <a:blip r:embed="rId5"/>
                <a:stretch>
                  <a:fillRect l="-2213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97801ADC-1A0B-89B3-C507-CF8C753CCA3A}"/>
              </a:ext>
            </a:extLst>
          </p:cNvPr>
          <p:cNvSpPr/>
          <p:nvPr/>
        </p:nvSpPr>
        <p:spPr>
          <a:xfrm>
            <a:off x="3138253" y="4977871"/>
            <a:ext cx="258618" cy="221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BB09602-66A9-CCA3-C5CC-3158780D1051}"/>
              </a:ext>
            </a:extLst>
          </p:cNvPr>
          <p:cNvCxnSpPr/>
          <p:nvPr/>
        </p:nvCxnSpPr>
        <p:spPr>
          <a:xfrm flipH="1">
            <a:off x="3415343" y="4589945"/>
            <a:ext cx="2918691" cy="4433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88A45F2-A43C-7C17-7D7F-A267499715C7}"/>
                  </a:ext>
                </a:extLst>
              </p:cNvPr>
              <p:cNvSpPr txBox="1"/>
              <p:nvPr/>
            </p:nvSpPr>
            <p:spPr>
              <a:xfrm>
                <a:off x="441234" y="4081947"/>
                <a:ext cx="883575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當</a:t>
                </a:r>
                <a:r>
                  <a:rPr lang="en-US" altLang="zh-TW" dirty="0"/>
                  <a:t>m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TW" dirty="0"/>
                  <a:t>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88A45F2-A43C-7C17-7D7F-A2674997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34" y="4081947"/>
                <a:ext cx="883575" cy="369332"/>
              </a:xfrm>
              <a:prstGeom prst="rect">
                <a:avLst/>
              </a:prstGeom>
              <a:blipFill>
                <a:blip r:embed="rId6"/>
                <a:stretch>
                  <a:fillRect l="-5517" t="-10000" r="-5517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919346E3-5AAA-3398-9BC6-E9687772DB70}"/>
              </a:ext>
            </a:extLst>
          </p:cNvPr>
          <p:cNvSpPr txBox="1"/>
          <p:nvPr/>
        </p:nvSpPr>
        <p:spPr>
          <a:xfrm>
            <a:off x="681379" y="1309979"/>
            <a:ext cx="803296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在一個完整週期內，只有當</a:t>
            </a:r>
            <a:r>
              <a:rPr lang="zh-TW" altLang="en-US" dirty="0">
                <a:solidFill>
                  <a:srgbClr val="FF0000"/>
                </a:solidFill>
              </a:rPr>
              <a:t>兩個有相同頻率</a:t>
            </a:r>
            <a:r>
              <a:rPr lang="zh-TW" altLang="en-US" dirty="0"/>
              <a:t>的東西</a:t>
            </a:r>
            <a:r>
              <a:rPr lang="zh-TW" altLang="en-US" dirty="0">
                <a:solidFill>
                  <a:srgbClr val="5757FF"/>
                </a:solidFill>
              </a:rPr>
              <a:t>相乘積分</a:t>
            </a:r>
            <a:r>
              <a:rPr lang="zh-TW" altLang="en-US" dirty="0"/>
              <a:t>才會有</a:t>
            </a:r>
            <a:r>
              <a:rPr lang="zh-TW" altLang="en-US" dirty="0">
                <a:solidFill>
                  <a:srgbClr val="FF0000"/>
                </a:solidFill>
              </a:rPr>
              <a:t>非零</a:t>
            </a:r>
            <a:r>
              <a:rPr lang="zh-TW" altLang="en-US" dirty="0"/>
              <a:t>的值。</a:t>
            </a: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E75B0E7-3394-CDC2-E6DE-8D5FA262EA82}"/>
              </a:ext>
            </a:extLst>
          </p:cNvPr>
          <p:cNvCxnSpPr>
            <a:cxnSpLocks/>
          </p:cNvCxnSpPr>
          <p:nvPr/>
        </p:nvCxnSpPr>
        <p:spPr>
          <a:xfrm>
            <a:off x="6103125" y="3318754"/>
            <a:ext cx="4054764" cy="2000864"/>
          </a:xfrm>
          <a:prstGeom prst="bentConnector3">
            <a:avLst>
              <a:gd name="adj1" fmla="val 107175"/>
            </a:avLst>
          </a:prstGeom>
          <a:ln>
            <a:solidFill>
              <a:srgbClr val="0000FF"/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401594-A9CD-6330-DB48-1E5BBDF72207}"/>
                  </a:ext>
                </a:extLst>
              </p:cNvPr>
              <p:cNvSpPr txBox="1"/>
              <p:nvPr/>
            </p:nvSpPr>
            <p:spPr>
              <a:xfrm>
                <a:off x="8194765" y="4140458"/>
                <a:ext cx="3091543" cy="4137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401594-A9CD-6330-DB48-1E5BBDF72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765" y="4140458"/>
                <a:ext cx="3091543" cy="413703"/>
              </a:xfrm>
              <a:prstGeom prst="rect">
                <a:avLst/>
              </a:prstGeom>
              <a:blipFill>
                <a:blip r:embed="rId7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D82AE24-9D34-D3B4-FFC3-52E97A8F0E59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6486434" y="4554161"/>
            <a:ext cx="3254103" cy="42714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6C45410B-EA39-94D0-FCA9-D46BB814A2FB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10793328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6603E28-16E7-68E6-78AE-EAE80493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7825" y="6194425"/>
            <a:ext cx="2743200" cy="365125"/>
          </a:xfrm>
        </p:spPr>
        <p:txBody>
          <a:bodyPr/>
          <a:lstStyle/>
          <a:p>
            <a:fld id="{5A25EE10-825B-4D49-8D47-2CB0B2BE83D5}" type="slidenum">
              <a:rPr lang="zh-TW" altLang="en-US" smtClean="0"/>
              <a:t>63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8CA709B-D2D5-52F3-0C8C-70B179A35215}"/>
                  </a:ext>
                </a:extLst>
              </p:cNvPr>
              <p:cNvSpPr txBox="1"/>
              <p:nvPr/>
            </p:nvSpPr>
            <p:spPr>
              <a:xfrm>
                <a:off x="498763" y="3109108"/>
                <a:ext cx="10233892" cy="10267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ctrlPr>
                                <a:rPr lang="zh-TW" altLang="zh-TW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=−</m:t>
                              </m:r>
                              <m:r>
                                <a:rPr lang="zh-TW" altLang="zh-TW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zh-TW" altLang="zh-TW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zh-TW" altLang="zh-TW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20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0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0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0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nary>
                        <m:nary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8CA709B-D2D5-52F3-0C8C-70B179A35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3" y="3109108"/>
                <a:ext cx="10233892" cy="10267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09BB161C-50B1-C547-6F93-7623BB82AC25}"/>
              </a:ext>
            </a:extLst>
          </p:cNvPr>
          <p:cNvSpPr txBox="1"/>
          <p:nvPr/>
        </p:nvSpPr>
        <p:spPr>
          <a:xfrm>
            <a:off x="2697018" y="2410693"/>
            <a:ext cx="184727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傅立葉係數公式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9AAD91E-B44F-EF13-5CD7-E06706BA4A71}"/>
                  </a:ext>
                </a:extLst>
              </p:cNvPr>
              <p:cNvSpPr txBox="1"/>
              <p:nvPr/>
            </p:nvSpPr>
            <p:spPr>
              <a:xfrm>
                <a:off x="517238" y="2218860"/>
                <a:ext cx="2124362" cy="79079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9AAD91E-B44F-EF13-5CD7-E06706BA4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8" y="2218860"/>
                <a:ext cx="2124362" cy="790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E35CE65-ADF1-00CD-768E-F75B24A6870A}"/>
                  </a:ext>
                </a:extLst>
              </p:cNvPr>
              <p:cNvSpPr txBox="1"/>
              <p:nvPr/>
            </p:nvSpPr>
            <p:spPr>
              <a:xfrm>
                <a:off x="142875" y="114012"/>
                <a:ext cx="119062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傅里葉變換 推導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(6): </a:t>
                </a:r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如何提取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sz="4000" dirty="0"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E35CE65-ADF1-00CD-768E-F75B24A68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" y="114012"/>
                <a:ext cx="11906250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A71187D-F7CC-69C7-DCBA-6B8BBCF082DF}"/>
                  </a:ext>
                </a:extLst>
              </p:cNvPr>
              <p:cNvSpPr txBox="1"/>
              <p:nvPr/>
            </p:nvSpPr>
            <p:spPr>
              <a:xfrm>
                <a:off x="521852" y="997589"/>
                <a:ext cx="2821711" cy="9569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=−</m:t>
                          </m:r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TW" altLang="zh-TW" sz="2000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TW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TW" altLang="zh-TW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A71187D-F7CC-69C7-DCBA-6B8BBCF08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52" y="997589"/>
                <a:ext cx="2821711" cy="95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D6B2EF-3BDD-4235-BC0B-2642E0E0FC86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918691" y="2807733"/>
            <a:ext cx="3162950" cy="62819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475CA28-960B-7EAA-8534-11E966F877EC}"/>
                  </a:ext>
                </a:extLst>
              </p:cNvPr>
              <p:cNvSpPr txBox="1"/>
              <p:nvPr/>
            </p:nvSpPr>
            <p:spPr>
              <a:xfrm>
                <a:off x="4655128" y="2438401"/>
                <a:ext cx="285302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>
                    <a:solidFill>
                      <a:schemeClr val="tx1"/>
                    </a:solidFill>
                  </a:rPr>
                  <a:t>怕搞混我這裡換成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、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475CA28-960B-7EAA-8534-11E966F87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128" y="2438401"/>
                <a:ext cx="2853025" cy="369332"/>
              </a:xfrm>
              <a:prstGeom prst="rect">
                <a:avLst/>
              </a:prstGeom>
              <a:blipFill>
                <a:blip r:embed="rId6"/>
                <a:stretch>
                  <a:fillRect l="-1923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6B1AED1-12D6-4422-2F3E-20D1A8F59716}"/>
              </a:ext>
            </a:extLst>
          </p:cNvPr>
          <p:cNvCxnSpPr/>
          <p:nvPr/>
        </p:nvCxnSpPr>
        <p:spPr>
          <a:xfrm>
            <a:off x="960582" y="1634837"/>
            <a:ext cx="323273" cy="8405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190EC96-CC08-A6D5-6FF7-0CEBB06D51DE}"/>
                  </a:ext>
                </a:extLst>
              </p:cNvPr>
              <p:cNvSpPr txBox="1"/>
              <p:nvPr/>
            </p:nvSpPr>
            <p:spPr>
              <a:xfrm>
                <a:off x="4257965" y="4360635"/>
                <a:ext cx="4516581" cy="9383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nary>
                        <m:nary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nary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zh-TW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nary>
                        <m:naryPr>
                          <m:ctrlPr>
                            <a:rPr lang="zh-TW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190EC96-CC08-A6D5-6FF7-0CEBB06D5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965" y="4360635"/>
                <a:ext cx="4516581" cy="9383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B578662-4E13-F0C5-B1E5-35444AEAB9B4}"/>
                  </a:ext>
                </a:extLst>
              </p:cNvPr>
              <p:cNvSpPr txBox="1"/>
              <p:nvPr/>
            </p:nvSpPr>
            <p:spPr>
              <a:xfrm>
                <a:off x="577272" y="4567384"/>
                <a:ext cx="3394365" cy="646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dirty="0"/>
                  <a:t>只有當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時有值</a:t>
                </a:r>
                <a:endParaRPr lang="en-US" altLang="zh-TW" dirty="0"/>
              </a:p>
              <a:p>
                <a:pPr algn="ctr"/>
                <a:r>
                  <a:rPr lang="zh-TW" altLang="en-US" dirty="0"/>
                  <a:t>其餘都是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 ，所以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zh-TW" altLang="en-US" dirty="0"/>
                  <a:t>可以去掉了</a:t>
                </a: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B578662-4E13-F0C5-B1E5-35444AEAB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72" y="4567384"/>
                <a:ext cx="3394365" cy="646331"/>
              </a:xfrm>
              <a:prstGeom prst="rect">
                <a:avLst/>
              </a:prstGeom>
              <a:blipFill>
                <a:blip r:embed="rId8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E7A5DCA-B133-B2EF-5D19-B9C231DD5ACB}"/>
                  </a:ext>
                </a:extLst>
              </p:cNvPr>
              <p:cNvSpPr txBox="1"/>
              <p:nvPr/>
            </p:nvSpPr>
            <p:spPr>
              <a:xfrm>
                <a:off x="633219" y="5732240"/>
                <a:ext cx="2840181" cy="109857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T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E7A5DCA-B133-B2EF-5D19-B9C231DD5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19" y="5732240"/>
                <a:ext cx="2840181" cy="10985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AF20E3-4938-D9EB-5AB6-0AA0305FFA01}"/>
                  </a:ext>
                </a:extLst>
              </p:cNvPr>
              <p:cNvSpPr txBox="1"/>
              <p:nvPr/>
            </p:nvSpPr>
            <p:spPr>
              <a:xfrm>
                <a:off x="4539013" y="5614675"/>
                <a:ext cx="2959066" cy="91050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AF20E3-4938-D9EB-5AB6-0AA0305FF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013" y="5614675"/>
                <a:ext cx="2959066" cy="9105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B97B86-91DD-E643-0BC1-DB1D79C7F539}"/>
                  </a:ext>
                </a:extLst>
              </p:cNvPr>
              <p:cNvSpPr txBox="1"/>
              <p:nvPr/>
            </p:nvSpPr>
            <p:spPr>
              <a:xfrm>
                <a:off x="3676650" y="5923190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B97B86-91DD-E643-0BC1-DB1D79C7F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650" y="5923190"/>
                <a:ext cx="5854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ADC56F9A-6678-DD77-0D0D-BA8D3D1D4EA8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4093D5B-D809-0208-62B1-B6050D8BEF03}"/>
              </a:ext>
            </a:extLst>
          </p:cNvPr>
          <p:cNvSpPr txBox="1"/>
          <p:nvPr/>
        </p:nvSpPr>
        <p:spPr>
          <a:xfrm>
            <a:off x="3614058" y="56170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移項</a:t>
            </a:r>
          </a:p>
        </p:txBody>
      </p:sp>
    </p:spTree>
    <p:extLst>
      <p:ext uri="{BB962C8B-B14F-4D97-AF65-F5344CB8AC3E}">
        <p14:creationId xmlns:p14="http://schemas.microsoft.com/office/powerpoint/2010/main" val="27411635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8DF6-2FC7-8B56-4390-5E89DA96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61F643-0579-C422-75D5-66D7FD6F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5BCE37E-F2D4-81B6-3EF5-80C1F1B69488}"/>
                  </a:ext>
                </a:extLst>
              </p:cNvPr>
              <p:cNvSpPr txBox="1"/>
              <p:nvPr/>
            </p:nvSpPr>
            <p:spPr>
              <a:xfrm>
                <a:off x="0" y="114012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傅里葉變換 推導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(7):</a:t>
                </a:r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 推導出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F(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400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)</a:t>
                </a:r>
                <a:endParaRPr lang="zh-TW" altLang="en-US" sz="4000" dirty="0"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5BCE37E-F2D4-81B6-3EF5-80C1F1B69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012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B0EA7DE-DAA9-168E-E5E1-39EEA20F65B2}"/>
                  </a:ext>
                </a:extLst>
              </p:cNvPr>
              <p:cNvSpPr txBox="1"/>
              <p:nvPr/>
            </p:nvSpPr>
            <p:spPr>
              <a:xfrm>
                <a:off x="1427679" y="4668664"/>
                <a:ext cx="6871589" cy="48404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當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zh-TW" altLang="en-US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</a:rPr>
                  <a:t>無限</a:t>
                </a:r>
                <a:r>
                  <a:rPr lang="zh-TW" altLang="en-US" dirty="0"/>
                  <a:t>，</a:t>
                </a:r>
                <a:r>
                  <a:rPr lang="en-US" altLang="zh-TW" dirty="0"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zh-TW" altLang="en-US" dirty="0"/>
                  <a:t>  就會很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小</a:t>
                </a:r>
                <a:r>
                  <a:rPr lang="zh-TW" altLang="en-US" dirty="0"/>
                  <a:t> ，等於原本離散的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zh-TW" altLang="en-US" dirty="0"/>
                  <a:t>變成連續的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B0EA7DE-DAA9-168E-E5E1-39EEA20F6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679" y="4668664"/>
                <a:ext cx="6871589" cy="484043"/>
              </a:xfrm>
              <a:prstGeom prst="rect">
                <a:avLst/>
              </a:prstGeom>
              <a:blipFill>
                <a:blip r:embed="rId3"/>
                <a:stretch>
                  <a:fillRect l="-266" b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475793E4-028F-90DF-3975-2777BFF07AAD}"/>
              </a:ext>
            </a:extLst>
          </p:cNvPr>
          <p:cNvSpPr txBox="1"/>
          <p:nvPr/>
        </p:nvSpPr>
        <p:spPr>
          <a:xfrm>
            <a:off x="1436386" y="4235789"/>
            <a:ext cx="994756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800" dirty="0">
                <a:latin typeface="+mj-lt"/>
                <a:ea typeface="+mj-ea"/>
                <a:cs typeface="Times New Roman" panose="02020603050405020304" pitchFamily="18" charset="0"/>
              </a:rPr>
              <a:t>由於訊號</a:t>
            </a:r>
            <a:r>
              <a:rPr lang="zh-TW" altLang="en-US" sz="1800" dirty="0">
                <a:solidFill>
                  <a:srgbClr val="FF0000"/>
                </a:solidFill>
                <a:latin typeface="+mj-lt"/>
                <a:ea typeface="+mj-ea"/>
                <a:cs typeface="Times New Roman" panose="02020603050405020304" pitchFamily="18" charset="0"/>
              </a:rPr>
              <a:t>不一定</a:t>
            </a:r>
            <a:r>
              <a:rPr lang="zh-TW" altLang="en-US" sz="1800" dirty="0">
                <a:latin typeface="+mj-lt"/>
                <a:ea typeface="+mj-ea"/>
                <a:cs typeface="Times New Roman" panose="02020603050405020304" pitchFamily="18" charset="0"/>
              </a:rPr>
              <a:t>是週期性的，所以我們可以把</a:t>
            </a:r>
            <a:r>
              <a:rPr lang="zh-TW" altLang="en-US" sz="1800" dirty="0">
                <a:solidFill>
                  <a:srgbClr val="FF0000"/>
                </a:solidFill>
                <a:latin typeface="+mj-lt"/>
                <a:ea typeface="+mj-ea"/>
                <a:cs typeface="Times New Roman" panose="02020603050405020304" pitchFamily="18" charset="0"/>
              </a:rPr>
              <a:t>非週期性訊號</a:t>
            </a:r>
            <a:r>
              <a:rPr lang="zh-TW" altLang="en-US" sz="1800" dirty="0">
                <a:latin typeface="+mj-lt"/>
                <a:ea typeface="+mj-ea"/>
                <a:cs typeface="Times New Roman" panose="02020603050405020304" pitchFamily="18" charset="0"/>
              </a:rPr>
              <a:t>看作是</a:t>
            </a:r>
            <a:r>
              <a:rPr lang="zh-TW" altLang="en-US" sz="1800" dirty="0">
                <a:solidFill>
                  <a:srgbClr val="FF0000"/>
                </a:solidFill>
                <a:latin typeface="+mj-lt"/>
                <a:ea typeface="+mj-ea"/>
                <a:cs typeface="Times New Roman" panose="02020603050405020304" pitchFamily="18" charset="0"/>
              </a:rPr>
              <a:t>週期長度非常長</a:t>
            </a:r>
            <a:r>
              <a:rPr lang="zh-TW" altLang="en-US" sz="1800" dirty="0">
                <a:latin typeface="+mj-lt"/>
                <a:ea typeface="+mj-ea"/>
                <a:cs typeface="Times New Roman" panose="02020603050405020304" pitchFamily="18" charset="0"/>
              </a:rPr>
              <a:t>的週期性訊號。</a:t>
            </a:r>
            <a:endParaRPr lang="en-US" altLang="zh-TW" sz="1800" dirty="0"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B55EE86-79A1-A185-9264-FEA552BA767A}"/>
              </a:ext>
            </a:extLst>
          </p:cNvPr>
          <p:cNvCxnSpPr>
            <a:cxnSpLocks/>
          </p:cNvCxnSpPr>
          <p:nvPr/>
        </p:nvCxnSpPr>
        <p:spPr>
          <a:xfrm flipV="1">
            <a:off x="1053737" y="1045027"/>
            <a:ext cx="0" cy="1820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701F768-5CDA-407C-5612-940BA1438CF1}"/>
              </a:ext>
            </a:extLst>
          </p:cNvPr>
          <p:cNvCxnSpPr/>
          <p:nvPr/>
        </p:nvCxnSpPr>
        <p:spPr>
          <a:xfrm>
            <a:off x="792480" y="2638696"/>
            <a:ext cx="6357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866D8C88-D7EC-7331-CA66-7D752408699C}"/>
              </a:ext>
            </a:extLst>
          </p:cNvPr>
          <p:cNvSpPr/>
          <p:nvPr/>
        </p:nvSpPr>
        <p:spPr>
          <a:xfrm>
            <a:off x="1053737" y="1489157"/>
            <a:ext cx="6026332" cy="1149539"/>
          </a:xfrm>
          <a:custGeom>
            <a:avLst/>
            <a:gdLst>
              <a:gd name="connsiteX0" fmla="*/ 0 w 6026332"/>
              <a:gd name="connsiteY0" fmla="*/ 1132122 h 1149539"/>
              <a:gd name="connsiteX1" fmla="*/ 400595 w 6026332"/>
              <a:gd name="connsiteY1" fmla="*/ 539939 h 1149539"/>
              <a:gd name="connsiteX2" fmla="*/ 949235 w 6026332"/>
              <a:gd name="connsiteY2" fmla="*/ 844739 h 1149539"/>
              <a:gd name="connsiteX3" fmla="*/ 1576252 w 6026332"/>
              <a:gd name="connsiteY3" fmla="*/ 217722 h 1149539"/>
              <a:gd name="connsiteX4" fmla="*/ 2342606 w 6026332"/>
              <a:gd name="connsiteY4" fmla="*/ 905699 h 1149539"/>
              <a:gd name="connsiteX5" fmla="*/ 2943498 w 6026332"/>
              <a:gd name="connsiteY5" fmla="*/ 217722 h 1149539"/>
              <a:gd name="connsiteX6" fmla="*/ 3657600 w 6026332"/>
              <a:gd name="connsiteY6" fmla="*/ 1045036 h 1149539"/>
              <a:gd name="connsiteX7" fmla="*/ 4101738 w 6026332"/>
              <a:gd name="connsiteY7" fmla="*/ 418019 h 1149539"/>
              <a:gd name="connsiteX8" fmla="*/ 4624252 w 6026332"/>
              <a:gd name="connsiteY8" fmla="*/ 931825 h 1149539"/>
              <a:gd name="connsiteX9" fmla="*/ 5120640 w 6026332"/>
              <a:gd name="connsiteY9" fmla="*/ 7 h 1149539"/>
              <a:gd name="connsiteX10" fmla="*/ 5529943 w 6026332"/>
              <a:gd name="connsiteY10" fmla="*/ 949242 h 1149539"/>
              <a:gd name="connsiteX11" fmla="*/ 5756366 w 6026332"/>
              <a:gd name="connsiteY11" fmla="*/ 409310 h 1149539"/>
              <a:gd name="connsiteX12" fmla="*/ 6026332 w 6026332"/>
              <a:gd name="connsiteY12" fmla="*/ 1149539 h 1149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6332" h="1149539">
                <a:moveTo>
                  <a:pt x="0" y="1132122"/>
                </a:moveTo>
                <a:cubicBezTo>
                  <a:pt x="121194" y="859979"/>
                  <a:pt x="242389" y="587836"/>
                  <a:pt x="400595" y="539939"/>
                </a:cubicBezTo>
                <a:cubicBezTo>
                  <a:pt x="558801" y="492042"/>
                  <a:pt x="753292" y="898442"/>
                  <a:pt x="949235" y="844739"/>
                </a:cubicBezTo>
                <a:cubicBezTo>
                  <a:pt x="1145178" y="791036"/>
                  <a:pt x="1344024" y="207562"/>
                  <a:pt x="1576252" y="217722"/>
                </a:cubicBezTo>
                <a:cubicBezTo>
                  <a:pt x="1808480" y="227882"/>
                  <a:pt x="2114732" y="905699"/>
                  <a:pt x="2342606" y="905699"/>
                </a:cubicBezTo>
                <a:cubicBezTo>
                  <a:pt x="2570480" y="905699"/>
                  <a:pt x="2724332" y="194499"/>
                  <a:pt x="2943498" y="217722"/>
                </a:cubicBezTo>
                <a:cubicBezTo>
                  <a:pt x="3162664" y="240945"/>
                  <a:pt x="3464560" y="1011653"/>
                  <a:pt x="3657600" y="1045036"/>
                </a:cubicBezTo>
                <a:cubicBezTo>
                  <a:pt x="3850640" y="1078419"/>
                  <a:pt x="3940629" y="436887"/>
                  <a:pt x="4101738" y="418019"/>
                </a:cubicBezTo>
                <a:cubicBezTo>
                  <a:pt x="4262847" y="399150"/>
                  <a:pt x="4454435" y="1001494"/>
                  <a:pt x="4624252" y="931825"/>
                </a:cubicBezTo>
                <a:cubicBezTo>
                  <a:pt x="4794069" y="862156"/>
                  <a:pt x="4969692" y="-2896"/>
                  <a:pt x="5120640" y="7"/>
                </a:cubicBezTo>
                <a:cubicBezTo>
                  <a:pt x="5271588" y="2910"/>
                  <a:pt x="5423989" y="881025"/>
                  <a:pt x="5529943" y="949242"/>
                </a:cubicBezTo>
                <a:cubicBezTo>
                  <a:pt x="5635897" y="1017459"/>
                  <a:pt x="5673635" y="375927"/>
                  <a:pt x="5756366" y="409310"/>
                </a:cubicBezTo>
                <a:cubicBezTo>
                  <a:pt x="5839098" y="442693"/>
                  <a:pt x="5932715" y="796116"/>
                  <a:pt x="6026332" y="11495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A27E9451-8BBA-62E9-857E-395948D8A835}"/>
              </a:ext>
            </a:extLst>
          </p:cNvPr>
          <p:cNvCxnSpPr/>
          <p:nvPr/>
        </p:nvCxnSpPr>
        <p:spPr>
          <a:xfrm>
            <a:off x="1036320" y="1410787"/>
            <a:ext cx="6069875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1076128F-DBA7-BA3B-ACDA-C7FB7927C8DB}"/>
              </a:ext>
            </a:extLst>
          </p:cNvPr>
          <p:cNvCxnSpPr>
            <a:cxnSpLocks/>
          </p:cNvCxnSpPr>
          <p:nvPr/>
        </p:nvCxnSpPr>
        <p:spPr>
          <a:xfrm flipV="1">
            <a:off x="7088777" y="1288868"/>
            <a:ext cx="0" cy="2612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F03F715A-3A1A-D8D8-FC15-446C16BE8DBB}"/>
              </a:ext>
            </a:extLst>
          </p:cNvPr>
          <p:cNvCxnSpPr>
            <a:cxnSpLocks/>
          </p:cNvCxnSpPr>
          <p:nvPr/>
        </p:nvCxnSpPr>
        <p:spPr>
          <a:xfrm flipV="1">
            <a:off x="1058091" y="1267097"/>
            <a:ext cx="0" cy="2612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69C782E-9B13-BA53-2333-89E8571D4986}"/>
              </a:ext>
            </a:extLst>
          </p:cNvPr>
          <p:cNvSpPr txBox="1"/>
          <p:nvPr/>
        </p:nvSpPr>
        <p:spPr>
          <a:xfrm>
            <a:off x="3431177" y="1036319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週期 超長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782D488-A313-D22C-2F68-35A053B4FDD8}"/>
                  </a:ext>
                </a:extLst>
              </p:cNvPr>
              <p:cNvSpPr txBox="1"/>
              <p:nvPr/>
            </p:nvSpPr>
            <p:spPr>
              <a:xfrm>
                <a:off x="1441267" y="5241124"/>
                <a:ext cx="3444241" cy="75995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TW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782D488-A313-D22C-2F68-35A053B4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267" y="5241124"/>
                <a:ext cx="3444241" cy="7599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24FC6BC-D298-BADE-10C2-55210EA0E83E}"/>
                  </a:ext>
                </a:extLst>
              </p:cNvPr>
              <p:cNvSpPr txBox="1"/>
              <p:nvPr/>
            </p:nvSpPr>
            <p:spPr>
              <a:xfrm>
                <a:off x="1438761" y="3115314"/>
                <a:ext cx="2959066" cy="91050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24FC6BC-D298-BADE-10C2-55210EA0E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761" y="3115314"/>
                <a:ext cx="2959066" cy="910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1A161055-0561-535A-376A-ACABF68BB670}"/>
              </a:ext>
            </a:extLst>
          </p:cNvPr>
          <p:cNvSpPr txBox="1"/>
          <p:nvPr/>
        </p:nvSpPr>
        <p:spPr>
          <a:xfrm>
            <a:off x="5033555" y="5441071"/>
            <a:ext cx="654884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[-T/2,T/2]</a:t>
            </a:r>
            <a:r>
              <a:rPr lang="zh-TW" altLang="en-US" dirty="0"/>
              <a:t>在 </a:t>
            </a:r>
            <a:r>
              <a:rPr lang="en-US" altLang="zh-TW" dirty="0"/>
              <a:t>T→∞</a:t>
            </a:r>
            <a:r>
              <a:rPr lang="zh-TW" altLang="en-US" dirty="0"/>
              <a:t>的情況下</a:t>
            </a:r>
            <a:r>
              <a:rPr lang="zh-TW" altLang="en-US" dirty="0">
                <a:solidFill>
                  <a:srgbClr val="FF0000"/>
                </a:solidFill>
              </a:rPr>
              <a:t>對稱時間軸</a:t>
            </a:r>
            <a:r>
              <a:rPr lang="zh-TW" altLang="en-US" dirty="0"/>
              <a:t>。確保正負頻率貢獻一樣</a:t>
            </a:r>
          </a:p>
        </p:txBody>
      </p:sp>
      <p:sp>
        <p:nvSpPr>
          <p:cNvPr id="47" name="手繪多邊形: 圖案 46">
            <a:extLst>
              <a:ext uri="{FF2B5EF4-FFF2-40B4-BE49-F238E27FC236}">
                <a16:creationId xmlns:a16="http://schemas.microsoft.com/office/drawing/2014/main" id="{73739F50-1FAA-5F9B-37D6-2FCE2FD6CF4B}"/>
              </a:ext>
            </a:extLst>
          </p:cNvPr>
          <p:cNvSpPr/>
          <p:nvPr/>
        </p:nvSpPr>
        <p:spPr>
          <a:xfrm>
            <a:off x="818563" y="3657600"/>
            <a:ext cx="688019" cy="1942012"/>
          </a:xfrm>
          <a:custGeom>
            <a:avLst/>
            <a:gdLst>
              <a:gd name="connsiteX0" fmla="*/ 661894 w 688019"/>
              <a:gd name="connsiteY0" fmla="*/ 0 h 1889760"/>
              <a:gd name="connsiteX1" fmla="*/ 42 w 688019"/>
              <a:gd name="connsiteY1" fmla="*/ 940526 h 1889760"/>
              <a:gd name="connsiteX2" fmla="*/ 688019 w 688019"/>
              <a:gd name="connsiteY2" fmla="*/ 1889760 h 188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8019" h="1889760">
                <a:moveTo>
                  <a:pt x="661894" y="0"/>
                </a:moveTo>
                <a:cubicBezTo>
                  <a:pt x="328791" y="312783"/>
                  <a:pt x="-4312" y="625566"/>
                  <a:pt x="42" y="940526"/>
                </a:cubicBezTo>
                <a:cubicBezTo>
                  <a:pt x="4396" y="1255486"/>
                  <a:pt x="346207" y="1572623"/>
                  <a:pt x="688019" y="1889760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3D447F0-9370-0AD5-9611-9628CD1B1D8D}"/>
              </a:ext>
            </a:extLst>
          </p:cNvPr>
          <p:cNvSpPr txBox="1"/>
          <p:nvPr/>
        </p:nvSpPr>
        <p:spPr>
          <a:xfrm>
            <a:off x="139337" y="338763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</a:rPr>
              <a:t>兩者都是</a:t>
            </a:r>
            <a:endParaRPr lang="en-US" altLang="zh-TW" dirty="0">
              <a:solidFill>
                <a:srgbClr val="FF0000"/>
              </a:solidFill>
            </a:endParaRPr>
          </a:p>
          <a:p>
            <a:pPr algn="ctr"/>
            <a:r>
              <a:rPr lang="zh-TW" altLang="en-US" dirty="0">
                <a:solidFill>
                  <a:srgbClr val="FF0000"/>
                </a:solidFill>
              </a:rPr>
              <a:t>權重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F3230A43-BAB5-0E66-5871-A5EAB7FE9C5A}"/>
                  </a:ext>
                </a:extLst>
              </p:cNvPr>
              <p:cNvSpPr txBox="1"/>
              <p:nvPr/>
            </p:nvSpPr>
            <p:spPr>
              <a:xfrm>
                <a:off x="4824548" y="3090595"/>
                <a:ext cx="692331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dirty="0"/>
                  <a:t>對應於特定的頻率成分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nω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，代表了該頻率在信號中的「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強度</a:t>
                </a:r>
                <a:r>
                  <a:rPr lang="zh-TW" altLang="en-US" dirty="0"/>
                  <a:t>」。</a:t>
                </a: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F3230A43-BAB5-0E66-5871-A5EAB7FE9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548" y="3090595"/>
                <a:ext cx="6923314" cy="369332"/>
              </a:xfrm>
              <a:prstGeom prst="rect">
                <a:avLst/>
              </a:prstGeom>
              <a:blipFill>
                <a:blip r:embed="rId6"/>
                <a:stretch>
                  <a:fillRect t="-9836" r="-440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598C35E-688C-4339-CE71-758D53E0BFBB}"/>
                  </a:ext>
                </a:extLst>
              </p:cNvPr>
              <p:cNvSpPr txBox="1"/>
              <p:nvPr/>
            </p:nvSpPr>
            <p:spPr>
              <a:xfrm>
                <a:off x="4824548" y="3673229"/>
                <a:ext cx="6914606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F(ω) </a:t>
                </a:r>
                <a:r>
                  <a:rPr lang="zh-TW" altLang="en-US" dirty="0"/>
                  <a:t>對應於每個連續頻率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TW" altLang="en-US" dirty="0"/>
                  <a:t>上的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權重</a:t>
                </a: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598C35E-688C-4339-CE71-758D53E0B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548" y="3673229"/>
                <a:ext cx="6914606" cy="369332"/>
              </a:xfrm>
              <a:prstGeom prst="rect">
                <a:avLst/>
              </a:prstGeom>
              <a:blipFill>
                <a:blip r:embed="rId7"/>
                <a:stretch>
                  <a:fillRect l="-705" t="-10000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D102909-DA61-876A-7E3E-AA267028CF6A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10318917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400C-1C6E-07B9-3317-ADE12346E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A9986C0-5DE9-0DD4-344F-6E49C31A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45C0380-BC4C-C3E9-0009-CB0E4B16D539}"/>
                  </a:ext>
                </a:extLst>
              </p:cNvPr>
              <p:cNvSpPr txBox="1"/>
              <p:nvPr/>
            </p:nvSpPr>
            <p:spPr>
              <a:xfrm>
                <a:off x="0" y="114012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傅里葉變換 推導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(8):</a:t>
                </a:r>
                <a:r>
                  <a:rPr lang="zh-TW" altLang="en-US" sz="4000" i="0" dirty="0">
                    <a:effectLst/>
                    <a:latin typeface="+mj-lt"/>
                    <a:ea typeface="+mj-ea"/>
                  </a:rPr>
                  <a:t> 推導出</a:t>
                </a:r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F(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400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TW" sz="4000" i="0" dirty="0">
                    <a:effectLst/>
                    <a:latin typeface="+mj-lt"/>
                    <a:ea typeface="+mj-ea"/>
                  </a:rPr>
                  <a:t>)</a:t>
                </a:r>
                <a:endParaRPr lang="zh-TW" altLang="en-US" sz="4000" dirty="0"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45C0380-BC4C-C3E9-0009-CB0E4B16D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012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7276B4FE-D45F-5BAF-8FDB-4CE1747A1CA9}"/>
                  </a:ext>
                </a:extLst>
              </p:cNvPr>
              <p:cNvSpPr txBox="1"/>
              <p:nvPr/>
            </p:nvSpPr>
            <p:spPr>
              <a:xfrm>
                <a:off x="857793" y="1400645"/>
                <a:ext cx="3444241" cy="75995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TW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7276B4FE-D45F-5BAF-8FDB-4CE1747A1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793" y="1400645"/>
                <a:ext cx="3444241" cy="7599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53BF7986-0319-81A0-BD56-3C1B88FDCFAD}"/>
                  </a:ext>
                </a:extLst>
              </p:cNvPr>
              <p:cNvSpPr txBox="1"/>
              <p:nvPr/>
            </p:nvSpPr>
            <p:spPr>
              <a:xfrm>
                <a:off x="4693922" y="2340821"/>
                <a:ext cx="6200500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zh-TW" altLang="zh-TW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當我們讓 T→∞ 時，積分區間 [−T/2,T/2] 延伸為 (−∞,∞)</a:t>
                </a:r>
                <a:r>
                  <a:rPr kumimoji="0" lang="zh-TW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。</a:t>
                </a:r>
                <a:endParaRPr kumimoji="0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1/T </a:t>
                </a:r>
                <a:r>
                  <a:rPr lang="zh-TW" altLang="en-US" dirty="0"/>
                  <a:t>原本是週期訊號的平均，訊號變成無限長時不再取平均，而是看整體能量，所以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1/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TW" altLang="en-US" dirty="0"/>
                  <a:t>消失。</a:t>
                </a:r>
                <a:endParaRPr kumimoji="0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53BF7986-0319-81A0-BD56-3C1B88FDC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22" y="2340821"/>
                <a:ext cx="6200500" cy="923330"/>
              </a:xfrm>
              <a:prstGeom prst="rect">
                <a:avLst/>
              </a:prstGeom>
              <a:blipFill>
                <a:blip r:embed="rId4"/>
                <a:stretch>
                  <a:fillRect l="-590" t="-3974" r="-688" b="-105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594A33E-D659-E5AA-BDBA-C2963FAD069C}"/>
                  </a:ext>
                </a:extLst>
              </p:cNvPr>
              <p:cNvSpPr txBox="1"/>
              <p:nvPr/>
            </p:nvSpPr>
            <p:spPr>
              <a:xfrm>
                <a:off x="853438" y="2380359"/>
                <a:ext cx="3444241" cy="75648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594A33E-D659-E5AA-BDBA-C2963FAD0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38" y="2380359"/>
                <a:ext cx="3444241" cy="7564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9B35C1C-83F9-C240-63E4-592CBF2CCB24}"/>
                  </a:ext>
                </a:extLst>
              </p:cNvPr>
              <p:cNvSpPr txBox="1"/>
              <p:nvPr/>
            </p:nvSpPr>
            <p:spPr>
              <a:xfrm>
                <a:off x="853440" y="4110332"/>
                <a:ext cx="6479177" cy="92333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solidFill>
                      <a:schemeClr val="bg1"/>
                    </a:solidFill>
                  </a:rPr>
                  <a:t>傅立葉變換可以將一個隨時間變化的信號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</a:rPr>
                  <a:t>分解為不同頻率成分的「加權和」，從而告訴我們信號在不同頻率上的強度（權重）。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9B35C1C-83F9-C240-63E4-592CBF2CC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4110332"/>
                <a:ext cx="6479177" cy="923330"/>
              </a:xfrm>
              <a:prstGeom prst="rect">
                <a:avLst/>
              </a:prstGeom>
              <a:blipFill>
                <a:blip r:embed="rId6"/>
                <a:stretch>
                  <a:fillRect l="-753" t="-2632" b="-9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Joseph Fourier - Wikipedia">
            <a:extLst>
              <a:ext uri="{FF2B5EF4-FFF2-40B4-BE49-F238E27FC236}">
                <a16:creationId xmlns:a16="http://schemas.microsoft.com/office/drawing/2014/main" id="{282F32B6-2A46-58F2-98AA-21CB77B25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20" b="99375" l="2085" r="89121">
                        <a14:foregroundMark x1="41160" y1="3597" x2="42883" y2="3597"/>
                        <a14:foregroundMark x1="50317" y1="3753" x2="52675" y2="2033"/>
                        <a14:foregroundMark x1="53762" y1="4066" x2="56392" y2="4535"/>
                        <a14:foregroundMark x1="42702" y1="2737" x2="48141" y2="3753"/>
                        <a14:foregroundMark x1="48957" y1="1798" x2="59202" y2="7115"/>
                        <a14:foregroundMark x1="31278" y1="7662" x2="38622" y2="4066"/>
                        <a14:foregroundMark x1="37987" y1="3753" x2="42158" y2="32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7252583" y="3962399"/>
            <a:ext cx="2240456" cy="259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E831F516-9FF9-2306-39BB-5A24E80C4D68}"/>
              </a:ext>
            </a:extLst>
          </p:cNvPr>
          <p:cNvSpPr/>
          <p:nvPr/>
        </p:nvSpPr>
        <p:spPr>
          <a:xfrm>
            <a:off x="2281645" y="3196045"/>
            <a:ext cx="461554" cy="896983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FB2A00D-846D-6D6F-6ECA-907CD34950FB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9611866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72AD-D58A-A802-0142-8C49FE7C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AC697A-7D9D-F6C0-51E9-99E45029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243EBC-9B6A-DB6B-3D17-7D28F1005D56}"/>
              </a:ext>
            </a:extLst>
          </p:cNvPr>
          <p:cNvSpPr txBox="1"/>
          <p:nvPr/>
        </p:nvSpPr>
        <p:spPr>
          <a:xfrm>
            <a:off x="0" y="1140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/>
              <a:t>傅里葉變換 推導</a:t>
            </a:r>
            <a:r>
              <a:rPr lang="en-US" altLang="zh-TW" sz="4000" dirty="0"/>
              <a:t>(9):</a:t>
            </a:r>
            <a:r>
              <a:rPr lang="zh-TW" altLang="en-US" sz="4000" dirty="0"/>
              <a:t> </a:t>
            </a:r>
            <a:r>
              <a:rPr lang="zh-TW" altLang="en-US" sz="4000" i="0" dirty="0">
                <a:effectLst/>
                <a:latin typeface="+mj-lt"/>
                <a:ea typeface="+mj-ea"/>
              </a:rPr>
              <a:t>反傅立葉變換</a:t>
            </a:r>
            <a:endParaRPr lang="zh-TW" altLang="en-US" sz="4000" dirty="0">
              <a:latin typeface="+mj-lt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8669BF9-D1C7-D613-3284-FBB1F12564B0}"/>
                  </a:ext>
                </a:extLst>
              </p:cNvPr>
              <p:cNvSpPr txBox="1"/>
              <p:nvPr/>
            </p:nvSpPr>
            <p:spPr>
              <a:xfrm>
                <a:off x="790301" y="1252482"/>
                <a:ext cx="3444241" cy="75648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TW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TW" altLang="zh-TW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TW" altLang="zh-TW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TW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8669BF9-D1C7-D613-3284-FBB1F1256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01" y="1252482"/>
                <a:ext cx="3444241" cy="756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Joseph Fourier - Wikipedia">
            <a:extLst>
              <a:ext uri="{FF2B5EF4-FFF2-40B4-BE49-F238E27FC236}">
                <a16:creationId xmlns:a16="http://schemas.microsoft.com/office/drawing/2014/main" id="{65DAFB50-2297-F661-C4A6-AD5CB66641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20" b="99375" l="2085" r="89121">
                        <a14:foregroundMark x1="41160" y1="3597" x2="42883" y2="3597"/>
                        <a14:foregroundMark x1="50317" y1="3753" x2="52675" y2="2033"/>
                        <a14:foregroundMark x1="53762" y1="4066" x2="56392" y2="4535"/>
                        <a14:foregroundMark x1="42702" y1="2737" x2="48141" y2="3753"/>
                        <a14:foregroundMark x1="48957" y1="1798" x2="59202" y2="7115"/>
                        <a14:foregroundMark x1="31278" y1="7662" x2="38622" y2="4066"/>
                        <a14:foregroundMark x1="37987" y1="3753" x2="42158" y2="32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83188" y="3809999"/>
            <a:ext cx="2317961" cy="259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01F06415-5444-27CA-8469-2A8F8264D1B4}"/>
              </a:ext>
            </a:extLst>
          </p:cNvPr>
          <p:cNvSpPr/>
          <p:nvPr/>
        </p:nvSpPr>
        <p:spPr>
          <a:xfrm>
            <a:off x="2281644" y="2359283"/>
            <a:ext cx="461554" cy="896983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B57CF0-920B-D7F9-6B09-5D37128DC259}"/>
              </a:ext>
            </a:extLst>
          </p:cNvPr>
          <p:cNvSpPr txBox="1"/>
          <p:nvPr/>
        </p:nvSpPr>
        <p:spPr>
          <a:xfrm>
            <a:off x="4886324" y="1696212"/>
            <a:ext cx="66770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zh-TW" altLang="en-US" sz="2400" dirty="0">
                <a:solidFill>
                  <a:schemeClr val="tx1"/>
                </a:solidFill>
              </a:rPr>
              <a:t>反傅立葉變換就是把這些波照它的比例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</a:rPr>
              <a:t>（振幅與相位）再全部加回去。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</a:rPr>
              <a:t>為了剛好還原成原訊號，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</a:rPr>
              <a:t>數學上會多出一個 </a:t>
            </a:r>
            <a:r>
              <a:rPr lang="en-US" altLang="zh-TW" sz="2400" dirty="0">
                <a:solidFill>
                  <a:schemeClr val="tx1"/>
                </a:solidFill>
              </a:rPr>
              <a:t>1/2π </a:t>
            </a:r>
            <a:r>
              <a:rPr lang="zh-TW" altLang="en-US" sz="2400" dirty="0">
                <a:solidFill>
                  <a:schemeClr val="tx1"/>
                </a:solidFill>
              </a:rPr>
              <a:t>的比例常數。</a:t>
            </a:r>
            <a:endParaRPr lang="zh-TW" altLang="ar-A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ED35EE1-119C-7D0E-9C9A-0207CFF499A8}"/>
                  </a:ext>
                </a:extLst>
              </p:cNvPr>
              <p:cNvSpPr txBox="1"/>
              <p:nvPr/>
            </p:nvSpPr>
            <p:spPr>
              <a:xfrm>
                <a:off x="762000" y="3474559"/>
                <a:ext cx="3514725" cy="7564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>
                  <a:defRPr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ar-AE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ar-AE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grow m:val="on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TW" alt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nary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p>
                        <m:sSup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ar-AE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ar-AE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ar-AE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TW" altLang="ar-AE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ar-AE" altLang="zh-TW"/>
                        <m:t> </m:t>
                      </m:r>
                      <m:r>
                        <a:rPr lang="zh-TW" altLang="ar-AE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TW" altLang="ar-AE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ar-AE" altLang="zh-TW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ED35EE1-119C-7D0E-9C9A-0207CFF4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74559"/>
                <a:ext cx="3514725" cy="756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AD9DA49D-C4F0-F367-0C52-149508A5BF14}"/>
              </a:ext>
            </a:extLst>
          </p:cNvPr>
          <p:cNvSpPr txBox="1"/>
          <p:nvPr/>
        </p:nvSpPr>
        <p:spPr>
          <a:xfrm>
            <a:off x="209550" y="266700"/>
            <a:ext cx="64633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補充</a:t>
            </a:r>
          </a:p>
        </p:txBody>
      </p:sp>
    </p:spTree>
    <p:extLst>
      <p:ext uri="{BB962C8B-B14F-4D97-AF65-F5344CB8AC3E}">
        <p14:creationId xmlns:p14="http://schemas.microsoft.com/office/powerpoint/2010/main" val="703579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5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1987</TotalTime>
  <Words>3665</Words>
  <Application>Microsoft Office PowerPoint</Application>
  <PresentationFormat>寬螢幕</PresentationFormat>
  <Paragraphs>687</Paragraphs>
  <Slides>66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66</vt:i4>
      </vt:variant>
    </vt:vector>
  </HeadingPairs>
  <TitlesOfParts>
    <vt:vector size="76" baseType="lpstr">
      <vt:lpstr>新細明體</vt:lpstr>
      <vt:lpstr>標楷體</vt:lpstr>
      <vt:lpstr>Aptos</vt:lpstr>
      <vt:lpstr>Arial</vt:lpstr>
      <vt:lpstr>Calibri</vt:lpstr>
      <vt:lpstr>Cambria Math</vt:lpstr>
      <vt:lpstr>Roboto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dcterms:created xsi:type="dcterms:W3CDTF">2024-09-17T11:26:55Z</dcterms:created>
  <dcterms:modified xsi:type="dcterms:W3CDTF">2025-11-25T05:10:28Z</dcterms:modified>
</cp:coreProperties>
</file>