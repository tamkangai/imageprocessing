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90" r:id="rId3"/>
    <p:sldId id="391" r:id="rId4"/>
    <p:sldId id="384" r:id="rId5"/>
    <p:sldId id="385" r:id="rId6"/>
    <p:sldId id="386" r:id="rId7"/>
    <p:sldId id="387" r:id="rId8"/>
    <p:sldId id="392" r:id="rId9"/>
    <p:sldId id="388" r:id="rId10"/>
    <p:sldId id="393" r:id="rId11"/>
    <p:sldId id="389" r:id="rId12"/>
    <p:sldId id="394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E7F7E1"/>
    <a:srgbClr val="FDE3E4"/>
    <a:srgbClr val="ED3338"/>
    <a:srgbClr val="FFDDFF"/>
    <a:srgbClr val="F9EBF7"/>
    <a:srgbClr val="C7FFF8"/>
    <a:srgbClr val="00A85A"/>
    <a:srgbClr val="DD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867F8A-F6C6-4F9A-B9E2-BBA624394804}" v="3" dt="2025-10-21T14:22:40.905"/>
    <p1510:client id="{A60F5CA1-198B-497A-B4F3-AC4F19F960F9}" v="19" dt="2025-10-22T04:38:03.0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24" autoAdjust="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蕭兆翔" userId="c09afb0b-60c9-45d8-81f2-4d7aa859f4bf" providerId="ADAL" clId="{4BB8715E-38C4-4DD5-851D-573BE0A89913}"/>
    <pc:docChg chg="undo redo custSel addSld delSld modSld sldOrd">
      <pc:chgData name="蕭兆翔" userId="c09afb0b-60c9-45d8-81f2-4d7aa859f4bf" providerId="ADAL" clId="{4BB8715E-38C4-4DD5-851D-573BE0A89913}" dt="2024-12-12T07:40:41.197" v="5177" actId="1035"/>
      <pc:docMkLst>
        <pc:docMk/>
      </pc:docMkLst>
      <pc:sldChg chg="modSp mod">
        <pc:chgData name="蕭兆翔" userId="c09afb0b-60c9-45d8-81f2-4d7aa859f4bf" providerId="ADAL" clId="{4BB8715E-38C4-4DD5-851D-573BE0A89913}" dt="2024-12-05T14:36:26.884" v="16" actId="20577"/>
        <pc:sldMkLst>
          <pc:docMk/>
          <pc:sldMk cId="1343009528" sldId="256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1730443094" sldId="257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1685594156" sldId="259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1527372765" sldId="260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1979135620" sldId="264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2372458448" sldId="268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1527147766" sldId="269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2706572330" sldId="273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1192488509" sldId="287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3815835487" sldId="291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1858062111" sldId="301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1781944770" sldId="314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3113006125" sldId="322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1798496417" sldId="323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3925345255" sldId="324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2613590936" sldId="325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3753462151" sldId="326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1749226856" sldId="327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2477226628" sldId="328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2879111948" sldId="329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1608973864" sldId="330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3615148816" sldId="332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2930956379" sldId="333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3682023600" sldId="334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743749273" sldId="335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1303513368" sldId="337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828935818" sldId="338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3049916099" sldId="339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1239015385" sldId="340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770422284" sldId="341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4090659215" sldId="342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1869237068" sldId="343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734047109" sldId="345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509095717" sldId="346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681588070" sldId="347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1223767976" sldId="348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829063449" sldId="350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172403905" sldId="352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2730371793" sldId="353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933998459" sldId="354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3553910099" sldId="355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1267499806" sldId="356"/>
        </pc:sldMkLst>
      </pc:sldChg>
      <pc:sldChg chg="addSp delSp modSp mod">
        <pc:chgData name="蕭兆翔" userId="c09afb0b-60c9-45d8-81f2-4d7aa859f4bf" providerId="ADAL" clId="{4BB8715E-38C4-4DD5-851D-573BE0A89913}" dt="2024-12-12T07:40:41.197" v="5177" actId="1035"/>
        <pc:sldMkLst>
          <pc:docMk/>
          <pc:sldMk cId="2723020223" sldId="384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315754070" sldId="385"/>
        </pc:sldMkLst>
      </pc:sldChg>
      <pc:sldChg chg="addSp delSp modSp add mod">
        <pc:chgData name="蕭兆翔" userId="c09afb0b-60c9-45d8-81f2-4d7aa859f4bf" providerId="ADAL" clId="{4BB8715E-38C4-4DD5-851D-573BE0A89913}" dt="2024-12-05T15:22:44.494" v="2895" actId="1076"/>
        <pc:sldMkLst>
          <pc:docMk/>
          <pc:sldMk cId="2548459206" sldId="385"/>
        </pc:sldMkLst>
      </pc:sldChg>
      <pc:sldChg chg="addSp modSp add mod">
        <pc:chgData name="蕭兆翔" userId="c09afb0b-60c9-45d8-81f2-4d7aa859f4bf" providerId="ADAL" clId="{4BB8715E-38C4-4DD5-851D-573BE0A89913}" dt="2024-12-11T13:13:56.537" v="4681" actId="20577"/>
        <pc:sldMkLst>
          <pc:docMk/>
          <pc:sldMk cId="959684917" sldId="386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3633042638" sldId="386"/>
        </pc:sldMkLst>
      </pc:sldChg>
      <pc:sldChg chg="addSp delSp modSp add mod">
        <pc:chgData name="蕭兆翔" userId="c09afb0b-60c9-45d8-81f2-4d7aa859f4bf" providerId="ADAL" clId="{4BB8715E-38C4-4DD5-851D-573BE0A89913}" dt="2024-12-09T16:36:42.509" v="3231" actId="1076"/>
        <pc:sldMkLst>
          <pc:docMk/>
          <pc:sldMk cId="932471263" sldId="387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371804138" sldId="388"/>
        </pc:sldMkLst>
      </pc:sldChg>
      <pc:sldChg chg="addSp delSp modSp add mod">
        <pc:chgData name="蕭兆翔" userId="c09afb0b-60c9-45d8-81f2-4d7aa859f4bf" providerId="ADAL" clId="{4BB8715E-38C4-4DD5-851D-573BE0A89913}" dt="2024-12-11T13:08:56.126" v="4309" actId="1038"/>
        <pc:sldMkLst>
          <pc:docMk/>
          <pc:sldMk cId="1927856065" sldId="388"/>
        </pc:sldMkLst>
      </pc:sldChg>
      <pc:sldChg chg="add del">
        <pc:chgData name="蕭兆翔" userId="c09afb0b-60c9-45d8-81f2-4d7aa859f4bf" providerId="ADAL" clId="{4BB8715E-38C4-4DD5-851D-573BE0A89913}" dt="2024-12-05T14:36:38.642" v="32"/>
        <pc:sldMkLst>
          <pc:docMk/>
          <pc:sldMk cId="3058680532" sldId="388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1555902403" sldId="389"/>
        </pc:sldMkLst>
      </pc:sldChg>
      <pc:sldChg chg="addSp delSp modSp new mod">
        <pc:chgData name="蕭兆翔" userId="c09afb0b-60c9-45d8-81f2-4d7aa859f4bf" providerId="ADAL" clId="{4BB8715E-38C4-4DD5-851D-573BE0A89913}" dt="2024-12-11T13:23:17.611" v="4854" actId="1076"/>
        <pc:sldMkLst>
          <pc:docMk/>
          <pc:sldMk cId="2065664461" sldId="389"/>
        </pc:sldMkLst>
      </pc:sldChg>
      <pc:sldChg chg="addSp modSp new mod">
        <pc:chgData name="蕭兆翔" userId="c09afb0b-60c9-45d8-81f2-4d7aa859f4bf" providerId="ADAL" clId="{4BB8715E-38C4-4DD5-851D-573BE0A89913}" dt="2024-12-11T13:28:04.238" v="5082"/>
        <pc:sldMkLst>
          <pc:docMk/>
          <pc:sldMk cId="2006617826" sldId="390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3557900746" sldId="390"/>
        </pc:sldMkLst>
      </pc:sldChg>
      <pc:sldChg chg="modSp mod">
        <pc:chgData name="蕭兆翔" userId="c09afb0b-60c9-45d8-81f2-4d7aa859f4bf" providerId="ADAL" clId="{4BB8715E-38C4-4DD5-851D-573BE0A89913}" dt="2024-12-11T13:25:35.528" v="5053" actId="20577"/>
        <pc:sldMkLst>
          <pc:docMk/>
          <pc:sldMk cId="2161042052" sldId="391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2605921587" sldId="391"/>
        </pc:sldMkLst>
      </pc:sldChg>
      <pc:sldChg chg="addSp delSp modSp add mod ord">
        <pc:chgData name="蕭兆翔" userId="c09afb0b-60c9-45d8-81f2-4d7aa859f4bf" providerId="ADAL" clId="{4BB8715E-38C4-4DD5-851D-573BE0A89913}" dt="2024-12-11T13:27:30.625" v="5072" actId="1076"/>
        <pc:sldMkLst>
          <pc:docMk/>
          <pc:sldMk cId="514607093" sldId="392"/>
        </pc:sldMkLst>
      </pc:sldChg>
      <pc:sldChg chg="del">
        <pc:chgData name="蕭兆翔" userId="c09afb0b-60c9-45d8-81f2-4d7aa859f4bf" providerId="ADAL" clId="{4BB8715E-38C4-4DD5-851D-573BE0A89913}" dt="2024-12-05T14:36:20.955" v="0" actId="47"/>
        <pc:sldMkLst>
          <pc:docMk/>
          <pc:sldMk cId="2319472876" sldId="392"/>
        </pc:sldMkLst>
      </pc:sldChg>
      <pc:sldChg chg="addSp modSp new mod">
        <pc:chgData name="蕭兆翔" userId="c09afb0b-60c9-45d8-81f2-4d7aa859f4bf" providerId="ADAL" clId="{4BB8715E-38C4-4DD5-851D-573BE0A89913}" dt="2024-12-11T13:15:33.917" v="4717" actId="1076"/>
        <pc:sldMkLst>
          <pc:docMk/>
          <pc:sldMk cId="3545508693" sldId="393"/>
        </pc:sldMkLst>
      </pc:sldChg>
      <pc:sldChg chg="addSp delSp modSp new mod">
        <pc:chgData name="蕭兆翔" userId="c09afb0b-60c9-45d8-81f2-4d7aa859f4bf" providerId="ADAL" clId="{4BB8715E-38C4-4DD5-851D-573BE0A89913}" dt="2024-12-11T13:48:26.247" v="5175" actId="1076"/>
        <pc:sldMkLst>
          <pc:docMk/>
          <pc:sldMk cId="177010553" sldId="394"/>
        </pc:sldMkLst>
      </pc:sldChg>
      <pc:sldChg chg="add del">
        <pc:chgData name="蕭兆翔" userId="c09afb0b-60c9-45d8-81f2-4d7aa859f4bf" providerId="ADAL" clId="{4BB8715E-38C4-4DD5-851D-573BE0A89913}" dt="2024-12-11T13:20:50.160" v="4720" actId="47"/>
        <pc:sldMkLst>
          <pc:docMk/>
          <pc:sldMk cId="1868951348" sldId="394"/>
        </pc:sldMkLst>
      </pc:sldChg>
    </pc:docChg>
  </pc:docChgLst>
  <pc:docChgLst>
    <pc:chgData name="蕭兆翔" userId="c09afb0b-60c9-45d8-81f2-4d7aa859f4bf" providerId="ADAL" clId="{6F9FAB1B-BF87-4C86-8CBB-A04DB701A215}"/>
    <pc:docChg chg="undo redo custSel delSld modSld">
      <pc:chgData name="蕭兆翔" userId="c09afb0b-60c9-45d8-81f2-4d7aa859f4bf" providerId="ADAL" clId="{6F9FAB1B-BF87-4C86-8CBB-A04DB701A215}" dt="2025-10-21T14:23:52.266" v="192" actId="47"/>
      <pc:docMkLst>
        <pc:docMk/>
      </pc:docMkLst>
      <pc:sldChg chg="modSp mod">
        <pc:chgData name="蕭兆翔" userId="c09afb0b-60c9-45d8-81f2-4d7aa859f4bf" providerId="ADAL" clId="{6F9FAB1B-BF87-4C86-8CBB-A04DB701A215}" dt="2025-10-21T14:18:40.448" v="18" actId="20577"/>
        <pc:sldMkLst>
          <pc:docMk/>
          <pc:sldMk cId="1343009528" sldId="256"/>
        </pc:sldMkLst>
        <pc:spChg chg="mod">
          <ac:chgData name="蕭兆翔" userId="c09afb0b-60c9-45d8-81f2-4d7aa859f4bf" providerId="ADAL" clId="{6F9FAB1B-BF87-4C86-8CBB-A04DB701A215}" dt="2025-10-21T14:18:40.448" v="18" actId="20577"/>
          <ac:spMkLst>
            <pc:docMk/>
            <pc:sldMk cId="1343009528" sldId="256"/>
            <ac:spMk id="5" creationId="{F5AE22FC-AF5D-80D6-CC9F-1199F201F39A}"/>
          </ac:spMkLst>
        </pc:spChg>
      </pc:sldChg>
      <pc:sldChg chg="modSp mod">
        <pc:chgData name="蕭兆翔" userId="c09afb0b-60c9-45d8-81f2-4d7aa859f4bf" providerId="ADAL" clId="{6F9FAB1B-BF87-4C86-8CBB-A04DB701A215}" dt="2025-10-21T14:23:46.072" v="191" actId="20577"/>
        <pc:sldMkLst>
          <pc:docMk/>
          <pc:sldMk cId="2065664461" sldId="389"/>
        </pc:sldMkLst>
        <pc:spChg chg="mod">
          <ac:chgData name="蕭兆翔" userId="c09afb0b-60c9-45d8-81f2-4d7aa859f4bf" providerId="ADAL" clId="{6F9FAB1B-BF87-4C86-8CBB-A04DB701A215}" dt="2025-10-21T14:23:46.072" v="191" actId="20577"/>
          <ac:spMkLst>
            <pc:docMk/>
            <pc:sldMk cId="2065664461" sldId="389"/>
            <ac:spMk id="14" creationId="{92DD2808-256B-EFEE-94AD-3883B40BDACA}"/>
          </ac:spMkLst>
        </pc:spChg>
      </pc:sldChg>
      <pc:sldChg chg="modSp mod">
        <pc:chgData name="蕭兆翔" userId="c09afb0b-60c9-45d8-81f2-4d7aa859f4bf" providerId="ADAL" clId="{6F9FAB1B-BF87-4C86-8CBB-A04DB701A215}" dt="2025-10-21T14:18:55.991" v="20" actId="20577"/>
        <pc:sldMkLst>
          <pc:docMk/>
          <pc:sldMk cId="2006617826" sldId="390"/>
        </pc:sldMkLst>
        <pc:spChg chg="mod">
          <ac:chgData name="蕭兆翔" userId="c09afb0b-60c9-45d8-81f2-4d7aa859f4bf" providerId="ADAL" clId="{6F9FAB1B-BF87-4C86-8CBB-A04DB701A215}" dt="2025-10-21T14:18:55.991" v="20" actId="20577"/>
          <ac:spMkLst>
            <pc:docMk/>
            <pc:sldMk cId="2006617826" sldId="390"/>
            <ac:spMk id="4" creationId="{D969650A-1F3D-24D8-D9B2-A16F1FE3E272}"/>
          </ac:spMkLst>
        </pc:spChg>
      </pc:sldChg>
      <pc:sldChg chg="modSp mod">
        <pc:chgData name="蕭兆翔" userId="c09afb0b-60c9-45d8-81f2-4d7aa859f4bf" providerId="ADAL" clId="{6F9FAB1B-BF87-4C86-8CBB-A04DB701A215}" dt="2025-10-21T14:19:30.452" v="40" actId="20577"/>
        <pc:sldMkLst>
          <pc:docMk/>
          <pc:sldMk cId="2161042052" sldId="391"/>
        </pc:sldMkLst>
        <pc:spChg chg="mod">
          <ac:chgData name="蕭兆翔" userId="c09afb0b-60c9-45d8-81f2-4d7aa859f4bf" providerId="ADAL" clId="{6F9FAB1B-BF87-4C86-8CBB-A04DB701A215}" dt="2025-10-21T14:19:30.452" v="40" actId="20577"/>
          <ac:spMkLst>
            <pc:docMk/>
            <pc:sldMk cId="2161042052" sldId="391"/>
            <ac:spMk id="4" creationId="{46AB96BF-0ED9-A2A7-6B9D-8E9FDCD34D39}"/>
          </ac:spMkLst>
        </pc:spChg>
      </pc:sldChg>
      <pc:sldChg chg="modSp mod">
        <pc:chgData name="蕭兆翔" userId="c09afb0b-60c9-45d8-81f2-4d7aa859f4bf" providerId="ADAL" clId="{6F9FAB1B-BF87-4C86-8CBB-A04DB701A215}" dt="2025-10-21T14:22:41.715" v="161" actId="115"/>
        <pc:sldMkLst>
          <pc:docMk/>
          <pc:sldMk cId="514607093" sldId="392"/>
        </pc:sldMkLst>
        <pc:spChg chg="mod">
          <ac:chgData name="蕭兆翔" userId="c09afb0b-60c9-45d8-81f2-4d7aa859f4bf" providerId="ADAL" clId="{6F9FAB1B-BF87-4C86-8CBB-A04DB701A215}" dt="2025-10-21T14:22:41.715" v="161" actId="115"/>
          <ac:spMkLst>
            <pc:docMk/>
            <pc:sldMk cId="514607093" sldId="392"/>
            <ac:spMk id="11" creationId="{1DA79374-E208-613F-20E0-9C249D9CC1C5}"/>
          </ac:spMkLst>
        </pc:spChg>
        <pc:spChg chg="mod">
          <ac:chgData name="蕭兆翔" userId="c09afb0b-60c9-45d8-81f2-4d7aa859f4bf" providerId="ADAL" clId="{6F9FAB1B-BF87-4C86-8CBB-A04DB701A215}" dt="2025-10-21T14:20:52.747" v="113" actId="20577"/>
          <ac:spMkLst>
            <pc:docMk/>
            <pc:sldMk cId="514607093" sldId="392"/>
            <ac:spMk id="14" creationId="{C52772DF-AE7D-B41E-FF08-CBB1AD06C82F}"/>
          </ac:spMkLst>
        </pc:spChg>
      </pc:sldChg>
      <pc:sldChg chg="del">
        <pc:chgData name="蕭兆翔" userId="c09afb0b-60c9-45d8-81f2-4d7aa859f4bf" providerId="ADAL" clId="{6F9FAB1B-BF87-4C86-8CBB-A04DB701A215}" dt="2025-10-21T14:23:52.266" v="192" actId="47"/>
        <pc:sldMkLst>
          <pc:docMk/>
          <pc:sldMk cId="177010553" sldId="394"/>
        </pc:sldMkLst>
      </pc:sldChg>
    </pc:docChg>
  </pc:docChgLst>
  <pc:docChgLst>
    <pc:chgData name="蕭兆翔" userId="c09afb0b-60c9-45d8-81f2-4d7aa859f4bf" providerId="ADAL" clId="{1462D027-FB24-425C-9FCF-1CA6E0C21CC0}"/>
    <pc:docChg chg="undo custSel addSld modSld">
      <pc:chgData name="蕭兆翔" userId="c09afb0b-60c9-45d8-81f2-4d7aa859f4bf" providerId="ADAL" clId="{1462D027-FB24-425C-9FCF-1CA6E0C21CC0}" dt="2024-12-07T10:45:57.018" v="1389" actId="20577"/>
      <pc:docMkLst>
        <pc:docMk/>
      </pc:docMkLst>
      <pc:sldChg chg="modSp mod">
        <pc:chgData name="蕭兆翔" userId="c09afb0b-60c9-45d8-81f2-4d7aa859f4bf" providerId="ADAL" clId="{1462D027-FB24-425C-9FCF-1CA6E0C21CC0}" dt="2024-12-07T10:42:57.127" v="1163" actId="14100"/>
        <pc:sldMkLst>
          <pc:docMk/>
          <pc:sldMk cId="2723020223" sldId="384"/>
        </pc:sldMkLst>
      </pc:sldChg>
      <pc:sldChg chg="modSp mod">
        <pc:chgData name="蕭兆翔" userId="c09afb0b-60c9-45d8-81f2-4d7aa859f4bf" providerId="ADAL" clId="{1462D027-FB24-425C-9FCF-1CA6E0C21CC0}" dt="2024-12-07T10:44:35.929" v="1382" actId="20577"/>
        <pc:sldMkLst>
          <pc:docMk/>
          <pc:sldMk cId="2548459206" sldId="385"/>
        </pc:sldMkLst>
      </pc:sldChg>
      <pc:sldChg chg="addSp delSp modSp mod">
        <pc:chgData name="蕭兆翔" userId="c09afb0b-60c9-45d8-81f2-4d7aa859f4bf" providerId="ADAL" clId="{1462D027-FB24-425C-9FCF-1CA6E0C21CC0}" dt="2024-12-07T10:45:57.018" v="1389" actId="20577"/>
        <pc:sldMkLst>
          <pc:docMk/>
          <pc:sldMk cId="959684917" sldId="386"/>
        </pc:sldMkLst>
      </pc:sldChg>
      <pc:sldChg chg="modSp add mod">
        <pc:chgData name="蕭兆翔" userId="c09afb0b-60c9-45d8-81f2-4d7aa859f4bf" providerId="ADAL" clId="{1462D027-FB24-425C-9FCF-1CA6E0C21CC0}" dt="2024-12-07T10:44:56.535" v="1386" actId="20577"/>
        <pc:sldMkLst>
          <pc:docMk/>
          <pc:sldMk cId="2161042052" sldId="391"/>
        </pc:sldMkLst>
      </pc:sldChg>
    </pc:docChg>
  </pc:docChgLst>
  <pc:docChgLst>
    <pc:chgData name="蕭兆翔" userId="c09afb0b-60c9-45d8-81f2-4d7aa859f4bf" providerId="ADAL" clId="{BB09C43D-0E4C-4E7A-9FB9-8CA7AAD0FD7F}"/>
    <pc:docChg chg="undo custSel addSld modSld">
      <pc:chgData name="蕭兆翔" userId="c09afb0b-60c9-45d8-81f2-4d7aa859f4bf" providerId="ADAL" clId="{BB09C43D-0E4C-4E7A-9FB9-8CA7AAD0FD7F}" dt="2025-10-22T04:40:00.621" v="1089" actId="1076"/>
      <pc:docMkLst>
        <pc:docMk/>
      </pc:docMkLst>
      <pc:sldChg chg="modSp mod">
        <pc:chgData name="蕭兆翔" userId="c09afb0b-60c9-45d8-81f2-4d7aa859f4bf" providerId="ADAL" clId="{BB09C43D-0E4C-4E7A-9FB9-8CA7AAD0FD7F}" dt="2025-10-22T04:25:53.011" v="185" actId="1076"/>
        <pc:sldMkLst>
          <pc:docMk/>
          <pc:sldMk cId="2723020223" sldId="384"/>
        </pc:sldMkLst>
        <pc:spChg chg="mod">
          <ac:chgData name="蕭兆翔" userId="c09afb0b-60c9-45d8-81f2-4d7aa859f4bf" providerId="ADAL" clId="{BB09C43D-0E4C-4E7A-9FB9-8CA7AAD0FD7F}" dt="2025-10-22T04:23:18.042" v="134" actId="207"/>
          <ac:spMkLst>
            <pc:docMk/>
            <pc:sldMk cId="2723020223" sldId="384"/>
            <ac:spMk id="6" creationId="{376E93CF-59EF-7000-6A9A-87817879BDF1}"/>
          </ac:spMkLst>
        </pc:spChg>
        <pc:spChg chg="mod">
          <ac:chgData name="蕭兆翔" userId="c09afb0b-60c9-45d8-81f2-4d7aa859f4bf" providerId="ADAL" clId="{BB09C43D-0E4C-4E7A-9FB9-8CA7AAD0FD7F}" dt="2025-10-22T04:25:53.011" v="185" actId="1076"/>
          <ac:spMkLst>
            <pc:docMk/>
            <pc:sldMk cId="2723020223" sldId="384"/>
            <ac:spMk id="8" creationId="{A5DC74DD-9311-991C-168A-BA4B95E6CF1D}"/>
          </ac:spMkLst>
        </pc:spChg>
      </pc:sldChg>
      <pc:sldChg chg="modSp mod">
        <pc:chgData name="蕭兆翔" userId="c09afb0b-60c9-45d8-81f2-4d7aa859f4bf" providerId="ADAL" clId="{BB09C43D-0E4C-4E7A-9FB9-8CA7AAD0FD7F}" dt="2025-10-22T04:40:00.621" v="1089" actId="1076"/>
        <pc:sldMkLst>
          <pc:docMk/>
          <pc:sldMk cId="2548459206" sldId="385"/>
        </pc:sldMkLst>
        <pc:spChg chg="mod">
          <ac:chgData name="蕭兆翔" userId="c09afb0b-60c9-45d8-81f2-4d7aa859f4bf" providerId="ADAL" clId="{BB09C43D-0E4C-4E7A-9FB9-8CA7AAD0FD7F}" dt="2025-10-22T04:40:00.621" v="1089" actId="1076"/>
          <ac:spMkLst>
            <pc:docMk/>
            <pc:sldMk cId="2548459206" sldId="385"/>
            <ac:spMk id="5" creationId="{80BECB6A-F03F-E813-44F8-6A6AD69F6D25}"/>
          </ac:spMkLst>
        </pc:spChg>
        <pc:spChg chg="mod">
          <ac:chgData name="蕭兆翔" userId="c09afb0b-60c9-45d8-81f2-4d7aa859f4bf" providerId="ADAL" clId="{BB09C43D-0E4C-4E7A-9FB9-8CA7AAD0FD7F}" dt="2025-10-22T04:25:28.972" v="176" actId="1076"/>
          <ac:spMkLst>
            <pc:docMk/>
            <pc:sldMk cId="2548459206" sldId="385"/>
            <ac:spMk id="21" creationId="{B9A9C9BD-6FAC-9C3A-3140-4A42E3DD9035}"/>
          </ac:spMkLst>
        </pc:spChg>
      </pc:sldChg>
      <pc:sldChg chg="modSp mod">
        <pc:chgData name="蕭兆翔" userId="c09afb0b-60c9-45d8-81f2-4d7aa859f4bf" providerId="ADAL" clId="{BB09C43D-0E4C-4E7A-9FB9-8CA7AAD0FD7F}" dt="2025-10-22T04:27:04.174" v="223" actId="20577"/>
        <pc:sldMkLst>
          <pc:docMk/>
          <pc:sldMk cId="932471263" sldId="387"/>
        </pc:sldMkLst>
        <pc:spChg chg="mod">
          <ac:chgData name="蕭兆翔" userId="c09afb0b-60c9-45d8-81f2-4d7aa859f4bf" providerId="ADAL" clId="{BB09C43D-0E4C-4E7A-9FB9-8CA7AAD0FD7F}" dt="2025-10-22T04:27:04.174" v="223" actId="20577"/>
          <ac:spMkLst>
            <pc:docMk/>
            <pc:sldMk cId="932471263" sldId="387"/>
            <ac:spMk id="11" creationId="{70206E70-5833-06C0-B4DF-C3006A14A035}"/>
          </ac:spMkLst>
        </pc:spChg>
      </pc:sldChg>
      <pc:sldChg chg="modSp mod">
        <pc:chgData name="蕭兆翔" userId="c09afb0b-60c9-45d8-81f2-4d7aa859f4bf" providerId="ADAL" clId="{BB09C43D-0E4C-4E7A-9FB9-8CA7AAD0FD7F}" dt="2025-10-22T04:38:57.113" v="1082" actId="207"/>
        <pc:sldMkLst>
          <pc:docMk/>
          <pc:sldMk cId="2006617826" sldId="390"/>
        </pc:sldMkLst>
        <pc:spChg chg="mod">
          <ac:chgData name="蕭兆翔" userId="c09afb0b-60c9-45d8-81f2-4d7aa859f4bf" providerId="ADAL" clId="{BB09C43D-0E4C-4E7A-9FB9-8CA7AAD0FD7F}" dt="2025-10-22T04:38:57.113" v="1082" actId="207"/>
          <ac:spMkLst>
            <pc:docMk/>
            <pc:sldMk cId="2006617826" sldId="390"/>
            <ac:spMk id="4" creationId="{D969650A-1F3D-24D8-D9B2-A16F1FE3E272}"/>
          </ac:spMkLst>
        </pc:spChg>
      </pc:sldChg>
      <pc:sldChg chg="addSp delSp modSp mod">
        <pc:chgData name="蕭兆翔" userId="c09afb0b-60c9-45d8-81f2-4d7aa859f4bf" providerId="ADAL" clId="{BB09C43D-0E4C-4E7A-9FB9-8CA7AAD0FD7F}" dt="2025-10-22T03:56:02.412" v="132" actId="108"/>
        <pc:sldMkLst>
          <pc:docMk/>
          <pc:sldMk cId="2161042052" sldId="391"/>
        </pc:sldMkLst>
        <pc:spChg chg="add mod">
          <ac:chgData name="蕭兆翔" userId="c09afb0b-60c9-45d8-81f2-4d7aa859f4bf" providerId="ADAL" clId="{BB09C43D-0E4C-4E7A-9FB9-8CA7AAD0FD7F}" dt="2025-10-22T03:53:41.448" v="27" actId="1076"/>
          <ac:spMkLst>
            <pc:docMk/>
            <pc:sldMk cId="2161042052" sldId="391"/>
            <ac:spMk id="5" creationId="{A04588DC-1E6F-E732-6985-9EF82BE185C4}"/>
          </ac:spMkLst>
        </pc:spChg>
        <pc:spChg chg="add mod">
          <ac:chgData name="蕭兆翔" userId="c09afb0b-60c9-45d8-81f2-4d7aa859f4bf" providerId="ADAL" clId="{BB09C43D-0E4C-4E7A-9FB9-8CA7AAD0FD7F}" dt="2025-10-22T03:53:45.066" v="30" actId="1076"/>
          <ac:spMkLst>
            <pc:docMk/>
            <pc:sldMk cId="2161042052" sldId="391"/>
            <ac:spMk id="6" creationId="{CDDBB857-2D25-3865-FD81-D14172E89004}"/>
          </ac:spMkLst>
        </pc:spChg>
        <pc:spChg chg="add mod">
          <ac:chgData name="蕭兆翔" userId="c09afb0b-60c9-45d8-81f2-4d7aa859f4bf" providerId="ADAL" clId="{BB09C43D-0E4C-4E7A-9FB9-8CA7AAD0FD7F}" dt="2025-10-22T03:53:41.448" v="27" actId="1076"/>
          <ac:spMkLst>
            <pc:docMk/>
            <pc:sldMk cId="2161042052" sldId="391"/>
            <ac:spMk id="7" creationId="{27E34E6A-A760-9F22-8BB1-CEB32C8C03BB}"/>
          </ac:spMkLst>
        </pc:spChg>
        <pc:spChg chg="add mod">
          <ac:chgData name="蕭兆翔" userId="c09afb0b-60c9-45d8-81f2-4d7aa859f4bf" providerId="ADAL" clId="{BB09C43D-0E4C-4E7A-9FB9-8CA7AAD0FD7F}" dt="2025-10-22T03:53:41.448" v="27" actId="1076"/>
          <ac:spMkLst>
            <pc:docMk/>
            <pc:sldMk cId="2161042052" sldId="391"/>
            <ac:spMk id="8" creationId="{54D7D60A-1E6E-7B2A-B1F5-5DB49687A609}"/>
          </ac:spMkLst>
        </pc:spChg>
        <pc:spChg chg="add mod">
          <ac:chgData name="蕭兆翔" userId="c09afb0b-60c9-45d8-81f2-4d7aa859f4bf" providerId="ADAL" clId="{BB09C43D-0E4C-4E7A-9FB9-8CA7AAD0FD7F}" dt="2025-10-22T03:53:41.448" v="27" actId="1076"/>
          <ac:spMkLst>
            <pc:docMk/>
            <pc:sldMk cId="2161042052" sldId="391"/>
            <ac:spMk id="9" creationId="{76CD41E2-DA99-4EBB-CCA1-9D967644646A}"/>
          </ac:spMkLst>
        </pc:spChg>
        <pc:spChg chg="add del mod">
          <ac:chgData name="蕭兆翔" userId="c09afb0b-60c9-45d8-81f2-4d7aa859f4bf" providerId="ADAL" clId="{BB09C43D-0E4C-4E7A-9FB9-8CA7AAD0FD7F}" dt="2025-10-22T03:55:56.050" v="130" actId="1076"/>
          <ac:spMkLst>
            <pc:docMk/>
            <pc:sldMk cId="2161042052" sldId="391"/>
            <ac:spMk id="10" creationId="{9CAF1790-7113-5382-07CB-DF8128CE1C06}"/>
          </ac:spMkLst>
        </pc:spChg>
        <pc:spChg chg="add mod">
          <ac:chgData name="蕭兆翔" userId="c09afb0b-60c9-45d8-81f2-4d7aa859f4bf" providerId="ADAL" clId="{BB09C43D-0E4C-4E7A-9FB9-8CA7AAD0FD7F}" dt="2025-10-22T03:55:50.656" v="129" actId="1076"/>
          <ac:spMkLst>
            <pc:docMk/>
            <pc:sldMk cId="2161042052" sldId="391"/>
            <ac:spMk id="11" creationId="{34562D2D-32DD-B66D-03D8-B7D243C6956A}"/>
          </ac:spMkLst>
        </pc:spChg>
        <pc:spChg chg="add del mod">
          <ac:chgData name="蕭兆翔" userId="c09afb0b-60c9-45d8-81f2-4d7aa859f4bf" providerId="ADAL" clId="{BB09C43D-0E4C-4E7A-9FB9-8CA7AAD0FD7F}" dt="2025-10-22T03:54:54.764" v="107" actId="478"/>
          <ac:spMkLst>
            <pc:docMk/>
            <pc:sldMk cId="2161042052" sldId="391"/>
            <ac:spMk id="16" creationId="{AD4BAADF-E238-8AA8-E4EA-6C72F94B06E8}"/>
          </ac:spMkLst>
        </pc:spChg>
        <pc:cxnChg chg="add mod">
          <ac:chgData name="蕭兆翔" userId="c09afb0b-60c9-45d8-81f2-4d7aa859f4bf" providerId="ADAL" clId="{BB09C43D-0E4C-4E7A-9FB9-8CA7AAD0FD7F}" dt="2025-10-22T03:56:00.829" v="131" actId="208"/>
          <ac:cxnSpMkLst>
            <pc:docMk/>
            <pc:sldMk cId="2161042052" sldId="391"/>
            <ac:cxnSpMk id="13" creationId="{F643DDDB-073A-9259-FB5D-0E951759358A}"/>
          </ac:cxnSpMkLst>
        </pc:cxnChg>
        <pc:cxnChg chg="add mod">
          <ac:chgData name="蕭兆翔" userId="c09afb0b-60c9-45d8-81f2-4d7aa859f4bf" providerId="ADAL" clId="{BB09C43D-0E4C-4E7A-9FB9-8CA7AAD0FD7F}" dt="2025-10-22T03:56:02.412" v="132" actId="108"/>
          <ac:cxnSpMkLst>
            <pc:docMk/>
            <pc:sldMk cId="2161042052" sldId="391"/>
            <ac:cxnSpMk id="17" creationId="{48FC1555-7958-800E-8373-BACF92648E7D}"/>
          </ac:cxnSpMkLst>
        </pc:cxnChg>
      </pc:sldChg>
      <pc:sldChg chg="modSp mod">
        <pc:chgData name="蕭兆翔" userId="c09afb0b-60c9-45d8-81f2-4d7aa859f4bf" providerId="ADAL" clId="{BB09C43D-0E4C-4E7A-9FB9-8CA7AAD0FD7F}" dt="2025-10-22T04:27:34.042" v="225" actId="207"/>
        <pc:sldMkLst>
          <pc:docMk/>
          <pc:sldMk cId="514607093" sldId="392"/>
        </pc:sldMkLst>
        <pc:spChg chg="mod">
          <ac:chgData name="蕭兆翔" userId="c09afb0b-60c9-45d8-81f2-4d7aa859f4bf" providerId="ADAL" clId="{BB09C43D-0E4C-4E7A-9FB9-8CA7AAD0FD7F}" dt="2025-10-22T04:27:34.042" v="225" actId="207"/>
          <ac:spMkLst>
            <pc:docMk/>
            <pc:sldMk cId="514607093" sldId="392"/>
            <ac:spMk id="11" creationId="{1DA79374-E208-613F-20E0-9C249D9CC1C5}"/>
          </ac:spMkLst>
        </pc:spChg>
      </pc:sldChg>
      <pc:sldChg chg="addSp delSp modSp new mod">
        <pc:chgData name="蕭兆翔" userId="c09afb0b-60c9-45d8-81f2-4d7aa859f4bf" providerId="ADAL" clId="{BB09C43D-0E4C-4E7A-9FB9-8CA7AAD0FD7F}" dt="2025-10-22T04:38:41.836" v="1081" actId="1076"/>
        <pc:sldMkLst>
          <pc:docMk/>
          <pc:sldMk cId="4282143725" sldId="394"/>
        </pc:sldMkLst>
        <pc:spChg chg="add mod">
          <ac:chgData name="蕭兆翔" userId="c09afb0b-60c9-45d8-81f2-4d7aa859f4bf" providerId="ADAL" clId="{BB09C43D-0E4C-4E7A-9FB9-8CA7AAD0FD7F}" dt="2025-10-22T04:28:52.973" v="252" actId="20577"/>
          <ac:spMkLst>
            <pc:docMk/>
            <pc:sldMk cId="4282143725" sldId="394"/>
            <ac:spMk id="3" creationId="{62627AB0-5BFC-62FB-D165-ADFBE1034B57}"/>
          </ac:spMkLst>
        </pc:spChg>
        <pc:spChg chg="add mod">
          <ac:chgData name="蕭兆翔" userId="c09afb0b-60c9-45d8-81f2-4d7aa859f4bf" providerId="ADAL" clId="{BB09C43D-0E4C-4E7A-9FB9-8CA7AAD0FD7F}" dt="2025-10-22T04:38:15.541" v="1075" actId="1076"/>
          <ac:spMkLst>
            <pc:docMk/>
            <pc:sldMk cId="4282143725" sldId="394"/>
            <ac:spMk id="4" creationId="{A8896560-F68B-E880-EE6F-F0355FC8B626}"/>
          </ac:spMkLst>
        </pc:spChg>
        <pc:spChg chg="add del mod">
          <ac:chgData name="蕭兆翔" userId="c09afb0b-60c9-45d8-81f2-4d7aa859f4bf" providerId="ADAL" clId="{BB09C43D-0E4C-4E7A-9FB9-8CA7AAD0FD7F}" dt="2025-10-22T04:33:01.578" v="509"/>
          <ac:spMkLst>
            <pc:docMk/>
            <pc:sldMk cId="4282143725" sldId="394"/>
            <ac:spMk id="5" creationId="{7F9531A8-33C8-B12D-2CD8-5B965A78FA8B}"/>
          </ac:spMkLst>
        </pc:spChg>
        <pc:spChg chg="add mod">
          <ac:chgData name="蕭兆翔" userId="c09afb0b-60c9-45d8-81f2-4d7aa859f4bf" providerId="ADAL" clId="{BB09C43D-0E4C-4E7A-9FB9-8CA7AAD0FD7F}" dt="2025-10-22T04:38:41.836" v="1081" actId="1076"/>
          <ac:spMkLst>
            <pc:docMk/>
            <pc:sldMk cId="4282143725" sldId="394"/>
            <ac:spMk id="6" creationId="{18E39F3A-2272-3C4A-C002-9A6D2223BB1E}"/>
          </ac:spMkLst>
        </pc:spChg>
        <pc:spChg chg="add del mod">
          <ac:chgData name="蕭兆翔" userId="c09afb0b-60c9-45d8-81f2-4d7aa859f4bf" providerId="ADAL" clId="{BB09C43D-0E4C-4E7A-9FB9-8CA7AAD0FD7F}" dt="2025-10-22T04:38:15.829" v="1077"/>
          <ac:spMkLst>
            <pc:docMk/>
            <pc:sldMk cId="4282143725" sldId="394"/>
            <ac:spMk id="7" creationId="{DCDE8C7D-BDAD-DBC2-6E93-C4D69F6966FC}"/>
          </ac:spMkLst>
        </pc:spChg>
      </pc:sldChg>
    </pc:docChg>
  </pc:docChgLst>
  <pc:docChgLst>
    <pc:chgData name="蕭兆翔" userId="c09afb0b-60c9-45d8-81f2-4d7aa859f4bf" providerId="ADAL" clId="{1945A1B3-D44F-4AE0-A472-B482D7E57241}"/>
    <pc:docChg chg="undo redo custSel addSld delSld modSld sldOrd">
      <pc:chgData name="蕭兆翔" userId="c09afb0b-60c9-45d8-81f2-4d7aa859f4bf" providerId="ADAL" clId="{1945A1B3-D44F-4AE0-A472-B482D7E57241}" dt="2024-12-04T05:01:49.117" v="9944" actId="1076"/>
      <pc:docMkLst>
        <pc:docMk/>
      </pc:docMkLst>
      <pc:sldChg chg="modSp mod">
        <pc:chgData name="蕭兆翔" userId="c09afb0b-60c9-45d8-81f2-4d7aa859f4bf" providerId="ADAL" clId="{1945A1B3-D44F-4AE0-A472-B482D7E57241}" dt="2024-12-02T15:28:44.469" v="6645" actId="20577"/>
        <pc:sldMkLst>
          <pc:docMk/>
          <pc:sldMk cId="1343009528" sldId="256"/>
        </pc:sldMkLst>
      </pc:sldChg>
      <pc:sldChg chg="del">
        <pc:chgData name="蕭兆翔" userId="c09afb0b-60c9-45d8-81f2-4d7aa859f4bf" providerId="ADAL" clId="{1945A1B3-D44F-4AE0-A472-B482D7E57241}" dt="2024-12-01T14:17:35.177" v="86" actId="47"/>
        <pc:sldMkLst>
          <pc:docMk/>
          <pc:sldMk cId="1198742510" sldId="257"/>
        </pc:sldMkLst>
      </pc:sldChg>
      <pc:sldChg chg="addSp delSp modSp add mod ord">
        <pc:chgData name="蕭兆翔" userId="c09afb0b-60c9-45d8-81f2-4d7aa859f4bf" providerId="ADAL" clId="{1945A1B3-D44F-4AE0-A472-B482D7E57241}" dt="2024-12-02T16:39:57.057" v="7655"/>
        <pc:sldMkLst>
          <pc:docMk/>
          <pc:sldMk cId="1730443094" sldId="257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126447212" sldId="258"/>
        </pc:sldMkLst>
      </pc:sldChg>
      <pc:sldChg chg="add del">
        <pc:chgData name="蕭兆翔" userId="c09afb0b-60c9-45d8-81f2-4d7aa859f4bf" providerId="ADAL" clId="{1945A1B3-D44F-4AE0-A472-B482D7E57241}" dt="2024-12-02T16:24:15.890" v="7316" actId="47"/>
        <pc:sldMkLst>
          <pc:docMk/>
          <pc:sldMk cId="1019723272" sldId="258"/>
        </pc:sldMkLst>
      </pc:sldChg>
      <pc:sldChg chg="delSp add del">
        <pc:chgData name="蕭兆翔" userId="c09afb0b-60c9-45d8-81f2-4d7aa859f4bf" providerId="ADAL" clId="{1945A1B3-D44F-4AE0-A472-B482D7E57241}" dt="2024-12-01T10:02:03.772" v="73" actId="47"/>
        <pc:sldMkLst>
          <pc:docMk/>
          <pc:sldMk cId="1590792500" sldId="258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1093105433" sldId="259"/>
        </pc:sldMkLst>
      </pc:sldChg>
      <pc:sldChg chg="addSp modSp add del mod">
        <pc:chgData name="蕭兆翔" userId="c09afb0b-60c9-45d8-81f2-4d7aa859f4bf" providerId="ADAL" clId="{1945A1B3-D44F-4AE0-A472-B482D7E57241}" dt="2024-12-02T09:15:02.346" v="2207" actId="113"/>
        <pc:sldMkLst>
          <pc:docMk/>
          <pc:sldMk cId="1685594156" sldId="259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593099828" sldId="260"/>
        </pc:sldMkLst>
      </pc:sldChg>
      <pc:sldChg chg="addSp modSp add del mod">
        <pc:chgData name="蕭兆翔" userId="c09afb0b-60c9-45d8-81f2-4d7aa859f4bf" providerId="ADAL" clId="{1945A1B3-D44F-4AE0-A472-B482D7E57241}" dt="2024-12-02T07:55:20.629" v="1608" actId="1076"/>
        <pc:sldMkLst>
          <pc:docMk/>
          <pc:sldMk cId="1527372765" sldId="260"/>
        </pc:sldMkLst>
      </pc:sldChg>
      <pc:sldChg chg="add del">
        <pc:chgData name="蕭兆翔" userId="c09afb0b-60c9-45d8-81f2-4d7aa859f4bf" providerId="ADAL" clId="{1945A1B3-D44F-4AE0-A472-B482D7E57241}" dt="2024-12-02T15:20:53.502" v="6370" actId="47"/>
        <pc:sldMkLst>
          <pc:docMk/>
          <pc:sldMk cId="1871341714" sldId="261"/>
        </pc:sldMkLst>
      </pc:sldChg>
      <pc:sldChg chg="add del">
        <pc:chgData name="蕭兆翔" userId="c09afb0b-60c9-45d8-81f2-4d7aa859f4bf" providerId="ADAL" clId="{1945A1B3-D44F-4AE0-A472-B482D7E57241}" dt="2024-12-02T16:24:15.890" v="7316" actId="47"/>
        <pc:sldMkLst>
          <pc:docMk/>
          <pc:sldMk cId="1978988027" sldId="261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2471906547" sldId="261"/>
        </pc:sldMkLst>
      </pc:sldChg>
      <pc:sldChg chg="add del">
        <pc:chgData name="蕭兆翔" userId="c09afb0b-60c9-45d8-81f2-4d7aa859f4bf" providerId="ADAL" clId="{1945A1B3-D44F-4AE0-A472-B482D7E57241}" dt="2024-12-02T15:20:53.502" v="6370" actId="47"/>
        <pc:sldMkLst>
          <pc:docMk/>
          <pc:sldMk cId="2085281050" sldId="262"/>
        </pc:sldMkLst>
      </pc:sldChg>
      <pc:sldChg chg="add del">
        <pc:chgData name="蕭兆翔" userId="c09afb0b-60c9-45d8-81f2-4d7aa859f4bf" providerId="ADAL" clId="{1945A1B3-D44F-4AE0-A472-B482D7E57241}" dt="2024-12-02T16:24:15.890" v="7316" actId="47"/>
        <pc:sldMkLst>
          <pc:docMk/>
          <pc:sldMk cId="2792978762" sldId="262"/>
        </pc:sldMkLst>
      </pc:sldChg>
      <pc:sldChg chg="add del">
        <pc:chgData name="蕭兆翔" userId="c09afb0b-60c9-45d8-81f2-4d7aa859f4bf" providerId="ADAL" clId="{1945A1B3-D44F-4AE0-A472-B482D7E57241}" dt="2024-12-02T15:20:53.502" v="6370" actId="47"/>
        <pc:sldMkLst>
          <pc:docMk/>
          <pc:sldMk cId="785978739" sldId="263"/>
        </pc:sldMkLst>
      </pc:sldChg>
      <pc:sldChg chg="add del">
        <pc:chgData name="蕭兆翔" userId="c09afb0b-60c9-45d8-81f2-4d7aa859f4bf" providerId="ADAL" clId="{1945A1B3-D44F-4AE0-A472-B482D7E57241}" dt="2024-12-02T16:24:15.890" v="7316" actId="47"/>
        <pc:sldMkLst>
          <pc:docMk/>
          <pc:sldMk cId="1475195946" sldId="263"/>
        </pc:sldMkLst>
      </pc:sldChg>
      <pc:sldChg chg="addSp delSp modSp add del mod ord">
        <pc:chgData name="蕭兆翔" userId="c09afb0b-60c9-45d8-81f2-4d7aa859f4bf" providerId="ADAL" clId="{1945A1B3-D44F-4AE0-A472-B482D7E57241}" dt="2024-12-02T10:06:55.307" v="3143" actId="1076"/>
        <pc:sldMkLst>
          <pc:docMk/>
          <pc:sldMk cId="1979135620" sldId="264"/>
        </pc:sldMkLst>
      </pc:sldChg>
      <pc:sldChg chg="add del">
        <pc:chgData name="蕭兆翔" userId="c09afb0b-60c9-45d8-81f2-4d7aa859f4bf" providerId="ADAL" clId="{1945A1B3-D44F-4AE0-A472-B482D7E57241}" dt="2024-12-02T16:24:15.890" v="7316" actId="47"/>
        <pc:sldMkLst>
          <pc:docMk/>
          <pc:sldMk cId="916784684" sldId="265"/>
        </pc:sldMkLst>
      </pc:sldChg>
      <pc:sldChg chg="add del">
        <pc:chgData name="蕭兆翔" userId="c09afb0b-60c9-45d8-81f2-4d7aa859f4bf" providerId="ADAL" clId="{1945A1B3-D44F-4AE0-A472-B482D7E57241}" dt="2024-12-02T10:41:48.061" v="3816" actId="47"/>
        <pc:sldMkLst>
          <pc:docMk/>
          <pc:sldMk cId="1605577144" sldId="265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2926718126" sldId="265"/>
        </pc:sldMkLst>
      </pc:sldChg>
      <pc:sldChg chg="add del">
        <pc:chgData name="蕭兆翔" userId="c09afb0b-60c9-45d8-81f2-4d7aa859f4bf" providerId="ADAL" clId="{1945A1B3-D44F-4AE0-A472-B482D7E57241}" dt="2024-12-02T16:24:15.890" v="7316" actId="47"/>
        <pc:sldMkLst>
          <pc:docMk/>
          <pc:sldMk cId="2606322166" sldId="266"/>
        </pc:sldMkLst>
      </pc:sldChg>
      <pc:sldChg chg="add del">
        <pc:chgData name="蕭兆翔" userId="c09afb0b-60c9-45d8-81f2-4d7aa859f4bf" providerId="ADAL" clId="{1945A1B3-D44F-4AE0-A472-B482D7E57241}" dt="2024-12-02T15:20:53.502" v="6370" actId="47"/>
        <pc:sldMkLst>
          <pc:docMk/>
          <pc:sldMk cId="3717005040" sldId="266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237024580" sldId="267"/>
        </pc:sldMkLst>
      </pc:sldChg>
      <pc:sldChg chg="add del">
        <pc:chgData name="蕭兆翔" userId="c09afb0b-60c9-45d8-81f2-4d7aa859f4bf" providerId="ADAL" clId="{1945A1B3-D44F-4AE0-A472-B482D7E57241}" dt="2024-12-02T10:41:46.707" v="3815" actId="47"/>
        <pc:sldMkLst>
          <pc:docMk/>
          <pc:sldMk cId="579645187" sldId="267"/>
        </pc:sldMkLst>
      </pc:sldChg>
      <pc:sldChg chg="add del">
        <pc:chgData name="蕭兆翔" userId="c09afb0b-60c9-45d8-81f2-4d7aa859f4bf" providerId="ADAL" clId="{1945A1B3-D44F-4AE0-A472-B482D7E57241}" dt="2024-12-02T16:24:15.890" v="7316" actId="47"/>
        <pc:sldMkLst>
          <pc:docMk/>
          <pc:sldMk cId="869405797" sldId="267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1105770395" sldId="268"/>
        </pc:sldMkLst>
      </pc:sldChg>
      <pc:sldChg chg="addSp modSp add mod ord">
        <pc:chgData name="蕭兆翔" userId="c09afb0b-60c9-45d8-81f2-4d7aa859f4bf" providerId="ADAL" clId="{1945A1B3-D44F-4AE0-A472-B482D7E57241}" dt="2024-12-02T16:29:43.550" v="7500" actId="20577"/>
        <pc:sldMkLst>
          <pc:docMk/>
          <pc:sldMk cId="2372458448" sldId="268"/>
        </pc:sldMkLst>
      </pc:sldChg>
      <pc:sldChg chg="addSp modSp add del ord">
        <pc:chgData name="蕭兆翔" userId="c09afb0b-60c9-45d8-81f2-4d7aa859f4bf" providerId="ADAL" clId="{1945A1B3-D44F-4AE0-A472-B482D7E57241}" dt="2024-12-02T13:41:54.086" v="4641" actId="47"/>
        <pc:sldMkLst>
          <pc:docMk/>
          <pc:sldMk cId="2579760454" sldId="268"/>
        </pc:sldMkLst>
      </pc:sldChg>
      <pc:sldChg chg="addSp modSp add mod ord">
        <pc:chgData name="蕭兆翔" userId="c09afb0b-60c9-45d8-81f2-4d7aa859f4bf" providerId="ADAL" clId="{1945A1B3-D44F-4AE0-A472-B482D7E57241}" dt="2024-12-02T16:31:12.963" v="7633" actId="1076"/>
        <pc:sldMkLst>
          <pc:docMk/>
          <pc:sldMk cId="1527147766" sldId="269"/>
        </pc:sldMkLst>
      </pc:sldChg>
      <pc:sldChg chg="add del">
        <pc:chgData name="蕭兆翔" userId="c09afb0b-60c9-45d8-81f2-4d7aa859f4bf" providerId="ADAL" clId="{1945A1B3-D44F-4AE0-A472-B482D7E57241}" dt="2024-12-02T14:38:15.193" v="5427" actId="47"/>
        <pc:sldMkLst>
          <pc:docMk/>
          <pc:sldMk cId="1648460073" sldId="269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37344717" sldId="270"/>
        </pc:sldMkLst>
      </pc:sldChg>
      <pc:sldChg chg="add del">
        <pc:chgData name="蕭兆翔" userId="c09afb0b-60c9-45d8-81f2-4d7aa859f4bf" providerId="ADAL" clId="{1945A1B3-D44F-4AE0-A472-B482D7E57241}" dt="2024-12-02T16:31:19.895" v="7634" actId="47"/>
        <pc:sldMkLst>
          <pc:docMk/>
          <pc:sldMk cId="2580604485" sldId="270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836348291" sldId="270"/>
        </pc:sldMkLst>
      </pc:sldChg>
      <pc:sldChg chg="add del">
        <pc:chgData name="蕭兆翔" userId="c09afb0b-60c9-45d8-81f2-4d7aa859f4bf" providerId="ADAL" clId="{1945A1B3-D44F-4AE0-A472-B482D7E57241}" dt="2024-12-02T11:43:23.939" v="4272" actId="47"/>
        <pc:sldMkLst>
          <pc:docMk/>
          <pc:sldMk cId="3525970170" sldId="270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1610215973" sldId="271"/>
        </pc:sldMkLst>
      </pc:sldChg>
      <pc:sldChg chg="add del">
        <pc:chgData name="蕭兆翔" userId="c09afb0b-60c9-45d8-81f2-4d7aa859f4bf" providerId="ADAL" clId="{1945A1B3-D44F-4AE0-A472-B482D7E57241}" dt="2024-12-02T14:38:14.605" v="5426" actId="47"/>
        <pc:sldMkLst>
          <pc:docMk/>
          <pc:sldMk cId="1702521927" sldId="271"/>
        </pc:sldMkLst>
      </pc:sldChg>
      <pc:sldChg chg="add del">
        <pc:chgData name="蕭兆翔" userId="c09afb0b-60c9-45d8-81f2-4d7aa859f4bf" providerId="ADAL" clId="{1945A1B3-D44F-4AE0-A472-B482D7E57241}" dt="2024-12-02T16:31:44.930" v="7635" actId="47"/>
        <pc:sldMkLst>
          <pc:docMk/>
          <pc:sldMk cId="2028201841" sldId="271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3273173811" sldId="271"/>
        </pc:sldMkLst>
      </pc:sldChg>
      <pc:sldChg chg="add del">
        <pc:chgData name="蕭兆翔" userId="c09afb0b-60c9-45d8-81f2-4d7aa859f4bf" providerId="ADAL" clId="{1945A1B3-D44F-4AE0-A472-B482D7E57241}" dt="2024-12-02T16:31:44.930" v="7635" actId="47"/>
        <pc:sldMkLst>
          <pc:docMk/>
          <pc:sldMk cId="1108522378" sldId="272"/>
        </pc:sldMkLst>
      </pc:sldChg>
      <pc:sldChg chg="add del">
        <pc:chgData name="蕭兆翔" userId="c09afb0b-60c9-45d8-81f2-4d7aa859f4bf" providerId="ADAL" clId="{1945A1B3-D44F-4AE0-A472-B482D7E57241}" dt="2024-12-02T11:43:10.681" v="4267" actId="47"/>
        <pc:sldMkLst>
          <pc:docMk/>
          <pc:sldMk cId="1407932214" sldId="272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923517398" sldId="272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3330593839" sldId="272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1026325569" sldId="273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689883032" sldId="273"/>
        </pc:sldMkLst>
      </pc:sldChg>
      <pc:sldChg chg="addSp delSp modSp add mod ord">
        <pc:chgData name="蕭兆翔" userId="c09afb0b-60c9-45d8-81f2-4d7aa859f4bf" providerId="ADAL" clId="{1945A1B3-D44F-4AE0-A472-B482D7E57241}" dt="2024-12-02T15:56:58.321" v="6871" actId="1076"/>
        <pc:sldMkLst>
          <pc:docMk/>
          <pc:sldMk cId="2706572330" sldId="273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1427475675" sldId="274"/>
        </pc:sldMkLst>
      </pc:sldChg>
      <pc:sldChg chg="add del">
        <pc:chgData name="蕭兆翔" userId="c09afb0b-60c9-45d8-81f2-4d7aa859f4bf" providerId="ADAL" clId="{1945A1B3-D44F-4AE0-A472-B482D7E57241}" dt="2024-12-02T16:31:44.930" v="7635" actId="47"/>
        <pc:sldMkLst>
          <pc:docMk/>
          <pc:sldMk cId="2856337173" sldId="274"/>
        </pc:sldMkLst>
      </pc:sldChg>
      <pc:sldChg chg="addSp modSp add del ord">
        <pc:chgData name="蕭兆翔" userId="c09afb0b-60c9-45d8-81f2-4d7aa859f4bf" providerId="ADAL" clId="{1945A1B3-D44F-4AE0-A472-B482D7E57241}" dt="2024-12-02T13:41:58.206" v="4644" actId="47"/>
        <pc:sldMkLst>
          <pc:docMk/>
          <pc:sldMk cId="3701962046" sldId="274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00290828" sldId="275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1027422671" sldId="275"/>
        </pc:sldMkLst>
      </pc:sldChg>
      <pc:sldChg chg="add del">
        <pc:chgData name="蕭兆翔" userId="c09afb0b-60c9-45d8-81f2-4d7aa859f4bf" providerId="ADAL" clId="{1945A1B3-D44F-4AE0-A472-B482D7E57241}" dt="2024-12-02T16:31:44.930" v="7635" actId="47"/>
        <pc:sldMkLst>
          <pc:docMk/>
          <pc:sldMk cId="1644891630" sldId="275"/>
        </pc:sldMkLst>
      </pc:sldChg>
      <pc:sldChg chg="addSp modSp add del ord">
        <pc:chgData name="蕭兆翔" userId="c09afb0b-60c9-45d8-81f2-4d7aa859f4bf" providerId="ADAL" clId="{1945A1B3-D44F-4AE0-A472-B482D7E57241}" dt="2024-12-02T13:41:59.453" v="4645" actId="47"/>
        <pc:sldMkLst>
          <pc:docMk/>
          <pc:sldMk cId="2210709420" sldId="275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2477180415" sldId="275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947947358" sldId="276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986473584" sldId="276"/>
        </pc:sldMkLst>
      </pc:sldChg>
      <pc:sldChg chg="add del">
        <pc:chgData name="蕭兆翔" userId="c09afb0b-60c9-45d8-81f2-4d7aa859f4bf" providerId="ADAL" clId="{1945A1B3-D44F-4AE0-A472-B482D7E57241}" dt="2024-12-02T16:32:38.906" v="7636" actId="47"/>
        <pc:sldMkLst>
          <pc:docMk/>
          <pc:sldMk cId="1468706927" sldId="276"/>
        </pc:sldMkLst>
      </pc:sldChg>
      <pc:sldChg chg="add del">
        <pc:chgData name="蕭兆翔" userId="c09afb0b-60c9-45d8-81f2-4d7aa859f4bf" providerId="ADAL" clId="{1945A1B3-D44F-4AE0-A472-B482D7E57241}" dt="2024-12-02T11:44:16.155" v="4281" actId="47"/>
        <pc:sldMkLst>
          <pc:docMk/>
          <pc:sldMk cId="3081169075" sldId="276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514890459" sldId="276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03820453" sldId="277"/>
        </pc:sldMkLst>
      </pc:sldChg>
      <pc:sldChg chg="add del">
        <pc:chgData name="蕭兆翔" userId="c09afb0b-60c9-45d8-81f2-4d7aa859f4bf" providerId="ADAL" clId="{1945A1B3-D44F-4AE0-A472-B482D7E57241}" dt="2024-12-02T11:44:17.421" v="4282" actId="47"/>
        <pc:sldMkLst>
          <pc:docMk/>
          <pc:sldMk cId="902817051" sldId="277"/>
        </pc:sldMkLst>
      </pc:sldChg>
      <pc:sldChg chg="add del">
        <pc:chgData name="蕭兆翔" userId="c09afb0b-60c9-45d8-81f2-4d7aa859f4bf" providerId="ADAL" clId="{1945A1B3-D44F-4AE0-A472-B482D7E57241}" dt="2024-12-02T16:33:27.628" v="7638" actId="47"/>
        <pc:sldMkLst>
          <pc:docMk/>
          <pc:sldMk cId="1512622679" sldId="277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1562754533" sldId="277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3358620219" sldId="277"/>
        </pc:sldMkLst>
      </pc:sldChg>
      <pc:sldChg chg="add del">
        <pc:chgData name="蕭兆翔" userId="c09afb0b-60c9-45d8-81f2-4d7aa859f4bf" providerId="ADAL" clId="{1945A1B3-D44F-4AE0-A472-B482D7E57241}" dt="2024-12-02T16:33:26.409" v="7637" actId="47"/>
        <pc:sldMkLst>
          <pc:docMk/>
          <pc:sldMk cId="1432044579" sldId="278"/>
        </pc:sldMkLst>
      </pc:sldChg>
      <pc:sldChg chg="add del">
        <pc:chgData name="蕭兆翔" userId="c09afb0b-60c9-45d8-81f2-4d7aa859f4bf" providerId="ADAL" clId="{1945A1B3-D44F-4AE0-A472-B482D7E57241}" dt="2024-12-02T14:20:34.570" v="5024" actId="47"/>
        <pc:sldMkLst>
          <pc:docMk/>
          <pc:sldMk cId="2535900567" sldId="278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3018826298" sldId="278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79252982" sldId="279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920714762" sldId="279"/>
        </pc:sldMkLst>
      </pc:sldChg>
      <pc:sldChg chg="add del">
        <pc:chgData name="蕭兆翔" userId="c09afb0b-60c9-45d8-81f2-4d7aa859f4bf" providerId="ADAL" clId="{1945A1B3-D44F-4AE0-A472-B482D7E57241}" dt="2024-12-02T14:20:33.352" v="5023" actId="47"/>
        <pc:sldMkLst>
          <pc:docMk/>
          <pc:sldMk cId="2191800141" sldId="279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2726267283" sldId="279"/>
        </pc:sldMkLst>
      </pc:sldChg>
      <pc:sldChg chg="add del">
        <pc:chgData name="蕭兆翔" userId="c09afb0b-60c9-45d8-81f2-4d7aa859f4bf" providerId="ADAL" clId="{1945A1B3-D44F-4AE0-A472-B482D7E57241}" dt="2024-12-02T16:33:55.665" v="7646" actId="47"/>
        <pc:sldMkLst>
          <pc:docMk/>
          <pc:sldMk cId="3349808470" sldId="279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1476146232" sldId="280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1609720616" sldId="280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3111619350" sldId="280"/>
        </pc:sldMkLst>
      </pc:sldChg>
      <pc:sldChg chg="add del">
        <pc:chgData name="蕭兆翔" userId="c09afb0b-60c9-45d8-81f2-4d7aa859f4bf" providerId="ADAL" clId="{1945A1B3-D44F-4AE0-A472-B482D7E57241}" dt="2024-12-02T16:33:54.148" v="7645" actId="47"/>
        <pc:sldMkLst>
          <pc:docMk/>
          <pc:sldMk cId="3324076341" sldId="280"/>
        </pc:sldMkLst>
      </pc:sldChg>
      <pc:sldChg chg="add del">
        <pc:chgData name="蕭兆翔" userId="c09afb0b-60c9-45d8-81f2-4d7aa859f4bf" providerId="ADAL" clId="{1945A1B3-D44F-4AE0-A472-B482D7E57241}" dt="2024-12-02T14:38:13.761" v="5425" actId="47"/>
        <pc:sldMkLst>
          <pc:docMk/>
          <pc:sldMk cId="3325021834" sldId="280"/>
        </pc:sldMkLst>
      </pc:sldChg>
      <pc:sldChg chg="add del">
        <pc:chgData name="蕭兆翔" userId="c09afb0b-60c9-45d8-81f2-4d7aa859f4bf" providerId="ADAL" clId="{1945A1B3-D44F-4AE0-A472-B482D7E57241}" dt="2024-12-02T14:38:12.553" v="5424" actId="47"/>
        <pc:sldMkLst>
          <pc:docMk/>
          <pc:sldMk cId="683517852" sldId="281"/>
        </pc:sldMkLst>
      </pc:sldChg>
      <pc:sldChg chg="add del">
        <pc:chgData name="蕭兆翔" userId="c09afb0b-60c9-45d8-81f2-4d7aa859f4bf" providerId="ADAL" clId="{1945A1B3-D44F-4AE0-A472-B482D7E57241}" dt="2024-12-02T16:33:47.092" v="7642" actId="47"/>
        <pc:sldMkLst>
          <pc:docMk/>
          <pc:sldMk cId="816719567" sldId="281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2583522289" sldId="281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748206360" sldId="281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4247873273" sldId="281"/>
        </pc:sldMkLst>
      </pc:sldChg>
      <pc:sldChg chg="add del">
        <pc:chgData name="蕭兆翔" userId="c09afb0b-60c9-45d8-81f2-4d7aa859f4bf" providerId="ADAL" clId="{1945A1B3-D44F-4AE0-A472-B482D7E57241}" dt="2024-12-02T14:38:09.998" v="5423" actId="47"/>
        <pc:sldMkLst>
          <pc:docMk/>
          <pc:sldMk cId="1674840894" sldId="282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201297462" sldId="282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4146091350" sldId="282"/>
        </pc:sldMkLst>
      </pc:sldChg>
      <pc:sldChg chg="add del">
        <pc:chgData name="蕭兆翔" userId="c09afb0b-60c9-45d8-81f2-4d7aa859f4bf" providerId="ADAL" clId="{1945A1B3-D44F-4AE0-A472-B482D7E57241}" dt="2024-12-02T16:33:45.506" v="7640" actId="47"/>
        <pc:sldMkLst>
          <pc:docMk/>
          <pc:sldMk cId="4289792656" sldId="282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1071795702" sldId="283"/>
        </pc:sldMkLst>
      </pc:sldChg>
      <pc:sldChg chg="add del">
        <pc:chgData name="蕭兆翔" userId="c09afb0b-60c9-45d8-81f2-4d7aa859f4bf" providerId="ADAL" clId="{1945A1B3-D44F-4AE0-A472-B482D7E57241}" dt="2024-12-02T14:38:17.175" v="5428" actId="47"/>
        <pc:sldMkLst>
          <pc:docMk/>
          <pc:sldMk cId="1615865966" sldId="283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345871050" sldId="283"/>
        </pc:sldMkLst>
      </pc:sldChg>
      <pc:sldChg chg="add del">
        <pc:chgData name="蕭兆翔" userId="c09afb0b-60c9-45d8-81f2-4d7aa859f4bf" providerId="ADAL" clId="{1945A1B3-D44F-4AE0-A472-B482D7E57241}" dt="2024-12-02T16:33:44.538" v="7639" actId="47"/>
        <pc:sldMkLst>
          <pc:docMk/>
          <pc:sldMk cId="3655181206" sldId="283"/>
        </pc:sldMkLst>
      </pc:sldChg>
      <pc:sldChg chg="add del">
        <pc:chgData name="蕭兆翔" userId="c09afb0b-60c9-45d8-81f2-4d7aa859f4bf" providerId="ADAL" clId="{1945A1B3-D44F-4AE0-A472-B482D7E57241}" dt="2024-12-02T14:28:49.430" v="5288" actId="47"/>
        <pc:sldMkLst>
          <pc:docMk/>
          <pc:sldMk cId="110408347" sldId="284"/>
        </pc:sldMkLst>
      </pc:sldChg>
      <pc:sldChg chg="add del">
        <pc:chgData name="蕭兆翔" userId="c09afb0b-60c9-45d8-81f2-4d7aa859f4bf" providerId="ADAL" clId="{1945A1B3-D44F-4AE0-A472-B482D7E57241}" dt="2024-12-02T16:33:46.456" v="7641" actId="47"/>
        <pc:sldMkLst>
          <pc:docMk/>
          <pc:sldMk cId="1105244613" sldId="284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1562055051" sldId="284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1778708310" sldId="284"/>
        </pc:sldMkLst>
      </pc:sldChg>
      <pc:sldChg chg="del">
        <pc:chgData name="蕭兆翔" userId="c09afb0b-60c9-45d8-81f2-4d7aa859f4bf" providerId="ADAL" clId="{1945A1B3-D44F-4AE0-A472-B482D7E57241}" dt="2024-12-01T14:17:34.535" v="85" actId="47"/>
        <pc:sldMkLst>
          <pc:docMk/>
          <pc:sldMk cId="1717562237" sldId="285"/>
        </pc:sldMkLst>
      </pc:sldChg>
      <pc:sldChg chg="add del">
        <pc:chgData name="蕭兆翔" userId="c09afb0b-60c9-45d8-81f2-4d7aa859f4bf" providerId="ADAL" clId="{1945A1B3-D44F-4AE0-A472-B482D7E57241}" dt="2024-12-02T16:33:49.125" v="7643" actId="47"/>
        <pc:sldMkLst>
          <pc:docMk/>
          <pc:sldMk cId="3443543136" sldId="285"/>
        </pc:sldMkLst>
      </pc:sldChg>
      <pc:sldChg chg="add del">
        <pc:chgData name="蕭兆翔" userId="c09afb0b-60c9-45d8-81f2-4d7aa859f4bf" providerId="ADAL" clId="{1945A1B3-D44F-4AE0-A472-B482D7E57241}" dt="2024-12-01T09:57:01.218" v="57" actId="47"/>
        <pc:sldMkLst>
          <pc:docMk/>
          <pc:sldMk cId="0" sldId="286"/>
        </pc:sldMkLst>
      </pc:sldChg>
      <pc:sldChg chg="add del">
        <pc:chgData name="蕭兆翔" userId="c09afb0b-60c9-45d8-81f2-4d7aa859f4bf" providerId="ADAL" clId="{1945A1B3-D44F-4AE0-A472-B482D7E57241}" dt="2024-12-02T16:33:52.142" v="7644" actId="47"/>
        <pc:sldMkLst>
          <pc:docMk/>
          <pc:sldMk cId="514304549" sldId="286"/>
        </pc:sldMkLst>
      </pc:sldChg>
      <pc:sldChg chg="addSp delSp modSp add del mod">
        <pc:chgData name="蕭兆翔" userId="c09afb0b-60c9-45d8-81f2-4d7aa859f4bf" providerId="ADAL" clId="{1945A1B3-D44F-4AE0-A472-B482D7E57241}" dt="2024-12-02T15:28:57.806" v="6647" actId="20577"/>
        <pc:sldMkLst>
          <pc:docMk/>
          <pc:sldMk cId="1192488509" sldId="287"/>
        </pc:sldMkLst>
      </pc:sldChg>
      <pc:sldChg chg="add del">
        <pc:chgData name="蕭兆翔" userId="c09afb0b-60c9-45d8-81f2-4d7aa859f4bf" providerId="ADAL" clId="{1945A1B3-D44F-4AE0-A472-B482D7E57241}" dt="2024-12-02T14:38:08.255" v="5421" actId="47"/>
        <pc:sldMkLst>
          <pc:docMk/>
          <pc:sldMk cId="1161646860" sldId="288"/>
        </pc:sldMkLst>
      </pc:sldChg>
      <pc:sldChg chg="add del">
        <pc:chgData name="蕭兆翔" userId="c09afb0b-60c9-45d8-81f2-4d7aa859f4bf" providerId="ADAL" clId="{1945A1B3-D44F-4AE0-A472-B482D7E57241}" dt="2024-12-02T16:33:59.638" v="7648" actId="47"/>
        <pc:sldMkLst>
          <pc:docMk/>
          <pc:sldMk cId="2852035312" sldId="288"/>
        </pc:sldMkLst>
      </pc:sldChg>
      <pc:sldChg chg="add del">
        <pc:chgData name="蕭兆翔" userId="c09afb0b-60c9-45d8-81f2-4d7aa859f4bf" providerId="ADAL" clId="{1945A1B3-D44F-4AE0-A472-B482D7E57241}" dt="2024-12-02T16:34:54.875" v="7650" actId="47"/>
        <pc:sldMkLst>
          <pc:docMk/>
          <pc:sldMk cId="1369799740" sldId="289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164260649" sldId="289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464219133" sldId="289"/>
        </pc:sldMkLst>
      </pc:sldChg>
      <pc:sldChg chg="add del">
        <pc:chgData name="蕭兆翔" userId="c09afb0b-60c9-45d8-81f2-4d7aa859f4bf" providerId="ADAL" clId="{1945A1B3-D44F-4AE0-A472-B482D7E57241}" dt="2024-12-02T14:38:05.741" v="5420" actId="47"/>
        <pc:sldMkLst>
          <pc:docMk/>
          <pc:sldMk cId="3406427669" sldId="289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194203852" sldId="290"/>
        </pc:sldMkLst>
      </pc:sldChg>
      <pc:sldChg chg="add del">
        <pc:chgData name="蕭兆翔" userId="c09afb0b-60c9-45d8-81f2-4d7aa859f4bf" providerId="ADAL" clId="{1945A1B3-D44F-4AE0-A472-B482D7E57241}" dt="2024-12-02T14:38:02.445" v="5418" actId="47"/>
        <pc:sldMkLst>
          <pc:docMk/>
          <pc:sldMk cId="1082745906" sldId="290"/>
        </pc:sldMkLst>
      </pc:sldChg>
      <pc:sldChg chg="add del">
        <pc:chgData name="蕭兆翔" userId="c09afb0b-60c9-45d8-81f2-4d7aa859f4bf" providerId="ADAL" clId="{1945A1B3-D44F-4AE0-A472-B482D7E57241}" dt="2024-12-02T16:34:54.152" v="7649" actId="47"/>
        <pc:sldMkLst>
          <pc:docMk/>
          <pc:sldMk cId="1861859806" sldId="290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730458290" sldId="290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65074815" sldId="291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179775292" sldId="291"/>
        </pc:sldMkLst>
      </pc:sldChg>
      <pc:sldChg chg="add del">
        <pc:chgData name="蕭兆翔" userId="c09afb0b-60c9-45d8-81f2-4d7aa859f4bf" providerId="ADAL" clId="{1945A1B3-D44F-4AE0-A472-B482D7E57241}" dt="2024-12-02T14:38:01.391" v="5417" actId="47"/>
        <pc:sldMkLst>
          <pc:docMk/>
          <pc:sldMk cId="3154417315" sldId="291"/>
        </pc:sldMkLst>
      </pc:sldChg>
      <pc:sldChg chg="addSp delSp modSp add mod ord">
        <pc:chgData name="蕭兆翔" userId="c09afb0b-60c9-45d8-81f2-4d7aa859f4bf" providerId="ADAL" clId="{1945A1B3-D44F-4AE0-A472-B482D7E57241}" dt="2024-12-02T16:45:20.832" v="7887" actId="207"/>
        <pc:sldMkLst>
          <pc:docMk/>
          <pc:sldMk cId="3815835487" sldId="291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740194509" sldId="292"/>
        </pc:sldMkLst>
      </pc:sldChg>
      <pc:sldChg chg="add del">
        <pc:chgData name="蕭兆翔" userId="c09afb0b-60c9-45d8-81f2-4d7aa859f4bf" providerId="ADAL" clId="{1945A1B3-D44F-4AE0-A472-B482D7E57241}" dt="2024-12-02T14:38:04.675" v="5419" actId="47"/>
        <pc:sldMkLst>
          <pc:docMk/>
          <pc:sldMk cId="949296952" sldId="292"/>
        </pc:sldMkLst>
      </pc:sldChg>
      <pc:sldChg chg="add del">
        <pc:chgData name="蕭兆翔" userId="c09afb0b-60c9-45d8-81f2-4d7aa859f4bf" providerId="ADAL" clId="{1945A1B3-D44F-4AE0-A472-B482D7E57241}" dt="2024-12-02T16:54:18.567" v="8003" actId="47"/>
        <pc:sldMkLst>
          <pc:docMk/>
          <pc:sldMk cId="2648155195" sldId="292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3905272429" sldId="292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126170129" sldId="293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506641303" sldId="293"/>
        </pc:sldMkLst>
      </pc:sldChg>
      <pc:sldChg chg="add del">
        <pc:chgData name="蕭兆翔" userId="c09afb0b-60c9-45d8-81f2-4d7aa859f4bf" providerId="ADAL" clId="{1945A1B3-D44F-4AE0-A472-B482D7E57241}" dt="2024-12-02T16:54:19.971" v="8004" actId="47"/>
        <pc:sldMkLst>
          <pc:docMk/>
          <pc:sldMk cId="3854924051" sldId="293"/>
        </pc:sldMkLst>
      </pc:sldChg>
      <pc:sldChg chg="add del">
        <pc:chgData name="蕭兆翔" userId="c09afb0b-60c9-45d8-81f2-4d7aa859f4bf" providerId="ADAL" clId="{1945A1B3-D44F-4AE0-A472-B482D7E57241}" dt="2024-12-02T14:28:29.891" v="5284" actId="47"/>
        <pc:sldMkLst>
          <pc:docMk/>
          <pc:sldMk cId="4074093338" sldId="293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71991007" sldId="294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3091168840" sldId="294"/>
        </pc:sldMkLst>
      </pc:sldChg>
      <pc:sldChg chg="add del">
        <pc:chgData name="蕭兆翔" userId="c09afb0b-60c9-45d8-81f2-4d7aa859f4bf" providerId="ADAL" clId="{1945A1B3-D44F-4AE0-A472-B482D7E57241}" dt="2024-12-02T16:54:21.263" v="8005" actId="47"/>
        <pc:sldMkLst>
          <pc:docMk/>
          <pc:sldMk cId="3619412483" sldId="294"/>
        </pc:sldMkLst>
      </pc:sldChg>
      <pc:sldChg chg="add del">
        <pc:chgData name="蕭兆翔" userId="c09afb0b-60c9-45d8-81f2-4d7aa859f4bf" providerId="ADAL" clId="{1945A1B3-D44F-4AE0-A472-B482D7E57241}" dt="2024-12-02T14:38:08.329" v="5422" actId="47"/>
        <pc:sldMkLst>
          <pc:docMk/>
          <pc:sldMk cId="3868938757" sldId="294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68457003" sldId="295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1758282304" sldId="295"/>
        </pc:sldMkLst>
      </pc:sldChg>
      <pc:sldChg chg="add del">
        <pc:chgData name="蕭兆翔" userId="c09afb0b-60c9-45d8-81f2-4d7aa859f4bf" providerId="ADAL" clId="{1945A1B3-D44F-4AE0-A472-B482D7E57241}" dt="2024-12-02T16:54:23.185" v="8006" actId="47"/>
        <pc:sldMkLst>
          <pc:docMk/>
          <pc:sldMk cId="2799484133" sldId="295"/>
        </pc:sldMkLst>
      </pc:sldChg>
      <pc:sldChg chg="add del">
        <pc:chgData name="蕭兆翔" userId="c09afb0b-60c9-45d8-81f2-4d7aa859f4bf" providerId="ADAL" clId="{1945A1B3-D44F-4AE0-A472-B482D7E57241}" dt="2024-12-02T14:28:33.299" v="5285" actId="47"/>
        <pc:sldMkLst>
          <pc:docMk/>
          <pc:sldMk cId="2864254006" sldId="295"/>
        </pc:sldMkLst>
      </pc:sldChg>
      <pc:sldChg chg="add del">
        <pc:chgData name="蕭兆翔" userId="c09afb0b-60c9-45d8-81f2-4d7aa859f4bf" providerId="ADAL" clId="{1945A1B3-D44F-4AE0-A472-B482D7E57241}" dt="2024-12-02T16:54:24.429" v="8007" actId="47"/>
        <pc:sldMkLst>
          <pc:docMk/>
          <pc:sldMk cId="1154937328" sldId="296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709772759" sldId="296"/>
        </pc:sldMkLst>
      </pc:sldChg>
      <pc:sldChg chg="add del">
        <pc:chgData name="蕭兆翔" userId="c09afb0b-60c9-45d8-81f2-4d7aa859f4bf" providerId="ADAL" clId="{1945A1B3-D44F-4AE0-A472-B482D7E57241}" dt="2024-12-02T14:28:46.838" v="5287" actId="47"/>
        <pc:sldMkLst>
          <pc:docMk/>
          <pc:sldMk cId="2905250991" sldId="296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476324849" sldId="296"/>
        </pc:sldMkLst>
      </pc:sldChg>
      <pc:sldChg chg="add del">
        <pc:chgData name="蕭兆翔" userId="c09afb0b-60c9-45d8-81f2-4d7aa859f4bf" providerId="ADAL" clId="{1945A1B3-D44F-4AE0-A472-B482D7E57241}" dt="2024-12-02T16:54:27.704" v="8008" actId="47"/>
        <pc:sldMkLst>
          <pc:docMk/>
          <pc:sldMk cId="68386834" sldId="297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504341878" sldId="297"/>
        </pc:sldMkLst>
      </pc:sldChg>
      <pc:sldChg chg="add del">
        <pc:chgData name="蕭兆翔" userId="c09afb0b-60c9-45d8-81f2-4d7aa859f4bf" providerId="ADAL" clId="{1945A1B3-D44F-4AE0-A472-B482D7E57241}" dt="2024-12-02T14:28:43.912" v="5286" actId="47"/>
        <pc:sldMkLst>
          <pc:docMk/>
          <pc:sldMk cId="2795752772" sldId="297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887053701" sldId="297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776998213" sldId="298"/>
        </pc:sldMkLst>
      </pc:sldChg>
      <pc:sldChg chg="add del">
        <pc:chgData name="蕭兆翔" userId="c09afb0b-60c9-45d8-81f2-4d7aa859f4bf" providerId="ADAL" clId="{1945A1B3-D44F-4AE0-A472-B482D7E57241}" dt="2024-12-02T17:22:46.438" v="8224" actId="47"/>
        <pc:sldMkLst>
          <pc:docMk/>
          <pc:sldMk cId="2427813021" sldId="298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3902017283" sldId="298"/>
        </pc:sldMkLst>
      </pc:sldChg>
      <pc:sldChg chg="add del">
        <pc:chgData name="蕭兆翔" userId="c09afb0b-60c9-45d8-81f2-4d7aa859f4bf" providerId="ADAL" clId="{1945A1B3-D44F-4AE0-A472-B482D7E57241}" dt="2024-12-02T14:34:17.915" v="5375" actId="47"/>
        <pc:sldMkLst>
          <pc:docMk/>
          <pc:sldMk cId="4133723141" sldId="298"/>
        </pc:sldMkLst>
      </pc:sldChg>
      <pc:sldChg chg="add del">
        <pc:chgData name="蕭兆翔" userId="c09afb0b-60c9-45d8-81f2-4d7aa859f4bf" providerId="ADAL" clId="{1945A1B3-D44F-4AE0-A472-B482D7E57241}" dt="2024-12-02T17:22:41.434" v="8223" actId="47"/>
        <pc:sldMkLst>
          <pc:docMk/>
          <pc:sldMk cId="858610390" sldId="299"/>
        </pc:sldMkLst>
      </pc:sldChg>
      <pc:sldChg chg="add del">
        <pc:chgData name="蕭兆翔" userId="c09afb0b-60c9-45d8-81f2-4d7aa859f4bf" providerId="ADAL" clId="{1945A1B3-D44F-4AE0-A472-B482D7E57241}" dt="2024-12-02T14:38:00.426" v="5416" actId="47"/>
        <pc:sldMkLst>
          <pc:docMk/>
          <pc:sldMk cId="4111485521" sldId="299"/>
        </pc:sldMkLst>
      </pc:sldChg>
      <pc:sldChg chg="add del">
        <pc:chgData name="蕭兆翔" userId="c09afb0b-60c9-45d8-81f2-4d7aa859f4bf" providerId="ADAL" clId="{1945A1B3-D44F-4AE0-A472-B482D7E57241}" dt="2024-12-02T14:38:24.149" v="5429" actId="47"/>
        <pc:sldMkLst>
          <pc:docMk/>
          <pc:sldMk cId="1535891112" sldId="300"/>
        </pc:sldMkLst>
      </pc:sldChg>
      <pc:sldChg chg="add del">
        <pc:chgData name="蕭兆翔" userId="c09afb0b-60c9-45d8-81f2-4d7aa859f4bf" providerId="ADAL" clId="{1945A1B3-D44F-4AE0-A472-B482D7E57241}" dt="2024-12-02T17:22:40.489" v="8222" actId="47"/>
        <pc:sldMkLst>
          <pc:docMk/>
          <pc:sldMk cId="2766521086" sldId="300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462899249" sldId="300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4180657418" sldId="300"/>
        </pc:sldMkLst>
      </pc:sldChg>
      <pc:sldChg chg="addSp delSp modSp add mod ord">
        <pc:chgData name="蕭兆翔" userId="c09afb0b-60c9-45d8-81f2-4d7aa859f4bf" providerId="ADAL" clId="{1945A1B3-D44F-4AE0-A472-B482D7E57241}" dt="2024-12-02T17:39:33.321" v="8510" actId="1076"/>
        <pc:sldMkLst>
          <pc:docMk/>
          <pc:sldMk cId="1858062111" sldId="301"/>
        </pc:sldMkLst>
      </pc:sldChg>
      <pc:sldChg chg="add del">
        <pc:chgData name="蕭兆翔" userId="c09afb0b-60c9-45d8-81f2-4d7aa859f4bf" providerId="ADAL" clId="{1945A1B3-D44F-4AE0-A472-B482D7E57241}" dt="2024-12-02T14:37:59.056" v="5415" actId="47"/>
        <pc:sldMkLst>
          <pc:docMk/>
          <pc:sldMk cId="1904658787" sldId="301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3018943188" sldId="301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4114896757" sldId="301"/>
        </pc:sldMkLst>
      </pc:sldChg>
      <pc:sldChg chg="add del">
        <pc:chgData name="蕭兆翔" userId="c09afb0b-60c9-45d8-81f2-4d7aa859f4bf" providerId="ADAL" clId="{1945A1B3-D44F-4AE0-A472-B482D7E57241}" dt="2024-12-02T14:38:27.178" v="5430" actId="47"/>
        <pc:sldMkLst>
          <pc:docMk/>
          <pc:sldMk cId="245218467" sldId="302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1373356635" sldId="302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1491405984" sldId="302"/>
        </pc:sldMkLst>
      </pc:sldChg>
      <pc:sldChg chg="add del">
        <pc:chgData name="蕭兆翔" userId="c09afb0b-60c9-45d8-81f2-4d7aa859f4bf" providerId="ADAL" clId="{1945A1B3-D44F-4AE0-A472-B482D7E57241}" dt="2024-12-02T17:23:12.032" v="8237" actId="47"/>
        <pc:sldMkLst>
          <pc:docMk/>
          <pc:sldMk cId="2327996668" sldId="302"/>
        </pc:sldMkLst>
      </pc:sldChg>
      <pc:sldChg chg="add del">
        <pc:chgData name="蕭兆翔" userId="c09afb0b-60c9-45d8-81f2-4d7aa859f4bf" providerId="ADAL" clId="{1945A1B3-D44F-4AE0-A472-B482D7E57241}" dt="2024-12-02T17:22:50.708" v="8227" actId="47"/>
        <pc:sldMkLst>
          <pc:docMk/>
          <pc:sldMk cId="36140748" sldId="303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798451382" sldId="303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718488800" sldId="303"/>
        </pc:sldMkLst>
      </pc:sldChg>
      <pc:sldChg chg="add del">
        <pc:chgData name="蕭兆翔" userId="c09afb0b-60c9-45d8-81f2-4d7aa859f4bf" providerId="ADAL" clId="{1945A1B3-D44F-4AE0-A472-B482D7E57241}" dt="2024-12-02T14:37:54.995" v="5414" actId="47"/>
        <pc:sldMkLst>
          <pc:docMk/>
          <pc:sldMk cId="3993819366" sldId="303"/>
        </pc:sldMkLst>
      </pc:sldChg>
      <pc:sldChg chg="add del">
        <pc:chgData name="蕭兆翔" userId="c09afb0b-60c9-45d8-81f2-4d7aa859f4bf" providerId="ADAL" clId="{1945A1B3-D44F-4AE0-A472-B482D7E57241}" dt="2024-12-02T17:22:52.918" v="8228" actId="47"/>
        <pc:sldMkLst>
          <pc:docMk/>
          <pc:sldMk cId="427649189" sldId="304"/>
        </pc:sldMkLst>
      </pc:sldChg>
      <pc:sldChg chg="add del">
        <pc:chgData name="蕭兆翔" userId="c09afb0b-60c9-45d8-81f2-4d7aa859f4bf" providerId="ADAL" clId="{1945A1B3-D44F-4AE0-A472-B482D7E57241}" dt="2024-12-02T14:37:54.110" v="5413" actId="47"/>
        <pc:sldMkLst>
          <pc:docMk/>
          <pc:sldMk cId="3407276827" sldId="304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833641" sldId="305"/>
        </pc:sldMkLst>
      </pc:sldChg>
      <pc:sldChg chg="add del">
        <pc:chgData name="蕭兆翔" userId="c09afb0b-60c9-45d8-81f2-4d7aa859f4bf" providerId="ADAL" clId="{1945A1B3-D44F-4AE0-A472-B482D7E57241}" dt="2024-12-02T17:22:54.359" v="8229" actId="47"/>
        <pc:sldMkLst>
          <pc:docMk/>
          <pc:sldMk cId="1490472441" sldId="305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413293238" sldId="305"/>
        </pc:sldMkLst>
      </pc:sldChg>
      <pc:sldChg chg="add del">
        <pc:chgData name="蕭兆翔" userId="c09afb0b-60c9-45d8-81f2-4d7aa859f4bf" providerId="ADAL" clId="{1945A1B3-D44F-4AE0-A472-B482D7E57241}" dt="2024-12-02T14:37:53.198" v="5412" actId="47"/>
        <pc:sldMkLst>
          <pc:docMk/>
          <pc:sldMk cId="4035819437" sldId="305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662899163" sldId="306"/>
        </pc:sldMkLst>
      </pc:sldChg>
      <pc:sldChg chg="add del">
        <pc:chgData name="蕭兆翔" userId="c09afb0b-60c9-45d8-81f2-4d7aa859f4bf" providerId="ADAL" clId="{1945A1B3-D44F-4AE0-A472-B482D7E57241}" dt="2024-12-02T17:22:58.132" v="8230" actId="47"/>
        <pc:sldMkLst>
          <pc:docMk/>
          <pc:sldMk cId="2531081661" sldId="306"/>
        </pc:sldMkLst>
      </pc:sldChg>
      <pc:sldChg chg="add del">
        <pc:chgData name="蕭兆翔" userId="c09afb0b-60c9-45d8-81f2-4d7aa859f4bf" providerId="ADAL" clId="{1945A1B3-D44F-4AE0-A472-B482D7E57241}" dt="2024-12-02T14:38:28.737" v="5431" actId="47"/>
        <pc:sldMkLst>
          <pc:docMk/>
          <pc:sldMk cId="3209247320" sldId="306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368257037" sldId="306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731026005" sldId="307"/>
        </pc:sldMkLst>
      </pc:sldChg>
      <pc:sldChg chg="add del">
        <pc:chgData name="蕭兆翔" userId="c09afb0b-60c9-45d8-81f2-4d7aa859f4bf" providerId="ADAL" clId="{1945A1B3-D44F-4AE0-A472-B482D7E57241}" dt="2024-12-02T15:20:53.502" v="6370" actId="47"/>
        <pc:sldMkLst>
          <pc:docMk/>
          <pc:sldMk cId="1269639498" sldId="307"/>
        </pc:sldMkLst>
      </pc:sldChg>
      <pc:sldChg chg="add del">
        <pc:chgData name="蕭兆翔" userId="c09afb0b-60c9-45d8-81f2-4d7aa859f4bf" providerId="ADAL" clId="{1945A1B3-D44F-4AE0-A472-B482D7E57241}" dt="2024-12-02T17:22:59.666" v="8231" actId="47"/>
        <pc:sldMkLst>
          <pc:docMk/>
          <pc:sldMk cId="2582681226" sldId="307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3465193978" sldId="307"/>
        </pc:sldMkLst>
      </pc:sldChg>
      <pc:sldChg chg="add del">
        <pc:chgData name="蕭兆翔" userId="c09afb0b-60c9-45d8-81f2-4d7aa859f4bf" providerId="ADAL" clId="{1945A1B3-D44F-4AE0-A472-B482D7E57241}" dt="2024-12-02T17:23:01.466" v="8232" actId="47"/>
        <pc:sldMkLst>
          <pc:docMk/>
          <pc:sldMk cId="1951900967" sldId="308"/>
        </pc:sldMkLst>
      </pc:sldChg>
      <pc:sldChg chg="add del">
        <pc:chgData name="蕭兆翔" userId="c09afb0b-60c9-45d8-81f2-4d7aa859f4bf" providerId="ADAL" clId="{1945A1B3-D44F-4AE0-A472-B482D7E57241}" dt="2024-12-02T14:38:30.549" v="5432" actId="47"/>
        <pc:sldMkLst>
          <pc:docMk/>
          <pc:sldMk cId="1971751904" sldId="308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855146930" sldId="308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4279271607" sldId="308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072199442" sldId="309"/>
        </pc:sldMkLst>
      </pc:sldChg>
      <pc:sldChg chg="add del">
        <pc:chgData name="蕭兆翔" userId="c09afb0b-60c9-45d8-81f2-4d7aa859f4bf" providerId="ADAL" clId="{1945A1B3-D44F-4AE0-A472-B482D7E57241}" dt="2024-12-02T17:23:02.988" v="8233" actId="47"/>
        <pc:sldMkLst>
          <pc:docMk/>
          <pc:sldMk cId="2937362863" sldId="309"/>
        </pc:sldMkLst>
      </pc:sldChg>
      <pc:sldChg chg="add del">
        <pc:chgData name="蕭兆翔" userId="c09afb0b-60c9-45d8-81f2-4d7aa859f4bf" providerId="ADAL" clId="{1945A1B3-D44F-4AE0-A472-B482D7E57241}" dt="2024-12-02T14:38:32.830" v="5433" actId="47"/>
        <pc:sldMkLst>
          <pc:docMk/>
          <pc:sldMk cId="3333608391" sldId="309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3666967410" sldId="309"/>
        </pc:sldMkLst>
      </pc:sldChg>
      <pc:sldChg chg="add del">
        <pc:chgData name="蕭兆翔" userId="c09afb0b-60c9-45d8-81f2-4d7aa859f4bf" providerId="ADAL" clId="{1945A1B3-D44F-4AE0-A472-B482D7E57241}" dt="2024-12-02T17:23:04.870" v="8234" actId="47"/>
        <pc:sldMkLst>
          <pc:docMk/>
          <pc:sldMk cId="551054288" sldId="310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660061768" sldId="310"/>
        </pc:sldMkLst>
      </pc:sldChg>
      <pc:sldChg chg="add del">
        <pc:chgData name="蕭兆翔" userId="c09afb0b-60c9-45d8-81f2-4d7aa859f4bf" providerId="ADAL" clId="{1945A1B3-D44F-4AE0-A472-B482D7E57241}" dt="2024-12-02T15:20:50.158" v="6369" actId="47"/>
        <pc:sldMkLst>
          <pc:docMk/>
          <pc:sldMk cId="3674345311" sldId="310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3992776034" sldId="310"/>
        </pc:sldMkLst>
      </pc:sldChg>
      <pc:sldChg chg="add del">
        <pc:chgData name="蕭兆翔" userId="c09afb0b-60c9-45d8-81f2-4d7aa859f4bf" providerId="ADAL" clId="{1945A1B3-D44F-4AE0-A472-B482D7E57241}" dt="2024-12-02T15:26:10.146" v="6527" actId="47"/>
        <pc:sldMkLst>
          <pc:docMk/>
          <pc:sldMk cId="1345658767" sldId="311"/>
        </pc:sldMkLst>
      </pc:sldChg>
      <pc:sldChg chg="add del">
        <pc:chgData name="蕭兆翔" userId="c09afb0b-60c9-45d8-81f2-4d7aa859f4bf" providerId="ADAL" clId="{1945A1B3-D44F-4AE0-A472-B482D7E57241}" dt="2024-12-02T17:23:06.504" v="8235" actId="47"/>
        <pc:sldMkLst>
          <pc:docMk/>
          <pc:sldMk cId="2347569319" sldId="311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82874033" sldId="312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39797309" sldId="312"/>
        </pc:sldMkLst>
      </pc:sldChg>
      <pc:sldChg chg="add del">
        <pc:chgData name="蕭兆翔" userId="c09afb0b-60c9-45d8-81f2-4d7aa859f4bf" providerId="ADAL" clId="{1945A1B3-D44F-4AE0-A472-B482D7E57241}" dt="2024-12-02T17:23:07.852" v="8236" actId="47"/>
        <pc:sldMkLst>
          <pc:docMk/>
          <pc:sldMk cId="694121014" sldId="312"/>
        </pc:sldMkLst>
      </pc:sldChg>
      <pc:sldChg chg="add del">
        <pc:chgData name="蕭兆翔" userId="c09afb0b-60c9-45d8-81f2-4d7aa859f4bf" providerId="ADAL" clId="{1945A1B3-D44F-4AE0-A472-B482D7E57241}" dt="2024-12-02T15:20:39.875" v="6365" actId="47"/>
        <pc:sldMkLst>
          <pc:docMk/>
          <pc:sldMk cId="923594579" sldId="312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854415697" sldId="313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199603082" sldId="313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607232118" sldId="313"/>
        </pc:sldMkLst>
      </pc:sldChg>
      <pc:sldChg chg="add del">
        <pc:chgData name="蕭兆翔" userId="c09afb0b-60c9-45d8-81f2-4d7aa859f4bf" providerId="ADAL" clId="{1945A1B3-D44F-4AE0-A472-B482D7E57241}" dt="2024-12-02T15:20:48.973" v="6368" actId="47"/>
        <pc:sldMkLst>
          <pc:docMk/>
          <pc:sldMk cId="3953697991" sldId="313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428307239" sldId="314"/>
        </pc:sldMkLst>
      </pc:sldChg>
      <pc:sldChg chg="addSp modSp add mod">
        <pc:chgData name="蕭兆翔" userId="c09afb0b-60c9-45d8-81f2-4d7aa859f4bf" providerId="ADAL" clId="{1945A1B3-D44F-4AE0-A472-B482D7E57241}" dt="2024-12-02T15:27:55.328" v="6639" actId="207"/>
        <pc:sldMkLst>
          <pc:docMk/>
          <pc:sldMk cId="1781944770" sldId="314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470013006" sldId="314"/>
        </pc:sldMkLst>
      </pc:sldChg>
      <pc:sldChg chg="add del">
        <pc:chgData name="蕭兆翔" userId="c09afb0b-60c9-45d8-81f2-4d7aa859f4bf" providerId="ADAL" clId="{1945A1B3-D44F-4AE0-A472-B482D7E57241}" dt="2024-12-02T15:20:47.865" v="6367" actId="47"/>
        <pc:sldMkLst>
          <pc:docMk/>
          <pc:sldMk cId="206715039" sldId="315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2593817300" sldId="315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2351457382" sldId="316"/>
        </pc:sldMkLst>
      </pc:sldChg>
      <pc:sldChg chg="add del">
        <pc:chgData name="蕭兆翔" userId="c09afb0b-60c9-45d8-81f2-4d7aa859f4bf" providerId="ADAL" clId="{1945A1B3-D44F-4AE0-A472-B482D7E57241}" dt="2024-12-02T15:20:47.069" v="6366" actId="47"/>
        <pc:sldMkLst>
          <pc:docMk/>
          <pc:sldMk cId="3187609322" sldId="316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2797714950" sldId="317"/>
        </pc:sldMkLst>
      </pc:sldChg>
      <pc:sldChg chg="add del">
        <pc:chgData name="蕭兆翔" userId="c09afb0b-60c9-45d8-81f2-4d7aa859f4bf" providerId="ADAL" clId="{1945A1B3-D44F-4AE0-A472-B482D7E57241}" dt="2024-12-02T15:20:47.069" v="6366" actId="47"/>
        <pc:sldMkLst>
          <pc:docMk/>
          <pc:sldMk cId="2973840438" sldId="317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88193624" sldId="318"/>
        </pc:sldMkLst>
      </pc:sldChg>
      <pc:sldChg chg="add del">
        <pc:chgData name="蕭兆翔" userId="c09afb0b-60c9-45d8-81f2-4d7aa859f4bf" providerId="ADAL" clId="{1945A1B3-D44F-4AE0-A472-B482D7E57241}" dt="2024-12-02T15:20:47.069" v="6366" actId="47"/>
        <pc:sldMkLst>
          <pc:docMk/>
          <pc:sldMk cId="1754133186" sldId="318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2613000273" sldId="318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378354723" sldId="318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949740462" sldId="319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1456648683" sldId="319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389764928" sldId="319"/>
        </pc:sldMkLst>
      </pc:sldChg>
      <pc:sldChg chg="add del">
        <pc:chgData name="蕭兆翔" userId="c09afb0b-60c9-45d8-81f2-4d7aa859f4bf" providerId="ADAL" clId="{1945A1B3-D44F-4AE0-A472-B482D7E57241}" dt="2024-12-02T15:20:47.069" v="6366" actId="47"/>
        <pc:sldMkLst>
          <pc:docMk/>
          <pc:sldMk cId="3499061069" sldId="319"/>
        </pc:sldMkLst>
      </pc:sldChg>
      <pc:sldChg chg="add del">
        <pc:chgData name="蕭兆翔" userId="c09afb0b-60c9-45d8-81f2-4d7aa859f4bf" providerId="ADAL" clId="{1945A1B3-D44F-4AE0-A472-B482D7E57241}" dt="2024-12-02T15:20:47.069" v="6366" actId="47"/>
        <pc:sldMkLst>
          <pc:docMk/>
          <pc:sldMk cId="1596408885" sldId="320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3427295236" sldId="320"/>
        </pc:sldMkLst>
      </pc:sldChg>
      <pc:sldChg chg="addSp modSp new del mod">
        <pc:chgData name="蕭兆翔" userId="c09afb0b-60c9-45d8-81f2-4d7aa859f4bf" providerId="ADAL" clId="{1945A1B3-D44F-4AE0-A472-B482D7E57241}" dt="2024-12-02T18:57:52.188" v="9828" actId="47"/>
        <pc:sldMkLst>
          <pc:docMk/>
          <pc:sldMk cId="2292360696" sldId="321"/>
        </pc:sldMkLst>
      </pc:sldChg>
      <pc:sldChg chg="addSp delSp modSp new mod">
        <pc:chgData name="蕭兆翔" userId="c09afb0b-60c9-45d8-81f2-4d7aa859f4bf" providerId="ADAL" clId="{1945A1B3-D44F-4AE0-A472-B482D7E57241}" dt="2024-12-02T07:28:31.345" v="649" actId="21"/>
        <pc:sldMkLst>
          <pc:docMk/>
          <pc:sldMk cId="3113006125" sldId="322"/>
        </pc:sldMkLst>
      </pc:sldChg>
      <pc:sldChg chg="addSp delSp modSp add mod ord">
        <pc:chgData name="蕭兆翔" userId="c09afb0b-60c9-45d8-81f2-4d7aa859f4bf" providerId="ADAL" clId="{1945A1B3-D44F-4AE0-A472-B482D7E57241}" dt="2024-12-02T15:28:52.764" v="6646" actId="20577"/>
        <pc:sldMkLst>
          <pc:docMk/>
          <pc:sldMk cId="1798496417" sldId="323"/>
        </pc:sldMkLst>
      </pc:sldChg>
      <pc:sldChg chg="addSp delSp modSp add mod setBg">
        <pc:chgData name="蕭兆翔" userId="c09afb0b-60c9-45d8-81f2-4d7aa859f4bf" providerId="ADAL" clId="{1945A1B3-D44F-4AE0-A472-B482D7E57241}" dt="2024-12-02T15:28:59.790" v="6648" actId="20577"/>
        <pc:sldMkLst>
          <pc:docMk/>
          <pc:sldMk cId="3925345255" sldId="324"/>
        </pc:sldMkLst>
      </pc:sldChg>
      <pc:sldChg chg="addSp delSp modSp add mod">
        <pc:chgData name="蕭兆翔" userId="c09afb0b-60c9-45d8-81f2-4d7aa859f4bf" providerId="ADAL" clId="{1945A1B3-D44F-4AE0-A472-B482D7E57241}" dt="2024-12-02T07:47:44.216" v="1242" actId="1076"/>
        <pc:sldMkLst>
          <pc:docMk/>
          <pc:sldMk cId="2613590936" sldId="325"/>
        </pc:sldMkLst>
      </pc:sldChg>
      <pc:sldChg chg="addSp delSp modSp add mod">
        <pc:chgData name="蕭兆翔" userId="c09afb0b-60c9-45d8-81f2-4d7aa859f4bf" providerId="ADAL" clId="{1945A1B3-D44F-4AE0-A472-B482D7E57241}" dt="2024-12-02T08:24:30.165" v="1870" actId="20577"/>
        <pc:sldMkLst>
          <pc:docMk/>
          <pc:sldMk cId="3753462151" sldId="326"/>
        </pc:sldMkLst>
      </pc:sldChg>
      <pc:sldChg chg="addSp delSp modSp add mod">
        <pc:chgData name="蕭兆翔" userId="c09afb0b-60c9-45d8-81f2-4d7aa859f4bf" providerId="ADAL" clId="{1945A1B3-D44F-4AE0-A472-B482D7E57241}" dt="2024-12-02T09:15:40.774" v="2209"/>
        <pc:sldMkLst>
          <pc:docMk/>
          <pc:sldMk cId="1749226856" sldId="327"/>
        </pc:sldMkLst>
      </pc:sldChg>
      <pc:sldChg chg="delSp modSp add mod">
        <pc:chgData name="蕭兆翔" userId="c09afb0b-60c9-45d8-81f2-4d7aa859f4bf" providerId="ADAL" clId="{1945A1B3-D44F-4AE0-A472-B482D7E57241}" dt="2024-12-02T09:23:23.714" v="2564" actId="1076"/>
        <pc:sldMkLst>
          <pc:docMk/>
          <pc:sldMk cId="2477226628" sldId="328"/>
        </pc:sldMkLst>
      </pc:sldChg>
      <pc:sldChg chg="addSp delSp modSp add mod">
        <pc:chgData name="蕭兆翔" userId="c09afb0b-60c9-45d8-81f2-4d7aa859f4bf" providerId="ADAL" clId="{1945A1B3-D44F-4AE0-A472-B482D7E57241}" dt="2024-12-02T09:57:06.259" v="3113" actId="207"/>
        <pc:sldMkLst>
          <pc:docMk/>
          <pc:sldMk cId="2879111948" sldId="329"/>
        </pc:sldMkLst>
      </pc:sldChg>
      <pc:sldChg chg="addSp delSp modSp new mod">
        <pc:chgData name="蕭兆翔" userId="c09afb0b-60c9-45d8-81f2-4d7aa859f4bf" providerId="ADAL" clId="{1945A1B3-D44F-4AE0-A472-B482D7E57241}" dt="2024-12-02T10:13:12.452" v="3338" actId="1037"/>
        <pc:sldMkLst>
          <pc:docMk/>
          <pc:sldMk cId="1608973864" sldId="330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459102434" sldId="331"/>
        </pc:sldMkLst>
      </pc:sldChg>
      <pc:sldChg chg="modSp add del mod">
        <pc:chgData name="蕭兆翔" userId="c09afb0b-60c9-45d8-81f2-4d7aa859f4bf" providerId="ADAL" clId="{1945A1B3-D44F-4AE0-A472-B482D7E57241}" dt="2024-12-02T10:16:24.171" v="3347" actId="47"/>
        <pc:sldMkLst>
          <pc:docMk/>
          <pc:sldMk cId="1086755093" sldId="331"/>
        </pc:sldMkLst>
      </pc:sldChg>
      <pc:sldChg chg="addSp delSp modSp add mod">
        <pc:chgData name="蕭兆翔" userId="c09afb0b-60c9-45d8-81f2-4d7aa859f4bf" providerId="ADAL" clId="{1945A1B3-D44F-4AE0-A472-B482D7E57241}" dt="2024-12-02T10:40:51.348" v="3813" actId="1076"/>
        <pc:sldMkLst>
          <pc:docMk/>
          <pc:sldMk cId="3615148816" sldId="332"/>
        </pc:sldMkLst>
      </pc:sldChg>
      <pc:sldChg chg="delSp modSp add mod">
        <pc:chgData name="蕭兆翔" userId="c09afb0b-60c9-45d8-81f2-4d7aa859f4bf" providerId="ADAL" clId="{1945A1B3-D44F-4AE0-A472-B482D7E57241}" dt="2024-12-02T10:45:04.649" v="4032" actId="1076"/>
        <pc:sldMkLst>
          <pc:docMk/>
          <pc:sldMk cId="2930956379" sldId="333"/>
        </pc:sldMkLst>
      </pc:sldChg>
      <pc:sldChg chg="addSp modSp add mod">
        <pc:chgData name="蕭兆翔" userId="c09afb0b-60c9-45d8-81f2-4d7aa859f4bf" providerId="ADAL" clId="{1945A1B3-D44F-4AE0-A472-B482D7E57241}" dt="2024-12-02T10:52:22.065" v="4249" actId="1076"/>
        <pc:sldMkLst>
          <pc:docMk/>
          <pc:sldMk cId="3682023600" sldId="334"/>
        </pc:sldMkLst>
      </pc:sldChg>
      <pc:sldChg chg="addSp modSp add">
        <pc:chgData name="蕭兆翔" userId="c09afb0b-60c9-45d8-81f2-4d7aa859f4bf" providerId="ADAL" clId="{1945A1B3-D44F-4AE0-A472-B482D7E57241}" dt="2024-12-02T11:42:25.423" v="4266" actId="1076"/>
        <pc:sldMkLst>
          <pc:docMk/>
          <pc:sldMk cId="743749273" sldId="335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615140023" sldId="336"/>
        </pc:sldMkLst>
      </pc:sldChg>
      <pc:sldChg chg="addSp delSp modSp new del mod">
        <pc:chgData name="蕭兆翔" userId="c09afb0b-60c9-45d8-81f2-4d7aa859f4bf" providerId="ADAL" clId="{1945A1B3-D44F-4AE0-A472-B482D7E57241}" dt="2024-12-02T15:20:54.129" v="6371" actId="47"/>
        <pc:sldMkLst>
          <pc:docMk/>
          <pc:sldMk cId="3876857833" sldId="336"/>
        </pc:sldMkLst>
      </pc:sldChg>
      <pc:sldChg chg="addSp delSp modSp add mod">
        <pc:chgData name="蕭兆翔" userId="c09afb0b-60c9-45d8-81f2-4d7aa859f4bf" providerId="ADAL" clId="{1945A1B3-D44F-4AE0-A472-B482D7E57241}" dt="2024-12-02T13:42:35.143" v="4654" actId="1076"/>
        <pc:sldMkLst>
          <pc:docMk/>
          <pc:sldMk cId="1303513368" sldId="337"/>
        </pc:sldMkLst>
      </pc:sldChg>
      <pc:sldChg chg="addSp delSp modSp add mod">
        <pc:chgData name="蕭兆翔" userId="c09afb0b-60c9-45d8-81f2-4d7aa859f4bf" providerId="ADAL" clId="{1945A1B3-D44F-4AE0-A472-B482D7E57241}" dt="2024-12-02T13:59:49.620" v="4893" actId="1076"/>
        <pc:sldMkLst>
          <pc:docMk/>
          <pc:sldMk cId="828935818" sldId="338"/>
        </pc:sldMkLst>
      </pc:sldChg>
      <pc:sldChg chg="addSp delSp modSp add mod">
        <pc:chgData name="蕭兆翔" userId="c09afb0b-60c9-45d8-81f2-4d7aa859f4bf" providerId="ADAL" clId="{1945A1B3-D44F-4AE0-A472-B482D7E57241}" dt="2024-12-02T14:09:52.672" v="5018" actId="20577"/>
        <pc:sldMkLst>
          <pc:docMk/>
          <pc:sldMk cId="3049916099" sldId="339"/>
        </pc:sldMkLst>
      </pc:sldChg>
      <pc:sldChg chg="addSp delSp modSp new mod">
        <pc:chgData name="蕭兆翔" userId="c09afb0b-60c9-45d8-81f2-4d7aa859f4bf" providerId="ADAL" clId="{1945A1B3-D44F-4AE0-A472-B482D7E57241}" dt="2024-12-02T14:09:57.968" v="5020"/>
        <pc:sldMkLst>
          <pc:docMk/>
          <pc:sldMk cId="1239015385" sldId="340"/>
        </pc:sldMkLst>
      </pc:sldChg>
      <pc:sldChg chg="addSp delSp modSp add mod">
        <pc:chgData name="蕭兆翔" userId="c09afb0b-60c9-45d8-81f2-4d7aa859f4bf" providerId="ADAL" clId="{1945A1B3-D44F-4AE0-A472-B482D7E57241}" dt="2024-12-02T14:10:00.799" v="5022"/>
        <pc:sldMkLst>
          <pc:docMk/>
          <pc:sldMk cId="770422284" sldId="341"/>
        </pc:sldMkLst>
      </pc:sldChg>
      <pc:sldChg chg="addSp modSp new mod">
        <pc:chgData name="蕭兆翔" userId="c09afb0b-60c9-45d8-81f2-4d7aa859f4bf" providerId="ADAL" clId="{1945A1B3-D44F-4AE0-A472-B482D7E57241}" dt="2024-12-02T14:26:59.501" v="5283" actId="14100"/>
        <pc:sldMkLst>
          <pc:docMk/>
          <pc:sldMk cId="4090659215" sldId="342"/>
        </pc:sldMkLst>
      </pc:sldChg>
      <pc:sldChg chg="addSp modSp add mod ord">
        <pc:chgData name="蕭兆翔" userId="c09afb0b-60c9-45d8-81f2-4d7aa859f4bf" providerId="ADAL" clId="{1945A1B3-D44F-4AE0-A472-B482D7E57241}" dt="2024-12-02T14:23:25.832" v="5241" actId="1076"/>
        <pc:sldMkLst>
          <pc:docMk/>
          <pc:sldMk cId="1869237068" sldId="343"/>
        </pc:sldMkLst>
      </pc:sldChg>
      <pc:sldChg chg="new del">
        <pc:chgData name="蕭兆翔" userId="c09afb0b-60c9-45d8-81f2-4d7aa859f4bf" providerId="ADAL" clId="{1945A1B3-D44F-4AE0-A472-B482D7E57241}" dt="2024-12-02T14:30:29.392" v="5315" actId="47"/>
        <pc:sldMkLst>
          <pc:docMk/>
          <pc:sldMk cId="751078141" sldId="344"/>
        </pc:sldMkLst>
      </pc:sldChg>
      <pc:sldChg chg="addSp modSp add mod">
        <pc:chgData name="蕭兆翔" userId="c09afb0b-60c9-45d8-81f2-4d7aa859f4bf" providerId="ADAL" clId="{1945A1B3-D44F-4AE0-A472-B482D7E57241}" dt="2024-12-02T14:31:23.177" v="5373" actId="1076"/>
        <pc:sldMkLst>
          <pc:docMk/>
          <pc:sldMk cId="734047109" sldId="345"/>
        </pc:sldMkLst>
      </pc:sldChg>
      <pc:sldChg chg="addSp delSp modSp new mod ord">
        <pc:chgData name="蕭兆翔" userId="c09afb0b-60c9-45d8-81f2-4d7aa859f4bf" providerId="ADAL" clId="{1945A1B3-D44F-4AE0-A472-B482D7E57241}" dt="2024-12-02T14:31:14.028" v="5362" actId="1076"/>
        <pc:sldMkLst>
          <pc:docMk/>
          <pc:sldMk cId="509095717" sldId="346"/>
        </pc:sldMkLst>
      </pc:sldChg>
      <pc:sldChg chg="addSp delSp modSp add">
        <pc:chgData name="蕭兆翔" userId="c09afb0b-60c9-45d8-81f2-4d7aa859f4bf" providerId="ADAL" clId="{1945A1B3-D44F-4AE0-A472-B482D7E57241}" dt="2024-12-02T14:36:01.381" v="5410"/>
        <pc:sldMkLst>
          <pc:docMk/>
          <pc:sldMk cId="681588070" sldId="347"/>
        </pc:sldMkLst>
      </pc:sldChg>
      <pc:sldChg chg="addSp delSp modSp add">
        <pc:chgData name="蕭兆翔" userId="c09afb0b-60c9-45d8-81f2-4d7aa859f4bf" providerId="ADAL" clId="{1945A1B3-D44F-4AE0-A472-B482D7E57241}" dt="2024-12-02T14:36:07.582" v="5411" actId="1076"/>
        <pc:sldMkLst>
          <pc:docMk/>
          <pc:sldMk cId="1223767976" sldId="348"/>
        </pc:sldMkLst>
      </pc:sldChg>
      <pc:sldChg chg="new del">
        <pc:chgData name="蕭兆翔" userId="c09afb0b-60c9-45d8-81f2-4d7aa859f4bf" providerId="ADAL" clId="{1945A1B3-D44F-4AE0-A472-B482D7E57241}" dt="2024-12-02T15:26:07.023" v="6526" actId="47"/>
        <pc:sldMkLst>
          <pc:docMk/>
          <pc:sldMk cId="1397151111" sldId="349"/>
        </pc:sldMkLst>
      </pc:sldChg>
      <pc:sldChg chg="addSp delSp modSp add mod ord">
        <pc:chgData name="蕭兆翔" userId="c09afb0b-60c9-45d8-81f2-4d7aa859f4bf" providerId="ADAL" clId="{1945A1B3-D44F-4AE0-A472-B482D7E57241}" dt="2024-12-02T15:19:48.680" v="6356" actId="20577"/>
        <pc:sldMkLst>
          <pc:docMk/>
          <pc:sldMk cId="829063449" sldId="350"/>
        </pc:sldMkLst>
      </pc:sldChg>
      <pc:sldChg chg="addSp delSp modSp add del mod">
        <pc:chgData name="蕭兆翔" userId="c09afb0b-60c9-45d8-81f2-4d7aa859f4bf" providerId="ADAL" clId="{1945A1B3-D44F-4AE0-A472-B482D7E57241}" dt="2024-12-02T15:01:20.964" v="5925" actId="47"/>
        <pc:sldMkLst>
          <pc:docMk/>
          <pc:sldMk cId="3864771022" sldId="351"/>
        </pc:sldMkLst>
      </pc:sldChg>
      <pc:sldChg chg="addSp delSp modSp add mod ord">
        <pc:chgData name="蕭兆翔" userId="c09afb0b-60c9-45d8-81f2-4d7aa859f4bf" providerId="ADAL" clId="{1945A1B3-D44F-4AE0-A472-B482D7E57241}" dt="2024-12-02T15:19:54.872" v="6358"/>
        <pc:sldMkLst>
          <pc:docMk/>
          <pc:sldMk cId="172403905" sldId="352"/>
        </pc:sldMkLst>
      </pc:sldChg>
      <pc:sldChg chg="addSp delSp modSp add mod">
        <pc:chgData name="蕭兆翔" userId="c09afb0b-60c9-45d8-81f2-4d7aa859f4bf" providerId="ADAL" clId="{1945A1B3-D44F-4AE0-A472-B482D7E57241}" dt="2024-12-02T15:19:53.046" v="6357"/>
        <pc:sldMkLst>
          <pc:docMk/>
          <pc:sldMk cId="2730371793" sldId="353"/>
        </pc:sldMkLst>
      </pc:sldChg>
      <pc:sldChg chg="addSp delSp modSp add mod ord">
        <pc:chgData name="蕭兆翔" userId="c09afb0b-60c9-45d8-81f2-4d7aa859f4bf" providerId="ADAL" clId="{1945A1B3-D44F-4AE0-A472-B482D7E57241}" dt="2024-12-02T15:19:56.909" v="6359"/>
        <pc:sldMkLst>
          <pc:docMk/>
          <pc:sldMk cId="933998459" sldId="354"/>
        </pc:sldMkLst>
      </pc:sldChg>
      <pc:sldChg chg="addSp modSp add mod">
        <pc:chgData name="蕭兆翔" userId="c09afb0b-60c9-45d8-81f2-4d7aa859f4bf" providerId="ADAL" clId="{1945A1B3-D44F-4AE0-A472-B482D7E57241}" dt="2024-12-02T15:23:40.270" v="6525" actId="207"/>
        <pc:sldMkLst>
          <pc:docMk/>
          <pc:sldMk cId="3553910099" sldId="355"/>
        </pc:sldMkLst>
      </pc:sldChg>
      <pc:sldChg chg="addSp delSp modSp add mod">
        <pc:chgData name="蕭兆翔" userId="c09afb0b-60c9-45d8-81f2-4d7aa859f4bf" providerId="ADAL" clId="{1945A1B3-D44F-4AE0-A472-B482D7E57241}" dt="2024-12-04T04:55:52.416" v="9912" actId="20577"/>
        <pc:sldMkLst>
          <pc:docMk/>
          <pc:sldMk cId="1267499806" sldId="356"/>
        </pc:sldMkLst>
      </pc:sldChg>
      <pc:sldChg chg="add del">
        <pc:chgData name="蕭兆翔" userId="c09afb0b-60c9-45d8-81f2-4d7aa859f4bf" providerId="ADAL" clId="{1945A1B3-D44F-4AE0-A472-B482D7E57241}" dt="2024-12-02T16:24:15.890" v="7316" actId="47"/>
        <pc:sldMkLst>
          <pc:docMk/>
          <pc:sldMk cId="1422779458" sldId="357"/>
        </pc:sldMkLst>
      </pc:sldChg>
      <pc:sldChg chg="add del">
        <pc:chgData name="蕭兆翔" userId="c09afb0b-60c9-45d8-81f2-4d7aa859f4bf" providerId="ADAL" clId="{1945A1B3-D44F-4AE0-A472-B482D7E57241}" dt="2024-12-02T16:24:15.890" v="7316" actId="47"/>
        <pc:sldMkLst>
          <pc:docMk/>
          <pc:sldMk cId="2009269198" sldId="358"/>
        </pc:sldMkLst>
      </pc:sldChg>
      <pc:sldChg chg="add del">
        <pc:chgData name="蕭兆翔" userId="c09afb0b-60c9-45d8-81f2-4d7aa859f4bf" providerId="ADAL" clId="{1945A1B3-D44F-4AE0-A472-B482D7E57241}" dt="2024-12-02T16:24:15.890" v="7316" actId="47"/>
        <pc:sldMkLst>
          <pc:docMk/>
          <pc:sldMk cId="3058687504" sldId="359"/>
        </pc:sldMkLst>
      </pc:sldChg>
      <pc:sldChg chg="add del">
        <pc:chgData name="蕭兆翔" userId="c09afb0b-60c9-45d8-81f2-4d7aa859f4bf" providerId="ADAL" clId="{1945A1B3-D44F-4AE0-A472-B482D7E57241}" dt="2024-12-02T16:31:44.930" v="7635" actId="47"/>
        <pc:sldMkLst>
          <pc:docMk/>
          <pc:sldMk cId="1991347837" sldId="360"/>
        </pc:sldMkLst>
      </pc:sldChg>
      <pc:sldChg chg="add del">
        <pc:chgData name="蕭兆翔" userId="c09afb0b-60c9-45d8-81f2-4d7aa859f4bf" providerId="ADAL" clId="{1945A1B3-D44F-4AE0-A472-B482D7E57241}" dt="2024-12-02T16:33:57.348" v="7647" actId="47"/>
        <pc:sldMkLst>
          <pc:docMk/>
          <pc:sldMk cId="1451588247" sldId="361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2063154857" sldId="362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1135167592" sldId="363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2698247293" sldId="364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1105962992" sldId="365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410359215" sldId="366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3392344665" sldId="367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4286113247" sldId="368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2431490982" sldId="369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2548327033" sldId="370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3915282878" sldId="371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2079227736" sldId="372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3230889764" sldId="373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1659461713" sldId="374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565461204" sldId="375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3025969402" sldId="376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3788635625" sldId="377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1716960019" sldId="378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3941538429" sldId="379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3444209332" sldId="380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1527638212" sldId="381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1201646624" sldId="382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2382434492" sldId="383"/>
        </pc:sldMkLst>
      </pc:sldChg>
      <pc:sldChg chg="addSp delSp modSp new mod">
        <pc:chgData name="蕭兆翔" userId="c09afb0b-60c9-45d8-81f2-4d7aa859f4bf" providerId="ADAL" clId="{1945A1B3-D44F-4AE0-A472-B482D7E57241}" dt="2024-12-02T18:59:59.461" v="9904" actId="1076"/>
        <pc:sldMkLst>
          <pc:docMk/>
          <pc:sldMk cId="2723020223" sldId="384"/>
        </pc:sldMkLst>
      </pc:sldChg>
      <pc:sldChg chg="addSp delSp modSp add mod">
        <pc:chgData name="蕭兆翔" userId="c09afb0b-60c9-45d8-81f2-4d7aa859f4bf" providerId="ADAL" clId="{1945A1B3-D44F-4AE0-A472-B482D7E57241}" dt="2024-12-02T16:50:57.463" v="8002" actId="20577"/>
        <pc:sldMkLst>
          <pc:docMk/>
          <pc:sldMk cId="315754070" sldId="385"/>
        </pc:sldMkLst>
      </pc:sldChg>
      <pc:sldChg chg="addSp delSp modSp add mod">
        <pc:chgData name="蕭兆翔" userId="c09afb0b-60c9-45d8-81f2-4d7aa859f4bf" providerId="ADAL" clId="{1945A1B3-D44F-4AE0-A472-B482D7E57241}" dt="2024-12-02T17:22:33.285" v="8221" actId="1076"/>
        <pc:sldMkLst>
          <pc:docMk/>
          <pc:sldMk cId="3633042638" sldId="386"/>
        </pc:sldMkLst>
      </pc:sldChg>
      <pc:sldChg chg="addSp delSp modSp new del mod ord">
        <pc:chgData name="蕭兆翔" userId="c09afb0b-60c9-45d8-81f2-4d7aa859f4bf" providerId="ADAL" clId="{1945A1B3-D44F-4AE0-A472-B482D7E57241}" dt="2024-12-02T17:10:57.946" v="8066" actId="47"/>
        <pc:sldMkLst>
          <pc:docMk/>
          <pc:sldMk cId="848743817" sldId="387"/>
        </pc:sldMkLst>
      </pc:sldChg>
      <pc:sldChg chg="addSp modSp add mod">
        <pc:chgData name="蕭兆翔" userId="c09afb0b-60c9-45d8-81f2-4d7aa859f4bf" providerId="ADAL" clId="{1945A1B3-D44F-4AE0-A472-B482D7E57241}" dt="2024-12-02T17:14:47.696" v="8111" actId="20577"/>
        <pc:sldMkLst>
          <pc:docMk/>
          <pc:sldMk cId="371804138" sldId="388"/>
        </pc:sldMkLst>
      </pc:sldChg>
      <pc:sldChg chg="addSp delSp modSp add mod">
        <pc:chgData name="蕭兆翔" userId="c09afb0b-60c9-45d8-81f2-4d7aa859f4bf" providerId="ADAL" clId="{1945A1B3-D44F-4AE0-A472-B482D7E57241}" dt="2024-12-02T17:55:37.516" v="8802" actId="1076"/>
        <pc:sldMkLst>
          <pc:docMk/>
          <pc:sldMk cId="1555902403" sldId="389"/>
        </pc:sldMkLst>
      </pc:sldChg>
      <pc:sldChg chg="addSp delSp modSp new mod">
        <pc:chgData name="蕭兆翔" userId="c09afb0b-60c9-45d8-81f2-4d7aa859f4bf" providerId="ADAL" clId="{1945A1B3-D44F-4AE0-A472-B482D7E57241}" dt="2024-12-04T05:00:01.776" v="9913" actId="20577"/>
        <pc:sldMkLst>
          <pc:docMk/>
          <pc:sldMk cId="3557900746" sldId="390"/>
        </pc:sldMkLst>
      </pc:sldChg>
      <pc:sldChg chg="addSp delSp modSp add mod">
        <pc:chgData name="蕭兆翔" userId="c09afb0b-60c9-45d8-81f2-4d7aa859f4bf" providerId="ADAL" clId="{1945A1B3-D44F-4AE0-A472-B482D7E57241}" dt="2024-12-04T05:01:49.117" v="9944" actId="1076"/>
        <pc:sldMkLst>
          <pc:docMk/>
          <pc:sldMk cId="2605921587" sldId="391"/>
        </pc:sldMkLst>
      </pc:sldChg>
      <pc:sldChg chg="addSp delSp modSp new mod">
        <pc:chgData name="蕭兆翔" userId="c09afb0b-60c9-45d8-81f2-4d7aa859f4bf" providerId="ADAL" clId="{1945A1B3-D44F-4AE0-A472-B482D7E57241}" dt="2024-12-02T18:59:30.641" v="9884" actId="1076"/>
        <pc:sldMkLst>
          <pc:docMk/>
          <pc:sldMk cId="2319472876" sldId="3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036B33-4DE9-4022-BEE1-6192BFC46742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5B8B61-B51D-4C94-9A35-773C3DB3FC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8333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111973-BDC9-ADF0-35F7-7D189C2C7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A40C414-BDCF-9EAE-ED7C-2BE8C4B91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2DC145-36D2-54DD-9BA5-CA2952280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6E2B-AEC3-49F1-9CBF-597262DD39BA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020E52-D3E1-2E00-CF48-A78736249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A4BBBB-A377-D9EB-EA18-7E9C0D0C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16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733CFF-E294-8B2E-1D1D-0E8AAAB9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2E57A-65AD-50FD-15CA-FB40CBFB1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41CCE-B231-FF95-6638-67039939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6F7E1-4D48-4FCA-9ED9-3B4D6941816F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2CE8D9-A8CD-F6B1-CE89-F02918038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177334-1675-7F06-E904-AE888F67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109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CA0CC-B411-E69F-F70B-CE84F091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472593-362D-F34D-D798-AD4D2686E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93B074-3AE1-AB5E-6EE6-23276D769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F891-FE42-4651-AE0B-0F9802DA0A7F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5A56D2-4EF9-9FEE-C7F6-7B252BB6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638B0D-E5E9-3F28-89A6-3FA6C025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3426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317513-6104-C09D-4295-91A214EE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325026-1AA6-6D42-D1CF-0A8E47047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F79FF06-32A8-2189-8120-C4C0C804E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F27E98-8FA5-DF74-DE08-81F684B6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B33D4-4DCB-4455-AFAC-AA857A991815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5AB5E1-3AFF-694C-3CCC-426B084E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ECB3FC-FCFC-AB49-8E5A-0A80D994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541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19A209-B721-44FC-0A01-EE3594924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79480B-C5E5-746A-BEA1-4989C883B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06F5F6-2FF2-D584-FAA6-93392C632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FADAC53-2C30-2CBA-C256-3CCAB7236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A4960E-9AFC-25AB-8013-311F9A5CE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E05D33D-0C87-8578-E94F-BE0FC46F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66F8A-3F96-450A-86FC-EAADBAF01D5F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9F88EF6-91E1-1B92-4CE7-0052063E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7178E5D-3328-1466-666F-831C82A6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5898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7DFE72-9169-D048-B461-503C9CFC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8718450-C4AA-2B7F-0DC8-6E7F8DC6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1550A-0026-411C-AEA5-C83C81FACBEE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1DD51B5-1BA4-CF5F-8E46-396667D28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A0AA3D9-D503-43BB-C077-5068A07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29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1DB785E-32CD-4D3D-C4A7-BE5D1304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D3818-274F-4CE2-A016-A7B75289F58B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D824683-7557-6A25-E87C-83690A38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9A61D3-9A4A-1411-74EB-9B3E4E64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7962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942028-C333-54DD-8629-1DB2CA14F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03A50B-AC6D-B3FB-405B-A9E5A590A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A0CEBF-8479-223F-C634-7ADE4DA3E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FA64FE-2CDB-D9F6-5D16-A1D8D0B74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2956-285E-4EF3-A112-09CCAEB61FB2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E14081-34A8-2027-794C-2C5CF461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A3B018-278E-3EA7-CF18-44DDE416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538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74FC54-E23A-C37F-1EC8-59EAC36DE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9F737B-B95F-C7D4-6B78-FAFD5FBA3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7E210BB-D902-282D-0A99-A6C772C1F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75CDE2-4A0B-35D8-A016-96FAC306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4499E-DEEB-4EC2-8E24-C22D7F2C3E98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2F7669-71B7-A9E2-7C32-902F0378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BBB5F08-86A1-A4CA-A3AB-35310DB08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186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D9514-6A59-8F7D-D492-D9DAB116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8DF920-422E-A9D5-CE18-6C969E5DA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94E6F4-046A-C714-F798-2B987752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CD33-D21D-4B83-96B0-E2B7C81413D9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D6A372-1765-57E0-7FEB-F516C3166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DF7441-3856-95AD-7FA4-1F3CD3C5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6262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66533B3-C78D-2A42-F1F8-2FBB810BD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8814556-CB22-D073-BD57-98B1523EF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85B6D0-9F99-4250-7030-4FF0C4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28CE8-D71D-4030-ABCE-5233E61B00B8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FCFE9D-9C9C-78C5-153F-2382C180A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42AB41-303D-D2CC-767B-BA57E26A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7823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6F825CE-A531-DFA9-8313-2EA3BB30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9FD70C-B749-0F32-E6A7-18F5B18C8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0E6A94-D0F5-8912-A5C2-DC553E4C2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33D7C9-F977-4654-ADC8-4E2424B0277D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30CF90-211C-709C-E0C5-D19BD909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970CC7-F157-CAFA-ED54-9CBDB784A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324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rc7jTDLifUA" TargetMode="External"/><Relationship Id="rId3" Type="http://schemas.openxmlformats.org/officeDocument/2006/relationships/hyperlink" Target="https://www.youtube.com/watch?v=Yb0pvwsi_no" TargetMode="External"/><Relationship Id="rId7" Type="http://schemas.openxmlformats.org/officeDocument/2006/relationships/image" Target="../media/image17.png"/><Relationship Id="rId2" Type="http://schemas.openxmlformats.org/officeDocument/2006/relationships/hyperlink" Target="https://www.youtube.com/watch?v=8CMTqpZoec8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log.ampedsoftware.com/2023/10/03/remove-periodic-noise-from-an-image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5AE22FC-AF5D-80D6-CC9F-1199F201F39A}"/>
              </a:ext>
            </a:extLst>
          </p:cNvPr>
          <p:cNvSpPr txBox="1"/>
          <p:nvPr/>
        </p:nvSpPr>
        <p:spPr>
          <a:xfrm>
            <a:off x="0" y="3646424"/>
            <a:ext cx="12192000" cy="1482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教師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蕭兆翔 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助教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陳信宏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49B9DE3-2C0C-4512-514F-D92557F4E5E7}"/>
              </a:ext>
            </a:extLst>
          </p:cNvPr>
          <p:cNvSpPr txBox="1"/>
          <p:nvPr/>
        </p:nvSpPr>
        <p:spPr>
          <a:xfrm>
            <a:off x="0" y="2011248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影像處理</a:t>
            </a:r>
            <a:r>
              <a:rPr kumimoji="0" lang="en-US" altLang="zh-TW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kumimoji="0" lang="zh-TW" alt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期末挑戰</a:t>
            </a:r>
            <a:endParaRPr kumimoji="0" lang="en-US" altLang="zh-TW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DC2919-5408-D26A-E6D5-05C63DC69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009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DA6AC8F-4250-28DE-C82E-B0CB67CF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D047559-4588-64B3-A1B6-5087DFC6860F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說明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969650A-1F3D-24D8-D9B2-A16F1FE3E272}"/>
              </a:ext>
            </a:extLst>
          </p:cNvPr>
          <p:cNvSpPr txBox="1"/>
          <p:nvPr/>
        </p:nvSpPr>
        <p:spPr>
          <a:xfrm>
            <a:off x="573520" y="1099991"/>
            <a:ext cx="11189856" cy="518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請同學至資料夾下載需要的資料，至自己的電腦上處理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請嘗試各種處理，達成任務需要的條件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不需要泛化能力很好，只需針對此次挑戰的資料做應用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期末報告大約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</a:t>
            </a:r>
            <a:endParaRPr lang="en-US" altLang="zh-TW" sz="28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期末報告內容可提及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不一定要按照這樣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解題思路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處理過程的效果圖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團隊分工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617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490F9-564B-D669-6080-9E3845C4A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3AC6BC8-34B8-7695-1006-2F6929466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1925EE9-E004-BE4F-53A5-677DF36E7E85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評分標準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6AB96BF-0ED9-A2A7-6B9D-8E9FDCD34D39}"/>
              </a:ext>
            </a:extLst>
          </p:cNvPr>
          <p:cNvSpPr txBox="1"/>
          <p:nvPr/>
        </p:nvSpPr>
        <p:spPr>
          <a:xfrm>
            <a:off x="573520" y="1099991"/>
            <a:ext cx="11189856" cy="1308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總共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題，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題占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20%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20%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裡面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10%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是否達到需求、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10%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簡報過程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04588DC-1E6F-E732-6985-9EF82BE185C4}"/>
              </a:ext>
            </a:extLst>
          </p:cNvPr>
          <p:cNvSpPr/>
          <p:nvPr/>
        </p:nvSpPr>
        <p:spPr>
          <a:xfrm>
            <a:off x="1463040" y="2722775"/>
            <a:ext cx="1810512" cy="70544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DDBB857-2D25-3865-FD81-D14172E89004}"/>
              </a:ext>
            </a:extLst>
          </p:cNvPr>
          <p:cNvSpPr/>
          <p:nvPr/>
        </p:nvSpPr>
        <p:spPr>
          <a:xfrm>
            <a:off x="1463040" y="3500448"/>
            <a:ext cx="1810512" cy="70544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7E34E6A-A760-9F22-8BB1-CEB32C8C03BB}"/>
              </a:ext>
            </a:extLst>
          </p:cNvPr>
          <p:cNvSpPr/>
          <p:nvPr/>
        </p:nvSpPr>
        <p:spPr>
          <a:xfrm>
            <a:off x="1463040" y="4278121"/>
            <a:ext cx="1810512" cy="70544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4D7D60A-1E6E-7B2A-B1F5-5DB49687A609}"/>
              </a:ext>
            </a:extLst>
          </p:cNvPr>
          <p:cNvSpPr/>
          <p:nvPr/>
        </p:nvSpPr>
        <p:spPr>
          <a:xfrm>
            <a:off x="1463040" y="5055794"/>
            <a:ext cx="1810512" cy="70544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76CD41E2-DA99-4EBB-CCA1-9D967644646A}"/>
              </a:ext>
            </a:extLst>
          </p:cNvPr>
          <p:cNvSpPr/>
          <p:nvPr/>
        </p:nvSpPr>
        <p:spPr>
          <a:xfrm>
            <a:off x="1463040" y="5833468"/>
            <a:ext cx="1810512" cy="70544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9CAF1790-7113-5382-07CB-DF8128CE1C06}"/>
              </a:ext>
            </a:extLst>
          </p:cNvPr>
          <p:cNvSpPr/>
          <p:nvPr/>
        </p:nvSpPr>
        <p:spPr>
          <a:xfrm>
            <a:off x="5346192" y="4137875"/>
            <a:ext cx="1810512" cy="70544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10%  </a:t>
            </a:r>
            <a:r>
              <a: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簡報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34562D2D-32DD-B66D-03D8-B7D243C6956A}"/>
              </a:ext>
            </a:extLst>
          </p:cNvPr>
          <p:cNvSpPr/>
          <p:nvPr/>
        </p:nvSpPr>
        <p:spPr>
          <a:xfrm>
            <a:off x="5346192" y="2990808"/>
            <a:ext cx="2609088" cy="70544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10%  </a:t>
            </a:r>
            <a:r>
              <a: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完成需求</a:t>
            </a:r>
          </a:p>
        </p:txBody>
      </p:sp>
      <p:cxnSp>
        <p:nvCxnSpPr>
          <p:cNvPr id="13" name="接點: 弧形 12">
            <a:extLst>
              <a:ext uri="{FF2B5EF4-FFF2-40B4-BE49-F238E27FC236}">
                <a16:creationId xmlns:a16="http://schemas.microsoft.com/office/drawing/2014/main" id="{F643DDDB-073A-9259-FB5D-0E951759358A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3273552" y="3343530"/>
            <a:ext cx="2072640" cy="50964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接點: 弧形 16">
            <a:extLst>
              <a:ext uri="{FF2B5EF4-FFF2-40B4-BE49-F238E27FC236}">
                <a16:creationId xmlns:a16="http://schemas.microsoft.com/office/drawing/2014/main" id="{48FC1555-7958-800E-8373-BACF92648E7D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3273552" y="3853170"/>
            <a:ext cx="2072640" cy="637427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042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35B9678-1048-B43E-7FF6-69AD5F50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38B0BC1-ABCC-201F-958A-5670B5034D20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第一題</a:t>
            </a:r>
          </a:p>
        </p:txBody>
      </p:sp>
      <p:pic>
        <p:nvPicPr>
          <p:cNvPr id="5" name="圖片 4" descr="一張含有 硬幣, 圓形 的圖片&#10;&#10;自動產生的描述">
            <a:extLst>
              <a:ext uri="{FF2B5EF4-FFF2-40B4-BE49-F238E27FC236}">
                <a16:creationId xmlns:a16="http://schemas.microsoft.com/office/drawing/2014/main" id="{961E9D59-D66D-F73F-034D-A195200A3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218761" y="2534847"/>
            <a:ext cx="4200525" cy="315039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76E93CF-59EF-7000-6A9A-87817879BDF1}"/>
              </a:ext>
            </a:extLst>
          </p:cNvPr>
          <p:cNvSpPr txBox="1"/>
          <p:nvPr/>
        </p:nvSpPr>
        <p:spPr>
          <a:xfrm>
            <a:off x="513860" y="1761712"/>
            <a:ext cx="68284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需求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使用程式找出影像中總共有</a:t>
            </a:r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幾個硬幣</a:t>
            </a:r>
            <a:endParaRPr lang="en-US" altLang="zh-TW" sz="28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使用程式計算畫面中硬幣</a:t>
            </a:r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總共有多少錢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0AD377D-F96D-C32F-CC92-44766F5F4859}"/>
              </a:ext>
            </a:extLst>
          </p:cNvPr>
          <p:cNvSpPr txBox="1"/>
          <p:nvPr/>
        </p:nvSpPr>
        <p:spPr>
          <a:xfrm>
            <a:off x="0" y="1159271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這是一個散落硬幣的影像。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5DC74DD-9311-991C-168A-BA4B95E6CF1D}"/>
              </a:ext>
            </a:extLst>
          </p:cNvPr>
          <p:cNvSpPr txBox="1"/>
          <p:nvPr/>
        </p:nvSpPr>
        <p:spPr>
          <a:xfrm>
            <a:off x="674365" y="3841209"/>
            <a:ext cx="6219938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請自行嘗試各種前處理的方式過濾掉不需要的地方，結合一些處理達成題目需要的任務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178D700C-F797-999F-A54B-5FE7642A2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613" y="5429231"/>
            <a:ext cx="2983105" cy="752494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704B3881-C1B5-107D-8F4E-C9AAA3553C1B}"/>
              </a:ext>
            </a:extLst>
          </p:cNvPr>
          <p:cNvSpPr txBox="1"/>
          <p:nvPr/>
        </p:nvSpPr>
        <p:spPr>
          <a:xfrm>
            <a:off x="1266825" y="5076825"/>
            <a:ext cx="3958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原始影像在資料夾的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01_image.jpg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020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96D6A-353A-7B47-CC6A-19E914C9C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6686480-F8D0-87D4-7512-D6E89A97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8E57DCD-D50F-51A6-464E-0783E42BAF9B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第二題</a:t>
            </a:r>
          </a:p>
        </p:txBody>
      </p:sp>
      <p:pic>
        <p:nvPicPr>
          <p:cNvPr id="4" name="圖片 3" descr="一張含有 文字, 圖表, 方案, 圖解 的圖片&#10;&#10;自動產生的描述">
            <a:extLst>
              <a:ext uri="{FF2B5EF4-FFF2-40B4-BE49-F238E27FC236}">
                <a16:creationId xmlns:a16="http://schemas.microsoft.com/office/drawing/2014/main" id="{86FC6D4C-54FE-09EA-5D74-C1F9EE7C1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186" y="1861130"/>
            <a:ext cx="2867994" cy="43368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0BECB6A-F03F-E813-44F8-6A6AD69F6D25}"/>
              </a:ext>
            </a:extLst>
          </p:cNvPr>
          <p:cNvSpPr txBox="1"/>
          <p:nvPr/>
        </p:nvSpPr>
        <p:spPr>
          <a:xfrm>
            <a:off x="457602" y="1865452"/>
            <a:ext cx="4534928" cy="1955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需求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用程式找出角落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個點的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x,y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座標在哪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框出影像中間框的位置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B5BCC5D-0CAA-9D93-10DA-5B1D200390BE}"/>
              </a:ext>
            </a:extLst>
          </p:cNvPr>
          <p:cNvSpPr txBox="1"/>
          <p:nvPr/>
        </p:nvSpPr>
        <p:spPr>
          <a:xfrm>
            <a:off x="0" y="1159271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這是一份手寫測試掃描檔案，我們希望透過影像處理的方式。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 descr="一張含有 文字, 圖表, 方案, 圖解 的圖片&#10;&#10;自動產生的描述">
            <a:extLst>
              <a:ext uri="{FF2B5EF4-FFF2-40B4-BE49-F238E27FC236}">
                <a16:creationId xmlns:a16="http://schemas.microsoft.com/office/drawing/2014/main" id="{5B9B2C26-AF36-C0E0-2E65-C2FD5C44D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350" y="1856511"/>
            <a:ext cx="2867994" cy="43368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箭號: 向右 8">
            <a:extLst>
              <a:ext uri="{FF2B5EF4-FFF2-40B4-BE49-F238E27FC236}">
                <a16:creationId xmlns:a16="http://schemas.microsoft.com/office/drawing/2014/main" id="{1E070D82-ED3F-2C49-CBF7-E47347A45D76}"/>
              </a:ext>
            </a:extLst>
          </p:cNvPr>
          <p:cNvSpPr/>
          <p:nvPr/>
        </p:nvSpPr>
        <p:spPr>
          <a:xfrm>
            <a:off x="8543925" y="3949700"/>
            <a:ext cx="682625" cy="33655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手繪多邊形: 圖案 9">
            <a:extLst>
              <a:ext uri="{FF2B5EF4-FFF2-40B4-BE49-F238E27FC236}">
                <a16:creationId xmlns:a16="http://schemas.microsoft.com/office/drawing/2014/main" id="{C71F1FCD-9C91-7923-728C-9A99B66B4095}"/>
              </a:ext>
            </a:extLst>
          </p:cNvPr>
          <p:cNvSpPr/>
          <p:nvPr/>
        </p:nvSpPr>
        <p:spPr>
          <a:xfrm>
            <a:off x="9696450" y="3540125"/>
            <a:ext cx="1346200" cy="1358900"/>
          </a:xfrm>
          <a:custGeom>
            <a:avLst/>
            <a:gdLst>
              <a:gd name="connsiteX0" fmla="*/ 0 w 1346200"/>
              <a:gd name="connsiteY0" fmla="*/ 22225 h 1358900"/>
              <a:gd name="connsiteX1" fmla="*/ 19050 w 1346200"/>
              <a:gd name="connsiteY1" fmla="*/ 1358900 h 1358900"/>
              <a:gd name="connsiteX2" fmla="*/ 1346200 w 1346200"/>
              <a:gd name="connsiteY2" fmla="*/ 1339850 h 1358900"/>
              <a:gd name="connsiteX3" fmla="*/ 1327150 w 1346200"/>
              <a:gd name="connsiteY3" fmla="*/ 0 h 1358900"/>
              <a:gd name="connsiteX4" fmla="*/ 0 w 1346200"/>
              <a:gd name="connsiteY4" fmla="*/ 22225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6200" h="1358900">
                <a:moveTo>
                  <a:pt x="0" y="22225"/>
                </a:moveTo>
                <a:lnTo>
                  <a:pt x="19050" y="1358900"/>
                </a:lnTo>
                <a:lnTo>
                  <a:pt x="1346200" y="1339850"/>
                </a:lnTo>
                <a:lnTo>
                  <a:pt x="1327150" y="0"/>
                </a:lnTo>
                <a:lnTo>
                  <a:pt x="0" y="22225"/>
                </a:lnTo>
                <a:close/>
              </a:path>
            </a:pathLst>
          </a:cu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F5084F3-AC9C-CBFD-8718-57046123B783}"/>
              </a:ext>
            </a:extLst>
          </p:cNvPr>
          <p:cNvSpPr/>
          <p:nvPr/>
        </p:nvSpPr>
        <p:spPr>
          <a:xfrm>
            <a:off x="9648825" y="3508375"/>
            <a:ext cx="8890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F083542D-734E-97D5-E861-885FC2231CD5}"/>
              </a:ext>
            </a:extLst>
          </p:cNvPr>
          <p:cNvSpPr/>
          <p:nvPr/>
        </p:nvSpPr>
        <p:spPr>
          <a:xfrm>
            <a:off x="9664700" y="4857750"/>
            <a:ext cx="8890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2C4B2477-E963-A2A5-623B-37E56EB0F861}"/>
              </a:ext>
            </a:extLst>
          </p:cNvPr>
          <p:cNvSpPr/>
          <p:nvPr/>
        </p:nvSpPr>
        <p:spPr>
          <a:xfrm>
            <a:off x="10979150" y="3492500"/>
            <a:ext cx="8890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46B6D6FF-3353-6AB6-03B0-6F1DD91C3848}"/>
              </a:ext>
            </a:extLst>
          </p:cNvPr>
          <p:cNvSpPr/>
          <p:nvPr/>
        </p:nvSpPr>
        <p:spPr>
          <a:xfrm>
            <a:off x="10998200" y="4835525"/>
            <a:ext cx="8890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22D2368-B69D-9B15-EA9F-8C7230D33A66}"/>
              </a:ext>
            </a:extLst>
          </p:cNvPr>
          <p:cNvSpPr txBox="1"/>
          <p:nvPr/>
        </p:nvSpPr>
        <p:spPr>
          <a:xfrm>
            <a:off x="9382125" y="3206750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C6FACD9-6374-0F39-A9F3-094346E7BE20}"/>
              </a:ext>
            </a:extLst>
          </p:cNvPr>
          <p:cNvSpPr txBox="1"/>
          <p:nvPr/>
        </p:nvSpPr>
        <p:spPr>
          <a:xfrm>
            <a:off x="10775950" y="3184525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6C18DC9-40B8-A9C8-E04A-6879E0DA0111}"/>
              </a:ext>
            </a:extLst>
          </p:cNvPr>
          <p:cNvSpPr txBox="1"/>
          <p:nvPr/>
        </p:nvSpPr>
        <p:spPr>
          <a:xfrm>
            <a:off x="9448800" y="4876800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BB6BEAD-E254-312A-076E-AB4F90D64D33}"/>
              </a:ext>
            </a:extLst>
          </p:cNvPr>
          <p:cNvSpPr txBox="1"/>
          <p:nvPr/>
        </p:nvSpPr>
        <p:spPr>
          <a:xfrm>
            <a:off x="10798175" y="4857750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B9A9C9BD-6FAC-9C3A-3140-4A42E3DD9035}"/>
              </a:ext>
            </a:extLst>
          </p:cNvPr>
          <p:cNvSpPr txBox="1"/>
          <p:nvPr/>
        </p:nvSpPr>
        <p:spPr>
          <a:xfrm>
            <a:off x="1217492" y="4283939"/>
            <a:ext cx="3771050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請自行嘗試各種前處理的方式過濾掉不需要的地方。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A043798D-4583-0AFD-B03D-96B822DFC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108" y="5543528"/>
            <a:ext cx="2762922" cy="742972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69CA0439-77E6-0F54-E440-27696E299074}"/>
              </a:ext>
            </a:extLst>
          </p:cNvPr>
          <p:cNvSpPr txBox="1"/>
          <p:nvPr/>
        </p:nvSpPr>
        <p:spPr>
          <a:xfrm>
            <a:off x="1123950" y="5257800"/>
            <a:ext cx="3958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原始影像在資料夾的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02_image.jpg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459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BCF9F-3B0B-3BD9-6A92-5BEA26150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C5F081A-667B-FFC7-8733-64A00A81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FDF99C2-8F5D-10D4-D74B-531757123A12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第三題</a:t>
            </a:r>
          </a:p>
        </p:txBody>
      </p:sp>
      <p:pic>
        <p:nvPicPr>
          <p:cNvPr id="5" name="圖片 4" descr="一張含有 黑色, 黑暗 的圖片&#10;&#10;自動產生的描述">
            <a:extLst>
              <a:ext uri="{FF2B5EF4-FFF2-40B4-BE49-F238E27FC236}">
                <a16:creationId xmlns:a16="http://schemas.microsoft.com/office/drawing/2014/main" id="{87B03873-5DDB-ACFF-65C5-E4957A2FF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716" y="2395554"/>
            <a:ext cx="5281061" cy="396079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9C624AB-5F61-3215-21E7-04A91F7B9F73}"/>
              </a:ext>
            </a:extLst>
          </p:cNvPr>
          <p:cNvSpPr txBox="1"/>
          <p:nvPr/>
        </p:nvSpPr>
        <p:spPr>
          <a:xfrm>
            <a:off x="0" y="1159271"/>
            <a:ext cx="1219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03_image.jpg 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是一個經過不同處理的髒亂影像，同學們需要自行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反處理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將影像盡可能復原到原始影像，至少要看得出來影像是甚麼。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0384CFE-0EE0-ED0B-36FF-669D553E04DA}"/>
              </a:ext>
            </a:extLst>
          </p:cNvPr>
          <p:cNvSpPr txBox="1"/>
          <p:nvPr/>
        </p:nvSpPr>
        <p:spPr>
          <a:xfrm>
            <a:off x="534399" y="2395554"/>
            <a:ext cx="616065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需求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盡可能復原影像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解講使用的反處理步驟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描述原始影像為和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原始影像中的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個字元為和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? 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F808BAB-A28E-27B4-F272-ABBA1404D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913" y="5321526"/>
            <a:ext cx="3566281" cy="75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84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E7DFF-E35C-CA40-A3C7-FDD6316F7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F742119-52AD-0888-2503-582449978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D861972-ABE1-D95D-4B64-E43B2D6F87A1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第四題</a:t>
            </a:r>
          </a:p>
        </p:txBody>
      </p:sp>
      <p:pic>
        <p:nvPicPr>
          <p:cNvPr id="5" name="圖片 4" descr="一張含有 油畫, 兒童藝術, 圖畫, 藝術 的圖片&#10;&#10;自動產生的描述">
            <a:extLst>
              <a:ext uri="{FF2B5EF4-FFF2-40B4-BE49-F238E27FC236}">
                <a16:creationId xmlns:a16="http://schemas.microsoft.com/office/drawing/2014/main" id="{4AEC686D-5A0D-EEF4-A5DF-83BA3D352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46" y="2919084"/>
            <a:ext cx="4280461" cy="285364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07FA646-20E4-E88D-C879-10BB058E43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357" t="11641" r="8146" b="36806"/>
          <a:stretch/>
        </p:blipFill>
        <p:spPr>
          <a:xfrm>
            <a:off x="8719127" y="2068944"/>
            <a:ext cx="1537402" cy="79432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E304D98-A86B-B778-E0C1-7801CC2AD9C8}"/>
              </a:ext>
            </a:extLst>
          </p:cNvPr>
          <p:cNvSpPr txBox="1"/>
          <p:nvPr/>
        </p:nvSpPr>
        <p:spPr>
          <a:xfrm>
            <a:off x="0" y="1159271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04_image.jpg 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是一個經過不同處理的髒亂影像，上面有週期性的條紋。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465BF880-E532-CDFB-44D2-A759A3CFF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1313" y="5231373"/>
            <a:ext cx="2012787" cy="532117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70206E70-5833-06C0-B4DF-C3006A14A035}"/>
              </a:ext>
            </a:extLst>
          </p:cNvPr>
          <p:cNvSpPr txBox="1"/>
          <p:nvPr/>
        </p:nvSpPr>
        <p:spPr>
          <a:xfrm>
            <a:off x="534399" y="2395554"/>
            <a:ext cx="61606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需求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消除條紋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讓影像色彩變和諧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解釋這張圖是甚麼東西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471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D224F-E11C-0CED-EA6B-0FDF5D9F4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4E6A2B4-3979-CCA4-3D71-87E784AA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956F26D-DDE0-44AE-20F1-58144F73AC58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第五題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D4E35BB-9D10-9218-9D02-0EDAF6A578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0" b="-1"/>
          <a:stretch/>
        </p:blipFill>
        <p:spPr>
          <a:xfrm>
            <a:off x="7805569" y="3047999"/>
            <a:ext cx="1993606" cy="209917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49CCF85-B9B0-6372-BC78-A3FE65B67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2943" y="3048526"/>
            <a:ext cx="2031973" cy="208689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0E0B51D-5530-D8C9-5998-C7891FAEE673}"/>
              </a:ext>
            </a:extLst>
          </p:cNvPr>
          <p:cNvSpPr txBox="1"/>
          <p:nvPr/>
        </p:nvSpPr>
        <p:spPr>
          <a:xfrm>
            <a:off x="0" y="1159271"/>
            <a:ext cx="1219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05_image.ipynb 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是一個從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cifar10 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擷取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狗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跟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卡車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5000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張，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並且透過</a:t>
            </a:r>
            <a:r>
              <a:rPr lang="en-US" altLang="zh-TW" sz="2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kmeans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分群 計算分類準確度。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DA79374-E208-613F-20E0-9C249D9CC1C5}"/>
              </a:ext>
            </a:extLst>
          </p:cNvPr>
          <p:cNvSpPr txBox="1"/>
          <p:nvPr/>
        </p:nvSpPr>
        <p:spPr>
          <a:xfrm>
            <a:off x="349669" y="2303192"/>
            <a:ext cx="742734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需求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請同學們自行修改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第二區塊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程式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不可動到第一區與第三區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u="sng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不可使用預訓練模型</a:t>
            </a:r>
            <a:endParaRPr lang="en-US" altLang="zh-TW" sz="2800" u="sng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只能將影像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前處理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使用不同的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特徵提取器</a:t>
            </a:r>
            <a:endParaRPr lang="en-US" altLang="zh-TW" sz="28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將所有特徵存入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features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，送進</a:t>
            </a:r>
            <a:r>
              <a:rPr lang="en-US" altLang="zh-TW" sz="2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kmeans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準確率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70.79%~71%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得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準確率超過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71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，每多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1%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，多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+5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Ex:73% = 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得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52772DF-AE7D-B41E-FF08-CBB1AD06C82F}"/>
              </a:ext>
            </a:extLst>
          </p:cNvPr>
          <p:cNvSpPr txBox="1"/>
          <p:nvPr/>
        </p:nvSpPr>
        <p:spPr>
          <a:xfrm>
            <a:off x="7703127" y="5352534"/>
            <a:ext cx="40455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有點難，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但我看過最高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82.82%)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38ED5CFA-1B24-133B-F050-819C99770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5100" y="2390262"/>
            <a:ext cx="2834711" cy="48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607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B9AF6-2FEC-E924-D25F-54A1ACCFB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571B108-53E9-C7C8-3A0E-E8F5E8ADA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B8F9C57-84BF-D1AC-C3CF-58210772BE30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第五題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D83BE0F-F983-FBDA-1591-E2CACF92D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552" y="1085272"/>
            <a:ext cx="9811084" cy="530295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11545CE-CCE5-D07D-DA7F-607FC550FB91}"/>
              </a:ext>
            </a:extLst>
          </p:cNvPr>
          <p:cNvSpPr/>
          <p:nvPr/>
        </p:nvSpPr>
        <p:spPr>
          <a:xfrm>
            <a:off x="1385455" y="1459346"/>
            <a:ext cx="4812145" cy="48121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EEC90E-3B5E-2191-A70D-BACA0AF3DCE4}"/>
              </a:ext>
            </a:extLst>
          </p:cNvPr>
          <p:cNvSpPr/>
          <p:nvPr/>
        </p:nvSpPr>
        <p:spPr>
          <a:xfrm>
            <a:off x="6229929" y="1463963"/>
            <a:ext cx="4724399" cy="4812145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7856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340758A-1FA2-7D58-3C5F-70D18E83F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4DA6F83-A347-BCCD-AEC4-4B7541CF8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595" y="1677354"/>
            <a:ext cx="6215998" cy="484352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31BAB2A-D885-F48B-C1DE-3DE3EF80BE42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第五題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90A9D0E-7BA5-6F52-1885-AF328CFB219F}"/>
              </a:ext>
            </a:extLst>
          </p:cNvPr>
          <p:cNvSpPr txBox="1"/>
          <p:nvPr/>
        </p:nvSpPr>
        <p:spPr>
          <a:xfrm>
            <a:off x="831274" y="1085380"/>
            <a:ext cx="110928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同學們可以透過隨機抽取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個特徵點看分佈，看圖片有沒有被分開來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508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3F841A3-3FC6-D0D3-A8DA-E6C440CE2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67D090F-4B51-46BE-4FE8-E2A95203AB02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參考工具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54628AE-C004-BEFA-6B1F-D3118F73D69A}"/>
              </a:ext>
            </a:extLst>
          </p:cNvPr>
          <p:cNvSpPr txBox="1"/>
          <p:nvPr/>
        </p:nvSpPr>
        <p:spPr>
          <a:xfrm>
            <a:off x="308552" y="17298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2"/>
              </a:rPr>
              <a:t>https://www.youtube.com/watch?v=8CMTqpZoec8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EDF188B-552F-3F90-545A-3C7009160DD4}"/>
              </a:ext>
            </a:extLst>
          </p:cNvPr>
          <p:cNvSpPr txBox="1"/>
          <p:nvPr/>
        </p:nvSpPr>
        <p:spPr>
          <a:xfrm>
            <a:off x="279977" y="13202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 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Hough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Circles 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 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Python OpenCV 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圓檢測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A3B977-E9C1-025D-92C8-202A34F1B417}"/>
              </a:ext>
            </a:extLst>
          </p:cNvPr>
          <p:cNvSpPr txBox="1"/>
          <p:nvPr/>
        </p:nvSpPr>
        <p:spPr>
          <a:xfrm>
            <a:off x="319232" y="30108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3"/>
              </a:rPr>
              <a:t>https://www.youtube.com/watch?v=Yb0pvwsi_no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3D7752F-6384-4740-CC00-850AEADAC876}"/>
              </a:ext>
            </a:extLst>
          </p:cNvPr>
          <p:cNvSpPr txBox="1"/>
          <p:nvPr/>
        </p:nvSpPr>
        <p:spPr>
          <a:xfrm>
            <a:off x="290657" y="26012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 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Hough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ine 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 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Python OpenCV 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線條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520E7DB-5AED-F9DB-AB0F-D4BCDF00B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814" y="1156987"/>
            <a:ext cx="1633964" cy="115473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95840B52-2972-BAFB-6215-3E46A9E06D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6178" y="2473242"/>
            <a:ext cx="1824429" cy="1260684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92DD2808-256B-EFEE-94AD-3883B40BDACA}"/>
              </a:ext>
            </a:extLst>
          </p:cNvPr>
          <p:cNvSpPr txBox="1"/>
          <p:nvPr/>
        </p:nvSpPr>
        <p:spPr>
          <a:xfrm>
            <a:off x="8043034" y="3531175"/>
            <a:ext cx="3890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同學可以根據關鍵字進行搜尋或與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ChatGPT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進行討論，找出解決辦法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C9AB715-2A5E-1504-C5CC-38033640FE3F}"/>
              </a:ext>
            </a:extLst>
          </p:cNvPr>
          <p:cNvSpPr txBox="1"/>
          <p:nvPr/>
        </p:nvSpPr>
        <p:spPr>
          <a:xfrm>
            <a:off x="323273" y="43181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6"/>
              </a:rPr>
              <a:t>https://blog.ampedsoftware.com/2023/10/03/remove-periodic-noise-from-an-image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93E2AF2-42DE-F8CC-BDF9-D7BC686B503B}"/>
              </a:ext>
            </a:extLst>
          </p:cNvPr>
          <p:cNvSpPr txBox="1"/>
          <p:nvPr/>
        </p:nvSpPr>
        <p:spPr>
          <a:xfrm>
            <a:off x="341745" y="39578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從圖像中去除週期性雜色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B42CB2D1-B5BD-AC22-EDD3-37474FB608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3636" y="4073504"/>
            <a:ext cx="1780561" cy="892468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70E461F2-9181-81C3-DEF7-3D3255A126EC}"/>
              </a:ext>
            </a:extLst>
          </p:cNvPr>
          <p:cNvSpPr txBox="1"/>
          <p:nvPr/>
        </p:nvSpPr>
        <p:spPr>
          <a:xfrm>
            <a:off x="360218" y="6017551"/>
            <a:ext cx="5015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8"/>
              </a:rPr>
              <a:t>https://www.youtube.com/watch?v=rc7jTDLifUA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D714FE0-E6D1-8DAA-3960-2F7E69F2BF24}"/>
              </a:ext>
            </a:extLst>
          </p:cNvPr>
          <p:cNvSpPr txBox="1"/>
          <p:nvPr/>
        </p:nvSpPr>
        <p:spPr>
          <a:xfrm>
            <a:off x="346364" y="5671189"/>
            <a:ext cx="3459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HOG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特徵擷取進行人形識別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EA6AF146-49D5-4F1C-2039-74855D7062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4400" y="5397866"/>
            <a:ext cx="1651016" cy="112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664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EAC00B1-F22F-B9B2-FD88-D05B8289B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2627AB0-5BFC-62FB-D165-ADFBE1034B57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報告順序與時間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8896560-F68B-E880-EE6F-F0355FC8B626}"/>
              </a:ext>
            </a:extLst>
          </p:cNvPr>
          <p:cNvSpPr txBox="1"/>
          <p:nvPr/>
        </p:nvSpPr>
        <p:spPr>
          <a:xfrm>
            <a:off x="685800" y="3885668"/>
            <a:ext cx="83118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週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12/17 (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期末報告成績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+2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週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12/24 (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期末報告成績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+1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週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12/31 (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不額外加分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8E39F3A-2272-3C4A-C002-9A6D2223BB1E}"/>
              </a:ext>
            </a:extLst>
          </p:cNvPr>
          <p:cNvSpPr txBox="1"/>
          <p:nvPr/>
        </p:nvSpPr>
        <p:spPr>
          <a:xfrm>
            <a:off x="685800" y="1593389"/>
            <a:ext cx="839845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TW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1~5</a:t>
            </a:r>
            <a:r>
              <a:rPr lang="zh-TW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一組，同學盡快給我你們組名單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先講先報，之後按照座號順序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當天無人優先報告，就按照座號報告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143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2814</TotalTime>
  <Words>772</Words>
  <Application>Microsoft Office PowerPoint</Application>
  <PresentationFormat>寬螢幕</PresentationFormat>
  <Paragraphs>100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標楷體</vt:lpstr>
      <vt:lpstr>Aptos</vt:lpstr>
      <vt:lpstr>Aptos Display</vt:lpstr>
      <vt:lpstr>Arial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蕭兆翔</dc:creator>
  <cp:lastModifiedBy>蕭兆翔</cp:lastModifiedBy>
  <cp:revision>51</cp:revision>
  <dcterms:created xsi:type="dcterms:W3CDTF">2024-09-17T11:26:55Z</dcterms:created>
  <dcterms:modified xsi:type="dcterms:W3CDTF">2025-10-22T04:40:01Z</dcterms:modified>
</cp:coreProperties>
</file>