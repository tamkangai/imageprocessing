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91" r:id="rId3"/>
    <p:sldId id="494" r:id="rId4"/>
    <p:sldId id="492" r:id="rId5"/>
    <p:sldId id="495" r:id="rId6"/>
    <p:sldId id="496" r:id="rId7"/>
    <p:sldId id="497" r:id="rId8"/>
    <p:sldId id="498" r:id="rId9"/>
    <p:sldId id="524" r:id="rId10"/>
    <p:sldId id="525" r:id="rId11"/>
    <p:sldId id="526" r:id="rId12"/>
    <p:sldId id="499" r:id="rId13"/>
    <p:sldId id="500" r:id="rId14"/>
    <p:sldId id="501" r:id="rId15"/>
    <p:sldId id="502" r:id="rId16"/>
    <p:sldId id="504" r:id="rId17"/>
    <p:sldId id="505" r:id="rId18"/>
    <p:sldId id="506" r:id="rId19"/>
    <p:sldId id="508" r:id="rId20"/>
    <p:sldId id="507" r:id="rId21"/>
    <p:sldId id="509" r:id="rId22"/>
    <p:sldId id="510" r:id="rId23"/>
    <p:sldId id="511" r:id="rId24"/>
    <p:sldId id="512" r:id="rId25"/>
    <p:sldId id="513" r:id="rId26"/>
    <p:sldId id="514" r:id="rId27"/>
    <p:sldId id="517" r:id="rId28"/>
    <p:sldId id="518" r:id="rId29"/>
    <p:sldId id="515" r:id="rId30"/>
    <p:sldId id="516" r:id="rId31"/>
    <p:sldId id="519" r:id="rId32"/>
    <p:sldId id="520" r:id="rId33"/>
    <p:sldId id="521" r:id="rId34"/>
    <p:sldId id="523" r:id="rId35"/>
    <p:sldId id="522" r:id="rId36"/>
    <p:sldId id="257" r:id="rId37"/>
    <p:sldId id="285" r:id="rId38"/>
    <p:sldId id="258" r:id="rId39"/>
    <p:sldId id="259" r:id="rId40"/>
    <p:sldId id="265" r:id="rId41"/>
    <p:sldId id="267" r:id="rId42"/>
    <p:sldId id="268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60" r:id="rId52"/>
    <p:sldId id="261" r:id="rId5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8E9CC"/>
    <a:srgbClr val="FFE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D3643A-A618-44BF-AD21-03AEDA2759E8}" v="325" dt="2025-09-23T16:37:56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6F9FAB1B-BF87-4C86-8CBB-A04DB701A215}"/>
    <pc:docChg chg="undo custSel addSld delSld modSld sldOrd">
      <pc:chgData name="蕭兆翔" userId="c09afb0b-60c9-45d8-81f2-4d7aa859f4bf" providerId="ADAL" clId="{6F9FAB1B-BF87-4C86-8CBB-A04DB701A215}" dt="2025-09-23T16:34:17.014" v="2607" actId="208"/>
      <pc:docMkLst>
        <pc:docMk/>
      </pc:docMkLst>
      <pc:sldChg chg="addSp modSp mod">
        <pc:chgData name="蕭兆翔" userId="c09afb0b-60c9-45d8-81f2-4d7aa859f4bf" providerId="ADAL" clId="{6F9FAB1B-BF87-4C86-8CBB-A04DB701A215}" dt="2025-09-23T14:57:44.878" v="1364" actId="1076"/>
        <pc:sldMkLst>
          <pc:docMk/>
          <pc:sldMk cId="1343009528" sldId="256"/>
        </pc:sldMkLst>
        <pc:spChg chg="add mod">
          <ac:chgData name="蕭兆翔" userId="c09afb0b-60c9-45d8-81f2-4d7aa859f4bf" providerId="ADAL" clId="{6F9FAB1B-BF87-4C86-8CBB-A04DB701A215}" dt="2025-09-23T14:57:42.090" v="1363" actId="122"/>
          <ac:spMkLst>
            <pc:docMk/>
            <pc:sldMk cId="1343009528" sldId="256"/>
            <ac:spMk id="2" creationId="{3A412FB3-78D7-DDC2-D860-4FEC90830F6E}"/>
          </ac:spMkLst>
        </pc:spChg>
        <pc:spChg chg="mod">
          <ac:chgData name="蕭兆翔" userId="c09afb0b-60c9-45d8-81f2-4d7aa859f4bf" providerId="ADAL" clId="{6F9FAB1B-BF87-4C86-8CBB-A04DB701A215}" dt="2025-09-23T14:57:44.878" v="1364" actId="1076"/>
          <ac:spMkLst>
            <pc:docMk/>
            <pc:sldMk cId="1343009528" sldId="256"/>
            <ac:spMk id="5" creationId="{F5AE22FC-AF5D-80D6-CC9F-1199F201F39A}"/>
          </ac:spMkLst>
        </pc:spChg>
        <pc:spChg chg="mod">
          <ac:chgData name="蕭兆翔" userId="c09afb0b-60c9-45d8-81f2-4d7aa859f4bf" providerId="ADAL" clId="{6F9FAB1B-BF87-4C86-8CBB-A04DB701A215}" dt="2025-09-23T14:57:25.668" v="1322" actId="1076"/>
          <ac:spMkLst>
            <pc:docMk/>
            <pc:sldMk cId="1343009528" sldId="256"/>
            <ac:spMk id="9" creationId="{B49B9DE3-2C0C-4512-514F-D92557F4E5E7}"/>
          </ac:spMkLst>
        </pc:spChg>
      </pc:sldChg>
      <pc:sldChg chg="add del">
        <pc:chgData name="蕭兆翔" userId="c09afb0b-60c9-45d8-81f2-4d7aa859f4bf" providerId="ADAL" clId="{6F9FAB1B-BF87-4C86-8CBB-A04DB701A215}" dt="2025-09-23T06:12:37.183" v="1" actId="47"/>
        <pc:sldMkLst>
          <pc:docMk/>
          <pc:sldMk cId="0" sldId="490"/>
        </pc:sldMkLst>
      </pc:sldChg>
      <pc:sldChg chg="addSp delSp modSp add mod">
        <pc:chgData name="蕭兆翔" userId="c09afb0b-60c9-45d8-81f2-4d7aa859f4bf" providerId="ADAL" clId="{6F9FAB1B-BF87-4C86-8CBB-A04DB701A215}" dt="2025-09-23T06:27:59.106" v="112" actId="1076"/>
        <pc:sldMkLst>
          <pc:docMk/>
          <pc:sldMk cId="1591565911" sldId="491"/>
        </pc:sldMkLst>
        <pc:spChg chg="mod">
          <ac:chgData name="蕭兆翔" userId="c09afb0b-60c9-45d8-81f2-4d7aa859f4bf" providerId="ADAL" clId="{6F9FAB1B-BF87-4C86-8CBB-A04DB701A215}" dt="2025-09-23T06:13:15.633" v="15" actId="1076"/>
          <ac:spMkLst>
            <pc:docMk/>
            <pc:sldMk cId="1591565911" sldId="491"/>
            <ac:spMk id="2" creationId="{2A268A8B-B06C-4051-B1A4-AAD3584C582C}"/>
          </ac:spMkLst>
        </pc:spChg>
        <pc:spChg chg="mod">
          <ac:chgData name="蕭兆翔" userId="c09afb0b-60c9-45d8-81f2-4d7aa859f4bf" providerId="ADAL" clId="{6F9FAB1B-BF87-4C86-8CBB-A04DB701A215}" dt="2025-09-23T06:27:54.518" v="109" actId="1076"/>
          <ac:spMkLst>
            <pc:docMk/>
            <pc:sldMk cId="1591565911" sldId="491"/>
            <ac:spMk id="4" creationId="{B97C816A-00F9-4E7D-9D46-AF71A1F35B89}"/>
          </ac:spMkLst>
        </pc:spChg>
        <pc:spChg chg="add">
          <ac:chgData name="蕭兆翔" userId="c09afb0b-60c9-45d8-81f2-4d7aa859f4bf" providerId="ADAL" clId="{6F9FAB1B-BF87-4C86-8CBB-A04DB701A215}" dt="2025-09-23T06:27:44.183" v="106"/>
          <ac:spMkLst>
            <pc:docMk/>
            <pc:sldMk cId="1591565911" sldId="491"/>
            <ac:spMk id="5" creationId="{90160BC1-8081-251A-3FDF-6C9F5575695F}"/>
          </ac:spMkLst>
        </pc:spChg>
        <pc:picChg chg="add mod">
          <ac:chgData name="蕭兆翔" userId="c09afb0b-60c9-45d8-81f2-4d7aa859f4bf" providerId="ADAL" clId="{6F9FAB1B-BF87-4C86-8CBB-A04DB701A215}" dt="2025-09-23T06:27:56.998" v="110" actId="1076"/>
          <ac:picMkLst>
            <pc:docMk/>
            <pc:sldMk cId="1591565911" sldId="491"/>
            <ac:picMk id="6" creationId="{AC32D59F-6C48-9DFC-4155-6AE04F2506D3}"/>
          </ac:picMkLst>
        </pc:picChg>
        <pc:picChg chg="mod">
          <ac:chgData name="蕭兆翔" userId="c09afb0b-60c9-45d8-81f2-4d7aa859f4bf" providerId="ADAL" clId="{6F9FAB1B-BF87-4C86-8CBB-A04DB701A215}" dt="2025-09-23T06:27:59.106" v="112" actId="1076"/>
          <ac:picMkLst>
            <pc:docMk/>
            <pc:sldMk cId="1591565911" sldId="491"/>
            <ac:picMk id="1026" creationId="{8D120488-4963-4C22-8CCF-7430439EECF5}"/>
          </ac:picMkLst>
        </pc:picChg>
        <pc:picChg chg="add del mod">
          <ac:chgData name="蕭兆翔" userId="c09afb0b-60c9-45d8-81f2-4d7aa859f4bf" providerId="ADAL" clId="{6F9FAB1B-BF87-4C86-8CBB-A04DB701A215}" dt="2025-09-23T06:27:58.082" v="111" actId="1076"/>
          <ac:picMkLst>
            <pc:docMk/>
            <pc:sldMk cId="1591565911" sldId="491"/>
            <ac:picMk id="1032" creationId="{8A4B575D-D37D-428A-B4D3-657115C7382D}"/>
          </ac:picMkLst>
        </pc:picChg>
        <pc:picChg chg="del mod">
          <ac:chgData name="蕭兆翔" userId="c09afb0b-60c9-45d8-81f2-4d7aa859f4bf" providerId="ADAL" clId="{6F9FAB1B-BF87-4C86-8CBB-A04DB701A215}" dt="2025-09-23T06:27:20.745" v="91" actId="478"/>
          <ac:picMkLst>
            <pc:docMk/>
            <pc:sldMk cId="1591565911" sldId="491"/>
            <ac:picMk id="1034" creationId="{E2F1ECBC-767F-4DAE-AFE5-71211CEFD834}"/>
          </ac:picMkLst>
        </pc:picChg>
      </pc:sldChg>
      <pc:sldChg chg="addSp delSp modSp add mod">
        <pc:chgData name="蕭兆翔" userId="c09afb0b-60c9-45d8-81f2-4d7aa859f4bf" providerId="ADAL" clId="{6F9FAB1B-BF87-4C86-8CBB-A04DB701A215}" dt="2025-09-23T07:11:58.483" v="457" actId="1076"/>
        <pc:sldMkLst>
          <pc:docMk/>
          <pc:sldMk cId="1204635191" sldId="492"/>
        </pc:sldMkLst>
        <pc:spChg chg="mod">
          <ac:chgData name="蕭兆翔" userId="c09afb0b-60c9-45d8-81f2-4d7aa859f4bf" providerId="ADAL" clId="{6F9FAB1B-BF87-4C86-8CBB-A04DB701A215}" dt="2025-09-23T07:06:09.019" v="257" actId="20577"/>
          <ac:spMkLst>
            <pc:docMk/>
            <pc:sldMk cId="1204635191" sldId="492"/>
            <ac:spMk id="3" creationId="{96669BEE-D73C-4793-AC37-44B6750D0B34}"/>
          </ac:spMkLst>
        </pc:spChg>
        <pc:spChg chg="add">
          <ac:chgData name="蕭兆翔" userId="c09afb0b-60c9-45d8-81f2-4d7aa859f4bf" providerId="ADAL" clId="{6F9FAB1B-BF87-4C86-8CBB-A04DB701A215}" dt="2025-09-23T07:05:38.254" v="197"/>
          <ac:spMkLst>
            <pc:docMk/>
            <pc:sldMk cId="1204635191" sldId="492"/>
            <ac:spMk id="4" creationId="{8D9AC18A-A2FE-E319-000B-B7D27C882C89}"/>
          </ac:spMkLst>
        </pc:spChg>
        <pc:spChg chg="add mod">
          <ac:chgData name="蕭兆翔" userId="c09afb0b-60c9-45d8-81f2-4d7aa859f4bf" providerId="ADAL" clId="{6F9FAB1B-BF87-4C86-8CBB-A04DB701A215}" dt="2025-09-23T07:08:19.662" v="270" actId="208"/>
          <ac:spMkLst>
            <pc:docMk/>
            <pc:sldMk cId="1204635191" sldId="492"/>
            <ac:spMk id="7" creationId="{D7F68CE1-3E72-2EF1-2C58-620885B52A3A}"/>
          </ac:spMkLst>
        </pc:spChg>
        <pc:spChg chg="add mod">
          <ac:chgData name="蕭兆翔" userId="c09afb0b-60c9-45d8-81f2-4d7aa859f4bf" providerId="ADAL" clId="{6F9FAB1B-BF87-4C86-8CBB-A04DB701A215}" dt="2025-09-23T07:08:39.334" v="274" actId="1076"/>
          <ac:spMkLst>
            <pc:docMk/>
            <pc:sldMk cId="1204635191" sldId="492"/>
            <ac:spMk id="8" creationId="{4C7FEF1E-B544-4D36-8395-4367435EFB03}"/>
          </ac:spMkLst>
        </pc:spChg>
        <pc:spChg chg="add mod">
          <ac:chgData name="蕭兆翔" userId="c09afb0b-60c9-45d8-81f2-4d7aa859f4bf" providerId="ADAL" clId="{6F9FAB1B-BF87-4C86-8CBB-A04DB701A215}" dt="2025-09-23T07:09:02.031" v="309" actId="1076"/>
          <ac:spMkLst>
            <pc:docMk/>
            <pc:sldMk cId="1204635191" sldId="492"/>
            <ac:spMk id="9" creationId="{E60DE270-65D2-3225-FBC0-74E54A46FC30}"/>
          </ac:spMkLst>
        </pc:spChg>
        <pc:spChg chg="add mod">
          <ac:chgData name="蕭兆翔" userId="c09afb0b-60c9-45d8-81f2-4d7aa859f4bf" providerId="ADAL" clId="{6F9FAB1B-BF87-4C86-8CBB-A04DB701A215}" dt="2025-09-23T07:10:51.017" v="436" actId="1076"/>
          <ac:spMkLst>
            <pc:docMk/>
            <pc:sldMk cId="1204635191" sldId="492"/>
            <ac:spMk id="10" creationId="{02546EAD-486F-8567-98F6-DEDC6D6A36AC}"/>
          </ac:spMkLst>
        </pc:spChg>
        <pc:spChg chg="add mod">
          <ac:chgData name="蕭兆翔" userId="c09afb0b-60c9-45d8-81f2-4d7aa859f4bf" providerId="ADAL" clId="{6F9FAB1B-BF87-4C86-8CBB-A04DB701A215}" dt="2025-09-23T07:11:58.483" v="457" actId="1076"/>
          <ac:spMkLst>
            <pc:docMk/>
            <pc:sldMk cId="1204635191" sldId="492"/>
            <ac:spMk id="11" creationId="{9A478DB4-44B5-C3B0-58A8-6068B83166DE}"/>
          </ac:spMkLst>
        </pc:spChg>
        <pc:spChg chg="add mod">
          <ac:chgData name="蕭兆翔" userId="c09afb0b-60c9-45d8-81f2-4d7aa859f4bf" providerId="ADAL" clId="{6F9FAB1B-BF87-4C86-8CBB-A04DB701A215}" dt="2025-09-23T07:11:53.126" v="455" actId="1035"/>
          <ac:spMkLst>
            <pc:docMk/>
            <pc:sldMk cId="1204635191" sldId="492"/>
            <ac:spMk id="12" creationId="{6FFD3B2B-6056-7CD5-1E31-3910E25B9B93}"/>
          </ac:spMkLst>
        </pc:spChg>
        <pc:picChg chg="add mod">
          <ac:chgData name="蕭兆翔" userId="c09afb0b-60c9-45d8-81f2-4d7aa859f4bf" providerId="ADAL" clId="{6F9FAB1B-BF87-4C86-8CBB-A04DB701A215}" dt="2025-09-23T07:07:57.806" v="261" actId="1076"/>
          <ac:picMkLst>
            <pc:docMk/>
            <pc:sldMk cId="1204635191" sldId="492"/>
            <ac:picMk id="5" creationId="{97FE6319-6D33-706A-50FD-DF3749F278D3}"/>
          </ac:picMkLst>
        </pc:picChg>
        <pc:picChg chg="add mod">
          <ac:chgData name="蕭兆翔" userId="c09afb0b-60c9-45d8-81f2-4d7aa859f4bf" providerId="ADAL" clId="{6F9FAB1B-BF87-4C86-8CBB-A04DB701A215}" dt="2025-09-23T07:10:51.017" v="436" actId="1076"/>
          <ac:picMkLst>
            <pc:docMk/>
            <pc:sldMk cId="1204635191" sldId="492"/>
            <ac:picMk id="6" creationId="{6D083389-F00B-BC1C-5B97-9AE05D64789C}"/>
          </ac:picMkLst>
        </pc:picChg>
        <pc:picChg chg="del">
          <ac:chgData name="蕭兆翔" userId="c09afb0b-60c9-45d8-81f2-4d7aa859f4bf" providerId="ADAL" clId="{6F9FAB1B-BF87-4C86-8CBB-A04DB701A215}" dt="2025-09-23T07:05:37.794" v="196" actId="478"/>
          <ac:picMkLst>
            <pc:docMk/>
            <pc:sldMk cId="1204635191" sldId="492"/>
            <ac:picMk id="3076" creationId="{996C2595-6E7C-4C37-9268-1757E511AB7D}"/>
          </ac:picMkLst>
        </pc:picChg>
        <pc:picChg chg="add mod">
          <ac:chgData name="蕭兆翔" userId="c09afb0b-60c9-45d8-81f2-4d7aa859f4bf" providerId="ADAL" clId="{6F9FAB1B-BF87-4C86-8CBB-A04DB701A215}" dt="2025-09-23T07:11:56.550" v="456" actId="1076"/>
          <ac:picMkLst>
            <pc:docMk/>
            <pc:sldMk cId="1204635191" sldId="492"/>
            <ac:picMk id="3078" creationId="{2A8953BC-1B61-D176-2442-CF171878F476}"/>
          </ac:picMkLst>
        </pc:picChg>
      </pc:sldChg>
      <pc:sldChg chg="addSp delSp modSp add mod">
        <pc:chgData name="蕭兆翔" userId="c09afb0b-60c9-45d8-81f2-4d7aa859f4bf" providerId="ADAL" clId="{6F9FAB1B-BF87-4C86-8CBB-A04DB701A215}" dt="2025-09-23T07:05:27.733" v="195" actId="1076"/>
        <pc:sldMkLst>
          <pc:docMk/>
          <pc:sldMk cId="3234915069" sldId="494"/>
        </pc:sldMkLst>
        <pc:spChg chg="del mod">
          <ac:chgData name="蕭兆翔" userId="c09afb0b-60c9-45d8-81f2-4d7aa859f4bf" providerId="ADAL" clId="{6F9FAB1B-BF87-4C86-8CBB-A04DB701A215}" dt="2025-09-23T06:15:49.031" v="72" actId="478"/>
          <ac:spMkLst>
            <pc:docMk/>
            <pc:sldMk cId="3234915069" sldId="494"/>
            <ac:spMk id="3" creationId="{8FF5D27F-4761-4951-A465-4969D393C5E4}"/>
          </ac:spMkLst>
        </pc:spChg>
        <pc:spChg chg="mod">
          <ac:chgData name="蕭兆翔" userId="c09afb0b-60c9-45d8-81f2-4d7aa859f4bf" providerId="ADAL" clId="{6F9FAB1B-BF87-4C86-8CBB-A04DB701A215}" dt="2025-09-23T07:05:19.911" v="193" actId="1076"/>
          <ac:spMkLst>
            <pc:docMk/>
            <pc:sldMk cId="3234915069" sldId="494"/>
            <ac:spMk id="7" creationId="{BA47173E-C487-41A8-B3FC-360052DA7AFD}"/>
          </ac:spMkLst>
        </pc:spChg>
        <pc:spChg chg="add mod">
          <ac:chgData name="蕭兆翔" userId="c09afb0b-60c9-45d8-81f2-4d7aa859f4bf" providerId="ADAL" clId="{6F9FAB1B-BF87-4C86-8CBB-A04DB701A215}" dt="2025-09-23T06:31:35.979" v="117" actId="20577"/>
          <ac:spMkLst>
            <pc:docMk/>
            <pc:sldMk cId="3234915069" sldId="494"/>
            <ac:spMk id="11" creationId="{7116C999-C09E-3712-63C3-3A4523BF517F}"/>
          </ac:spMkLst>
        </pc:spChg>
        <pc:grpChg chg="add mod">
          <ac:chgData name="蕭兆翔" userId="c09afb0b-60c9-45d8-81f2-4d7aa859f4bf" providerId="ADAL" clId="{6F9FAB1B-BF87-4C86-8CBB-A04DB701A215}" dt="2025-09-23T07:05:26.110" v="194" actId="14861"/>
          <ac:grpSpMkLst>
            <pc:docMk/>
            <pc:sldMk cId="3234915069" sldId="494"/>
            <ac:grpSpMk id="12" creationId="{A2EA087A-6E51-9BFC-B230-5A181EB39A8A}"/>
          </ac:grpSpMkLst>
        </pc:grpChg>
        <pc:picChg chg="mod">
          <ac:chgData name="蕭兆翔" userId="c09afb0b-60c9-45d8-81f2-4d7aa859f4bf" providerId="ADAL" clId="{6F9FAB1B-BF87-4C86-8CBB-A04DB701A215}" dt="2025-09-23T07:03:32.874" v="176" actId="1076"/>
          <ac:picMkLst>
            <pc:docMk/>
            <pc:sldMk cId="3234915069" sldId="494"/>
            <ac:picMk id="4" creationId="{9BCEDC2E-E50F-4FA0-9AE3-5D110F865FF6}"/>
          </ac:picMkLst>
        </pc:picChg>
        <pc:picChg chg="mod">
          <ac:chgData name="蕭兆翔" userId="c09afb0b-60c9-45d8-81f2-4d7aa859f4bf" providerId="ADAL" clId="{6F9FAB1B-BF87-4C86-8CBB-A04DB701A215}" dt="2025-09-23T07:03:32.874" v="176" actId="1076"/>
          <ac:picMkLst>
            <pc:docMk/>
            <pc:sldMk cId="3234915069" sldId="494"/>
            <ac:picMk id="5" creationId="{A3D75291-40E6-4F83-95E9-88DEB3FACF25}"/>
          </ac:picMkLst>
        </pc:picChg>
        <pc:picChg chg="mod">
          <ac:chgData name="蕭兆翔" userId="c09afb0b-60c9-45d8-81f2-4d7aa859f4bf" providerId="ADAL" clId="{6F9FAB1B-BF87-4C86-8CBB-A04DB701A215}" dt="2025-09-23T07:05:19.911" v="193" actId="1076"/>
          <ac:picMkLst>
            <pc:docMk/>
            <pc:sldMk cId="3234915069" sldId="494"/>
            <ac:picMk id="6" creationId="{BA73620F-5FE5-4A78-97A2-077A8B9DD8B5}"/>
          </ac:picMkLst>
        </pc:picChg>
        <pc:picChg chg="del mod">
          <ac:chgData name="蕭兆翔" userId="c09afb0b-60c9-45d8-81f2-4d7aa859f4bf" providerId="ADAL" clId="{6F9FAB1B-BF87-4C86-8CBB-A04DB701A215}" dt="2025-09-23T07:04:24.120" v="188" actId="478"/>
          <ac:picMkLst>
            <pc:docMk/>
            <pc:sldMk cId="3234915069" sldId="494"/>
            <ac:picMk id="8" creationId="{D010EA36-4C15-4A99-A35E-818F3C3493D0}"/>
          </ac:picMkLst>
        </pc:picChg>
        <pc:picChg chg="mod">
          <ac:chgData name="蕭兆翔" userId="c09afb0b-60c9-45d8-81f2-4d7aa859f4bf" providerId="ADAL" clId="{6F9FAB1B-BF87-4C86-8CBB-A04DB701A215}" dt="2025-09-23T07:05:27.733" v="195" actId="1076"/>
          <ac:picMkLst>
            <pc:docMk/>
            <pc:sldMk cId="3234915069" sldId="494"/>
            <ac:picMk id="9" creationId="{B03C0F06-29AB-4398-B7A4-57074F420C1D}"/>
          </ac:picMkLst>
        </pc:picChg>
        <pc:picChg chg="mod">
          <ac:chgData name="蕭兆翔" userId="c09afb0b-60c9-45d8-81f2-4d7aa859f4bf" providerId="ADAL" clId="{6F9FAB1B-BF87-4C86-8CBB-A04DB701A215}" dt="2025-09-23T07:03:32.874" v="176" actId="1076"/>
          <ac:picMkLst>
            <pc:docMk/>
            <pc:sldMk cId="3234915069" sldId="494"/>
            <ac:picMk id="10" creationId="{C134F8F5-B7F6-45BA-9DEC-5FEBE8C8AF48}"/>
          </ac:picMkLst>
        </pc:picChg>
        <pc:picChg chg="add mod">
          <ac:chgData name="蕭兆翔" userId="c09afb0b-60c9-45d8-81f2-4d7aa859f4bf" providerId="ADAL" clId="{6F9FAB1B-BF87-4C86-8CBB-A04DB701A215}" dt="2025-09-23T07:03:32.874" v="176" actId="1076"/>
          <ac:picMkLst>
            <pc:docMk/>
            <pc:sldMk cId="3234915069" sldId="494"/>
            <ac:picMk id="13" creationId="{1D223097-6577-B7BA-7E2D-F02B9BF6BA89}"/>
          </ac:picMkLst>
        </pc:picChg>
        <pc:picChg chg="add mod">
          <ac:chgData name="蕭兆翔" userId="c09afb0b-60c9-45d8-81f2-4d7aa859f4bf" providerId="ADAL" clId="{6F9FAB1B-BF87-4C86-8CBB-A04DB701A215}" dt="2025-09-23T07:03:32.874" v="176" actId="1076"/>
          <ac:picMkLst>
            <pc:docMk/>
            <pc:sldMk cId="3234915069" sldId="494"/>
            <ac:picMk id="14" creationId="{FD090C09-8BDD-37C0-0EDA-FB17459E28B0}"/>
          </ac:picMkLst>
        </pc:picChg>
        <pc:picChg chg="add mod">
          <ac:chgData name="蕭兆翔" userId="c09afb0b-60c9-45d8-81f2-4d7aa859f4bf" providerId="ADAL" clId="{6F9FAB1B-BF87-4C86-8CBB-A04DB701A215}" dt="2025-09-23T07:03:32.874" v="176" actId="1076"/>
          <ac:picMkLst>
            <pc:docMk/>
            <pc:sldMk cId="3234915069" sldId="494"/>
            <ac:picMk id="15" creationId="{C5A50EC3-B5D4-BFD7-E591-57BF0C37A1E5}"/>
          </ac:picMkLst>
        </pc:picChg>
        <pc:picChg chg="add mod">
          <ac:chgData name="蕭兆翔" userId="c09afb0b-60c9-45d8-81f2-4d7aa859f4bf" providerId="ADAL" clId="{6F9FAB1B-BF87-4C86-8CBB-A04DB701A215}" dt="2025-09-23T07:04:28.933" v="191" actId="1076"/>
          <ac:picMkLst>
            <pc:docMk/>
            <pc:sldMk cId="3234915069" sldId="494"/>
            <ac:picMk id="2050" creationId="{7DCF5B0A-1EB4-C4F9-AB9E-030C0B8170F9}"/>
          </ac:picMkLst>
        </pc:picChg>
      </pc:sldChg>
      <pc:sldChg chg="addSp delSp modSp add mod">
        <pc:chgData name="蕭兆翔" userId="c09afb0b-60c9-45d8-81f2-4d7aa859f4bf" providerId="ADAL" clId="{6F9FAB1B-BF87-4C86-8CBB-A04DB701A215}" dt="2025-09-23T07:31:37.287" v="500" actId="1076"/>
        <pc:sldMkLst>
          <pc:docMk/>
          <pc:sldMk cId="2339263424" sldId="495"/>
        </pc:sldMkLst>
        <pc:spChg chg="mod">
          <ac:chgData name="蕭兆翔" userId="c09afb0b-60c9-45d8-81f2-4d7aa859f4bf" providerId="ADAL" clId="{6F9FAB1B-BF87-4C86-8CBB-A04DB701A215}" dt="2025-09-23T07:31:37.287" v="500" actId="1076"/>
          <ac:spMkLst>
            <pc:docMk/>
            <pc:sldMk cId="2339263424" sldId="495"/>
            <ac:spMk id="4" creationId="{5420FC33-5696-47FF-BD77-00BFB967D693}"/>
          </ac:spMkLst>
        </pc:spChg>
        <pc:spChg chg="mod">
          <ac:chgData name="蕭兆翔" userId="c09afb0b-60c9-45d8-81f2-4d7aa859f4bf" providerId="ADAL" clId="{6F9FAB1B-BF87-4C86-8CBB-A04DB701A215}" dt="2025-09-23T07:31:37.287" v="500" actId="1076"/>
          <ac:spMkLst>
            <pc:docMk/>
            <pc:sldMk cId="2339263424" sldId="495"/>
            <ac:spMk id="5" creationId="{3BB9DE84-0787-4019-92B7-EBF86D71C011}"/>
          </ac:spMkLst>
        </pc:spChg>
        <pc:spChg chg="mod">
          <ac:chgData name="蕭兆翔" userId="c09afb0b-60c9-45d8-81f2-4d7aa859f4bf" providerId="ADAL" clId="{6F9FAB1B-BF87-4C86-8CBB-A04DB701A215}" dt="2025-09-23T07:31:22.915" v="496" actId="1076"/>
          <ac:spMkLst>
            <pc:docMk/>
            <pc:sldMk cId="2339263424" sldId="495"/>
            <ac:spMk id="8" creationId="{E8DC8189-7681-4A76-9A13-93BEF600AE92}"/>
          </ac:spMkLst>
        </pc:spChg>
        <pc:spChg chg="mod">
          <ac:chgData name="蕭兆翔" userId="c09afb0b-60c9-45d8-81f2-4d7aa859f4bf" providerId="ADAL" clId="{6F9FAB1B-BF87-4C86-8CBB-A04DB701A215}" dt="2025-09-23T07:20:54.566" v="478" actId="1076"/>
          <ac:spMkLst>
            <pc:docMk/>
            <pc:sldMk cId="2339263424" sldId="495"/>
            <ac:spMk id="9" creationId="{DAE4D444-D2BF-427A-B92F-B1D59A3B73FF}"/>
          </ac:spMkLst>
        </pc:spChg>
        <pc:picChg chg="add mod">
          <ac:chgData name="蕭兆翔" userId="c09afb0b-60c9-45d8-81f2-4d7aa859f4bf" providerId="ADAL" clId="{6F9FAB1B-BF87-4C86-8CBB-A04DB701A215}" dt="2025-09-23T07:20:26.206" v="471" actId="1076"/>
          <ac:picMkLst>
            <pc:docMk/>
            <pc:sldMk cId="2339263424" sldId="495"/>
            <ac:picMk id="4098" creationId="{37D6D0E8-95DB-12D8-0DCA-37EA931A1679}"/>
          </ac:picMkLst>
        </pc:picChg>
        <pc:picChg chg="add mod">
          <ac:chgData name="蕭兆翔" userId="c09afb0b-60c9-45d8-81f2-4d7aa859f4bf" providerId="ADAL" clId="{6F9FAB1B-BF87-4C86-8CBB-A04DB701A215}" dt="2025-09-23T07:28:59.999" v="490" actId="1076"/>
          <ac:picMkLst>
            <pc:docMk/>
            <pc:sldMk cId="2339263424" sldId="495"/>
            <ac:picMk id="4100" creationId="{56BFD502-E76D-3E4C-F8A8-275C4899582E}"/>
          </ac:picMkLst>
        </pc:picChg>
        <pc:picChg chg="del mod">
          <ac:chgData name="蕭兆翔" userId="c09afb0b-60c9-45d8-81f2-4d7aa859f4bf" providerId="ADAL" clId="{6F9FAB1B-BF87-4C86-8CBB-A04DB701A215}" dt="2025-09-23T07:19:28.478" v="462" actId="478"/>
          <ac:picMkLst>
            <pc:docMk/>
            <pc:sldMk cId="2339263424" sldId="495"/>
            <ac:picMk id="5122" creationId="{BCB0D455-296D-49AA-B200-2A978E484310}"/>
          </ac:picMkLst>
        </pc:picChg>
        <pc:picChg chg="del">
          <ac:chgData name="蕭兆翔" userId="c09afb0b-60c9-45d8-81f2-4d7aa859f4bf" providerId="ADAL" clId="{6F9FAB1B-BF87-4C86-8CBB-A04DB701A215}" dt="2025-09-23T07:28:32.715" v="479" actId="478"/>
          <ac:picMkLst>
            <pc:docMk/>
            <pc:sldMk cId="2339263424" sldId="495"/>
            <ac:picMk id="5124" creationId="{D4CAAEEE-F87C-4F5E-84F4-31DBFC41B1CA}"/>
          </ac:picMkLst>
        </pc:picChg>
      </pc:sldChg>
      <pc:sldChg chg="modSp add mod">
        <pc:chgData name="蕭兆翔" userId="c09afb0b-60c9-45d8-81f2-4d7aa859f4bf" providerId="ADAL" clId="{6F9FAB1B-BF87-4C86-8CBB-A04DB701A215}" dt="2025-09-23T15:05:04.884" v="1369" actId="20577"/>
        <pc:sldMkLst>
          <pc:docMk/>
          <pc:sldMk cId="1799981173" sldId="496"/>
        </pc:sldMkLst>
        <pc:spChg chg="mod">
          <ac:chgData name="蕭兆翔" userId="c09afb0b-60c9-45d8-81f2-4d7aa859f4bf" providerId="ADAL" clId="{6F9FAB1B-BF87-4C86-8CBB-A04DB701A215}" dt="2025-09-23T15:05:04.884" v="1369" actId="20577"/>
          <ac:spMkLst>
            <pc:docMk/>
            <pc:sldMk cId="1799981173" sldId="496"/>
            <ac:spMk id="4" creationId="{6D836EC7-F84C-4367-884B-6CB3F33E75D4}"/>
          </ac:spMkLst>
        </pc:spChg>
        <pc:picChg chg="mod">
          <ac:chgData name="蕭兆翔" userId="c09afb0b-60c9-45d8-81f2-4d7aa859f4bf" providerId="ADAL" clId="{6F9FAB1B-BF87-4C86-8CBB-A04DB701A215}" dt="2025-09-23T15:01:40.497" v="1365" actId="1076"/>
          <ac:picMkLst>
            <pc:docMk/>
            <pc:sldMk cId="1799981173" sldId="496"/>
            <ac:picMk id="6146" creationId="{B02F2F19-24F9-4DDB-8819-F12CDC36E5D1}"/>
          </ac:picMkLst>
        </pc:picChg>
      </pc:sldChg>
      <pc:sldChg chg="addSp modSp add mod">
        <pc:chgData name="蕭兆翔" userId="c09afb0b-60c9-45d8-81f2-4d7aa859f4bf" providerId="ADAL" clId="{6F9FAB1B-BF87-4C86-8CBB-A04DB701A215}" dt="2025-09-23T15:08:54.827" v="1470" actId="1076"/>
        <pc:sldMkLst>
          <pc:docMk/>
          <pc:sldMk cId="4053417530" sldId="497"/>
        </pc:sldMkLst>
        <pc:spChg chg="mod">
          <ac:chgData name="蕭兆翔" userId="c09afb0b-60c9-45d8-81f2-4d7aa859f4bf" providerId="ADAL" clId="{6F9FAB1B-BF87-4C86-8CBB-A04DB701A215}" dt="2025-09-23T07:35:14.614" v="510" actId="1076"/>
          <ac:spMkLst>
            <pc:docMk/>
            <pc:sldMk cId="4053417530" sldId="497"/>
            <ac:spMk id="3" creationId="{F2B06FF6-A72F-4135-AD13-B0BD19D9C9F7}"/>
          </ac:spMkLst>
        </pc:spChg>
        <pc:spChg chg="add mod">
          <ac:chgData name="蕭兆翔" userId="c09afb0b-60c9-45d8-81f2-4d7aa859f4bf" providerId="ADAL" clId="{6F9FAB1B-BF87-4C86-8CBB-A04DB701A215}" dt="2025-09-23T15:06:31.440" v="1440" actId="1076"/>
          <ac:spMkLst>
            <pc:docMk/>
            <pc:sldMk cId="4053417530" sldId="497"/>
            <ac:spMk id="4" creationId="{01F2F638-DA2B-1BE1-DDA0-21525FDA0434}"/>
          </ac:spMkLst>
        </pc:spChg>
        <pc:spChg chg="add mod">
          <ac:chgData name="蕭兆翔" userId="c09afb0b-60c9-45d8-81f2-4d7aa859f4bf" providerId="ADAL" clId="{6F9FAB1B-BF87-4C86-8CBB-A04DB701A215}" dt="2025-09-23T15:06:27.530" v="1439" actId="1076"/>
          <ac:spMkLst>
            <pc:docMk/>
            <pc:sldMk cId="4053417530" sldId="497"/>
            <ac:spMk id="5" creationId="{61BF869E-D50E-C18E-8F50-6663166650CA}"/>
          </ac:spMkLst>
        </pc:spChg>
        <pc:spChg chg="mod">
          <ac:chgData name="蕭兆翔" userId="c09afb0b-60c9-45d8-81f2-4d7aa859f4bf" providerId="ADAL" clId="{6F9FAB1B-BF87-4C86-8CBB-A04DB701A215}" dt="2025-09-23T07:14:07.511" v="460" actId="207"/>
          <ac:spMkLst>
            <pc:docMk/>
            <pc:sldMk cId="4053417530" sldId="497"/>
            <ac:spMk id="13" creationId="{BBAFD528-B7C5-4FE4-94AC-E7C72E2DEB48}"/>
          </ac:spMkLst>
        </pc:spChg>
        <pc:spChg chg="mod">
          <ac:chgData name="蕭兆翔" userId="c09afb0b-60c9-45d8-81f2-4d7aa859f4bf" providerId="ADAL" clId="{6F9FAB1B-BF87-4C86-8CBB-A04DB701A215}" dt="2025-09-23T07:14:12.662" v="461" actId="207"/>
          <ac:spMkLst>
            <pc:docMk/>
            <pc:sldMk cId="4053417530" sldId="497"/>
            <ac:spMk id="14" creationId="{3823D7E9-0FFB-4B6E-83F9-F304EF1FAAD8}"/>
          </ac:spMkLst>
        </pc:spChg>
        <pc:picChg chg="add mod">
          <ac:chgData name="蕭兆翔" userId="c09afb0b-60c9-45d8-81f2-4d7aa859f4bf" providerId="ADAL" clId="{6F9FAB1B-BF87-4C86-8CBB-A04DB701A215}" dt="2025-09-23T15:08:47.630" v="1467" actId="14100"/>
          <ac:picMkLst>
            <pc:docMk/>
            <pc:sldMk cId="4053417530" sldId="497"/>
            <ac:picMk id="7" creationId="{F7EB30FC-EF44-3452-939E-387DE66D8996}"/>
          </ac:picMkLst>
        </pc:picChg>
        <pc:picChg chg="mod">
          <ac:chgData name="蕭兆翔" userId="c09afb0b-60c9-45d8-81f2-4d7aa859f4bf" providerId="ADAL" clId="{6F9FAB1B-BF87-4C86-8CBB-A04DB701A215}" dt="2025-09-23T15:06:23.006" v="1438" actId="14100"/>
          <ac:picMkLst>
            <pc:docMk/>
            <pc:sldMk cId="4053417530" sldId="497"/>
            <ac:picMk id="12" creationId="{EF1D5F5A-DDF5-4BC1-A090-9AACBC580AB6}"/>
          </ac:picMkLst>
        </pc:picChg>
        <pc:picChg chg="add mod">
          <ac:chgData name="蕭兆翔" userId="c09afb0b-60c9-45d8-81f2-4d7aa859f4bf" providerId="ADAL" clId="{6F9FAB1B-BF87-4C86-8CBB-A04DB701A215}" dt="2025-09-23T15:08:54.827" v="1470" actId="1076"/>
          <ac:picMkLst>
            <pc:docMk/>
            <pc:sldMk cId="4053417530" sldId="497"/>
            <ac:picMk id="1026" creationId="{EB5C2B22-3F91-1C3B-4706-71AF38C0E901}"/>
          </ac:picMkLst>
        </pc:picChg>
        <pc:picChg chg="add mod">
          <ac:chgData name="蕭兆翔" userId="c09afb0b-60c9-45d8-81f2-4d7aa859f4bf" providerId="ADAL" clId="{6F9FAB1B-BF87-4C86-8CBB-A04DB701A215}" dt="2025-09-23T07:35:03.959" v="509" actId="1076"/>
          <ac:picMkLst>
            <pc:docMk/>
            <pc:sldMk cId="4053417530" sldId="497"/>
            <ac:picMk id="5122" creationId="{9CE4AC3B-3781-6054-C3C8-F3A2CC1BAE60}"/>
          </ac:picMkLst>
        </pc:picChg>
      </pc:sldChg>
      <pc:sldChg chg="modSp add mod">
        <pc:chgData name="蕭兆翔" userId="c09afb0b-60c9-45d8-81f2-4d7aa859f4bf" providerId="ADAL" clId="{6F9FAB1B-BF87-4C86-8CBB-A04DB701A215}" dt="2025-09-23T15:11:33.157" v="1477" actId="1076"/>
        <pc:sldMkLst>
          <pc:docMk/>
          <pc:sldMk cId="3811253861" sldId="498"/>
        </pc:sldMkLst>
        <pc:spChg chg="mod">
          <ac:chgData name="蕭兆翔" userId="c09afb0b-60c9-45d8-81f2-4d7aa859f4bf" providerId="ADAL" clId="{6F9FAB1B-BF87-4C86-8CBB-A04DB701A215}" dt="2025-09-23T15:11:13.107" v="1474" actId="1076"/>
          <ac:spMkLst>
            <pc:docMk/>
            <pc:sldMk cId="3811253861" sldId="498"/>
            <ac:spMk id="4" creationId="{34BC9548-1D26-41BF-A2AF-AF345CF1F3A5}"/>
          </ac:spMkLst>
        </pc:spChg>
        <pc:spChg chg="mod">
          <ac:chgData name="蕭兆翔" userId="c09afb0b-60c9-45d8-81f2-4d7aa859f4bf" providerId="ADAL" clId="{6F9FAB1B-BF87-4C86-8CBB-A04DB701A215}" dt="2025-09-23T15:11:15.557" v="1475" actId="1076"/>
          <ac:spMkLst>
            <pc:docMk/>
            <pc:sldMk cId="3811253861" sldId="498"/>
            <ac:spMk id="5" creationId="{488737FD-6E1F-4020-9938-C3FEE27CFADA}"/>
          </ac:spMkLst>
        </pc:spChg>
        <pc:picChg chg="mod">
          <ac:chgData name="蕭兆翔" userId="c09afb0b-60c9-45d8-81f2-4d7aa859f4bf" providerId="ADAL" clId="{6F9FAB1B-BF87-4C86-8CBB-A04DB701A215}" dt="2025-09-23T15:11:33.157" v="1477" actId="1076"/>
          <ac:picMkLst>
            <pc:docMk/>
            <pc:sldMk cId="3811253861" sldId="498"/>
            <ac:picMk id="7170" creationId="{ADBC581A-33C3-4EB3-A888-4EB4D0AA541C}"/>
          </ac:picMkLst>
        </pc:picChg>
      </pc:sldChg>
      <pc:sldChg chg="addSp delSp modSp add mod">
        <pc:chgData name="蕭兆翔" userId="c09afb0b-60c9-45d8-81f2-4d7aa859f4bf" providerId="ADAL" clId="{6F9FAB1B-BF87-4C86-8CBB-A04DB701A215}" dt="2025-09-23T15:26:51.985" v="1746" actId="1076"/>
        <pc:sldMkLst>
          <pc:docMk/>
          <pc:sldMk cId="2020278329" sldId="499"/>
        </pc:sldMkLst>
        <pc:spChg chg="del mod">
          <ac:chgData name="蕭兆翔" userId="c09afb0b-60c9-45d8-81f2-4d7aa859f4bf" providerId="ADAL" clId="{6F9FAB1B-BF87-4C86-8CBB-A04DB701A215}" dt="2025-09-23T09:27:09.617" v="1066" actId="478"/>
          <ac:spMkLst>
            <pc:docMk/>
            <pc:sldMk cId="2020278329" sldId="499"/>
            <ac:spMk id="2" creationId="{90E003A0-2C4F-44E2-AED0-3EACD56F3726}"/>
          </ac:spMkLst>
        </pc:spChg>
        <pc:spChg chg="mod">
          <ac:chgData name="蕭兆翔" userId="c09afb0b-60c9-45d8-81f2-4d7aa859f4bf" providerId="ADAL" clId="{6F9FAB1B-BF87-4C86-8CBB-A04DB701A215}" dt="2025-09-23T15:16:17.420" v="1531" actId="207"/>
          <ac:spMkLst>
            <pc:docMk/>
            <pc:sldMk cId="2020278329" sldId="499"/>
            <ac:spMk id="5" creationId="{562AA8F6-0C80-4C11-B3BE-3EEFA89F4290}"/>
          </ac:spMkLst>
        </pc:spChg>
        <pc:spChg chg="mod">
          <ac:chgData name="蕭兆翔" userId="c09afb0b-60c9-45d8-81f2-4d7aa859f4bf" providerId="ADAL" clId="{6F9FAB1B-BF87-4C86-8CBB-A04DB701A215}" dt="2025-09-23T09:27:31.832" v="1080" actId="1076"/>
          <ac:spMkLst>
            <pc:docMk/>
            <pc:sldMk cId="2020278329" sldId="499"/>
            <ac:spMk id="6" creationId="{627FB914-487C-4392-B7BA-08A00C9CF48E}"/>
          </ac:spMkLst>
        </pc:spChg>
        <pc:spChg chg="mod">
          <ac:chgData name="蕭兆翔" userId="c09afb0b-60c9-45d8-81f2-4d7aa859f4bf" providerId="ADAL" clId="{6F9FAB1B-BF87-4C86-8CBB-A04DB701A215}" dt="2025-09-23T09:27:31.832" v="1080" actId="1076"/>
          <ac:spMkLst>
            <pc:docMk/>
            <pc:sldMk cId="2020278329" sldId="499"/>
            <ac:spMk id="7" creationId="{DEB2961A-111B-460D-B620-48D6F6E8455B}"/>
          </ac:spMkLst>
        </pc:spChg>
        <pc:spChg chg="mod">
          <ac:chgData name="蕭兆翔" userId="c09afb0b-60c9-45d8-81f2-4d7aa859f4bf" providerId="ADAL" clId="{6F9FAB1B-BF87-4C86-8CBB-A04DB701A215}" dt="2025-09-23T09:27:31.832" v="1080" actId="1076"/>
          <ac:spMkLst>
            <pc:docMk/>
            <pc:sldMk cId="2020278329" sldId="499"/>
            <ac:spMk id="9" creationId="{155A4A13-DA5C-48B9-A68D-8E9AA9D89710}"/>
          </ac:spMkLst>
        </pc:spChg>
        <pc:spChg chg="del mod">
          <ac:chgData name="蕭兆翔" userId="c09afb0b-60c9-45d8-81f2-4d7aa859f4bf" providerId="ADAL" clId="{6F9FAB1B-BF87-4C86-8CBB-A04DB701A215}" dt="2025-09-23T09:27:17.854" v="1073"/>
          <ac:spMkLst>
            <pc:docMk/>
            <pc:sldMk cId="2020278329" sldId="499"/>
            <ac:spMk id="10" creationId="{3AD27109-F1BC-48D5-A94C-206CF26C351B}"/>
          </ac:spMkLst>
        </pc:spChg>
        <pc:spChg chg="add mod">
          <ac:chgData name="蕭兆翔" userId="c09afb0b-60c9-45d8-81f2-4d7aa859f4bf" providerId="ADAL" clId="{6F9FAB1B-BF87-4C86-8CBB-A04DB701A215}" dt="2025-09-23T15:26:51.985" v="1746" actId="1076"/>
          <ac:spMkLst>
            <pc:docMk/>
            <pc:sldMk cId="2020278329" sldId="499"/>
            <ac:spMk id="10" creationId="{6EB952B8-F404-5BE5-61A6-77325556146E}"/>
          </ac:spMkLst>
        </pc:spChg>
        <pc:spChg chg="mod">
          <ac:chgData name="蕭兆翔" userId="c09afb0b-60c9-45d8-81f2-4d7aa859f4bf" providerId="ADAL" clId="{6F9FAB1B-BF87-4C86-8CBB-A04DB701A215}" dt="2025-09-23T09:27:31.832" v="1080" actId="1076"/>
          <ac:spMkLst>
            <pc:docMk/>
            <pc:sldMk cId="2020278329" sldId="499"/>
            <ac:spMk id="12" creationId="{7A7FC102-B3C8-4196-A654-EBF8E42322D5}"/>
          </ac:spMkLst>
        </pc:spChg>
        <pc:spChg chg="add mod">
          <ac:chgData name="蕭兆翔" userId="c09afb0b-60c9-45d8-81f2-4d7aa859f4bf" providerId="ADAL" clId="{6F9FAB1B-BF87-4C86-8CBB-A04DB701A215}" dt="2025-09-23T15:26:45.483" v="1745" actId="20577"/>
          <ac:spMkLst>
            <pc:docMk/>
            <pc:sldMk cId="2020278329" sldId="499"/>
            <ac:spMk id="13" creationId="{5D2A9B26-A9A0-957A-1D0E-26909B7DEDD7}"/>
          </ac:spMkLst>
        </pc:spChg>
        <pc:picChg chg="mod">
          <ac:chgData name="蕭兆翔" userId="c09afb0b-60c9-45d8-81f2-4d7aa859f4bf" providerId="ADAL" clId="{6F9FAB1B-BF87-4C86-8CBB-A04DB701A215}" dt="2025-09-23T09:27:31.832" v="1080" actId="1076"/>
          <ac:picMkLst>
            <pc:docMk/>
            <pc:sldMk cId="2020278329" sldId="499"/>
            <ac:picMk id="4" creationId="{A3255923-A501-4546-AD04-BD2DF851A1EB}"/>
          </ac:picMkLst>
        </pc:picChg>
      </pc:sldChg>
      <pc:sldChg chg="addSp delSp modSp add mod">
        <pc:chgData name="蕭兆翔" userId="c09afb0b-60c9-45d8-81f2-4d7aa859f4bf" providerId="ADAL" clId="{6F9FAB1B-BF87-4C86-8CBB-A04DB701A215}" dt="2025-09-23T15:21:48.447" v="1609" actId="20577"/>
        <pc:sldMkLst>
          <pc:docMk/>
          <pc:sldMk cId="4202246329" sldId="500"/>
        </pc:sldMkLst>
        <pc:spChg chg="del mod">
          <ac:chgData name="蕭兆翔" userId="c09afb0b-60c9-45d8-81f2-4d7aa859f4bf" providerId="ADAL" clId="{6F9FAB1B-BF87-4C86-8CBB-A04DB701A215}" dt="2025-09-23T09:27:59.805" v="1092" actId="478"/>
          <ac:spMkLst>
            <pc:docMk/>
            <pc:sldMk cId="4202246329" sldId="500"/>
            <ac:spMk id="2" creationId="{30D356D3-4C2E-4927-8EEC-DFBE7ECFAA1E}"/>
          </ac:spMkLst>
        </pc:spChg>
        <pc:spChg chg="del mod">
          <ac:chgData name="蕭兆翔" userId="c09afb0b-60c9-45d8-81f2-4d7aa859f4bf" providerId="ADAL" clId="{6F9FAB1B-BF87-4C86-8CBB-A04DB701A215}" dt="2025-09-23T09:27:59.808" v="1094"/>
          <ac:spMkLst>
            <pc:docMk/>
            <pc:sldMk cId="4202246329" sldId="500"/>
            <ac:spMk id="4" creationId="{C5BE81A4-2F5F-4934-BACA-6B58493478D1}"/>
          </ac:spMkLst>
        </pc:spChg>
        <pc:spChg chg="add mod">
          <ac:chgData name="蕭兆翔" userId="c09afb0b-60c9-45d8-81f2-4d7aa859f4bf" providerId="ADAL" clId="{6F9FAB1B-BF87-4C86-8CBB-A04DB701A215}" dt="2025-09-23T15:21:48.447" v="1609" actId="20577"/>
          <ac:spMkLst>
            <pc:docMk/>
            <pc:sldMk cId="4202246329" sldId="500"/>
            <ac:spMk id="5" creationId="{1689387F-FA6B-13AB-DC31-92ED2CB41010}"/>
          </ac:spMkLst>
        </pc:spChg>
        <pc:picChg chg="mod">
          <ac:chgData name="蕭兆翔" userId="c09afb0b-60c9-45d8-81f2-4d7aa859f4bf" providerId="ADAL" clId="{6F9FAB1B-BF87-4C86-8CBB-A04DB701A215}" dt="2025-09-23T09:28:04.001" v="1096" actId="1076"/>
          <ac:picMkLst>
            <pc:docMk/>
            <pc:sldMk cId="4202246329" sldId="500"/>
            <ac:picMk id="9218" creationId="{F0B5CB3A-2247-442F-A5A0-55B800D5DD90}"/>
          </ac:picMkLst>
        </pc:picChg>
      </pc:sldChg>
      <pc:sldChg chg="addSp delSp modSp add mod">
        <pc:chgData name="蕭兆翔" userId="c09afb0b-60c9-45d8-81f2-4d7aa859f4bf" providerId="ADAL" clId="{6F9FAB1B-BF87-4C86-8CBB-A04DB701A215}" dt="2025-09-23T15:25:59.794" v="1716" actId="20577"/>
        <pc:sldMkLst>
          <pc:docMk/>
          <pc:sldMk cId="1348431414" sldId="501"/>
        </pc:sldMkLst>
        <pc:spChg chg="del mod">
          <ac:chgData name="蕭兆翔" userId="c09afb0b-60c9-45d8-81f2-4d7aa859f4bf" providerId="ADAL" clId="{6F9FAB1B-BF87-4C86-8CBB-A04DB701A215}" dt="2025-09-23T09:28:14.002" v="1099" actId="478"/>
          <ac:spMkLst>
            <pc:docMk/>
            <pc:sldMk cId="1348431414" sldId="501"/>
            <ac:spMk id="2" creationId="{27237CA8-8F78-4985-A89C-12268D49724A}"/>
          </ac:spMkLst>
        </pc:spChg>
        <pc:spChg chg="add mod">
          <ac:chgData name="蕭兆翔" userId="c09afb0b-60c9-45d8-81f2-4d7aa859f4bf" providerId="ADAL" clId="{6F9FAB1B-BF87-4C86-8CBB-A04DB701A215}" dt="2025-09-23T15:25:59.794" v="1716" actId="20577"/>
          <ac:spMkLst>
            <pc:docMk/>
            <pc:sldMk cId="1348431414" sldId="501"/>
            <ac:spMk id="5" creationId="{0C7EA33B-CF55-A7EB-85B9-DDD32C8CEE09}"/>
          </ac:spMkLst>
        </pc:spChg>
        <pc:spChg chg="add mod">
          <ac:chgData name="蕭兆翔" userId="c09afb0b-60c9-45d8-81f2-4d7aa859f4bf" providerId="ADAL" clId="{6F9FAB1B-BF87-4C86-8CBB-A04DB701A215}" dt="2025-09-23T09:28:35.885" v="1106" actId="207"/>
          <ac:spMkLst>
            <pc:docMk/>
            <pc:sldMk cId="1348431414" sldId="501"/>
            <ac:spMk id="6" creationId="{933F8857-C3CC-2A0D-D4B8-CA8D39D643FF}"/>
          </ac:spMkLst>
        </pc:spChg>
        <pc:spChg chg="add mod">
          <ac:chgData name="蕭兆翔" userId="c09afb0b-60c9-45d8-81f2-4d7aa859f4bf" providerId="ADAL" clId="{6F9FAB1B-BF87-4C86-8CBB-A04DB701A215}" dt="2025-09-23T09:29:01.802" v="1133" actId="1076"/>
          <ac:spMkLst>
            <pc:docMk/>
            <pc:sldMk cId="1348431414" sldId="501"/>
            <ac:spMk id="7" creationId="{AB2BAF77-FAB5-7AC4-C44A-AF28A9803118}"/>
          </ac:spMkLst>
        </pc:spChg>
        <pc:picChg chg="mod">
          <ac:chgData name="蕭兆翔" userId="c09afb0b-60c9-45d8-81f2-4d7aa859f4bf" providerId="ADAL" clId="{6F9FAB1B-BF87-4C86-8CBB-A04DB701A215}" dt="2025-09-23T15:23:53.266" v="1610" actId="14100"/>
          <ac:picMkLst>
            <pc:docMk/>
            <pc:sldMk cId="1348431414" sldId="501"/>
            <ac:picMk id="4" creationId="{EF7CC14E-75D5-410B-BB19-CCC21B99D08D}"/>
          </ac:picMkLst>
        </pc:picChg>
      </pc:sldChg>
      <pc:sldChg chg="addSp delSp modSp add mod">
        <pc:chgData name="蕭兆翔" userId="c09afb0b-60c9-45d8-81f2-4d7aa859f4bf" providerId="ADAL" clId="{6F9FAB1B-BF87-4C86-8CBB-A04DB701A215}" dt="2025-09-23T15:27:20.242" v="1752" actId="20577"/>
        <pc:sldMkLst>
          <pc:docMk/>
          <pc:sldMk cId="2504964634" sldId="502"/>
        </pc:sldMkLst>
        <pc:spChg chg="del">
          <ac:chgData name="蕭兆翔" userId="c09afb0b-60c9-45d8-81f2-4d7aa859f4bf" providerId="ADAL" clId="{6F9FAB1B-BF87-4C86-8CBB-A04DB701A215}" dt="2025-09-23T09:30:32.112" v="1170" actId="478"/>
          <ac:spMkLst>
            <pc:docMk/>
            <pc:sldMk cId="2504964634" sldId="502"/>
            <ac:spMk id="3" creationId="{F09ACF28-028B-49A4-9DE1-2A2B0C9975C5}"/>
          </ac:spMkLst>
        </pc:spChg>
        <pc:spChg chg="add mod">
          <ac:chgData name="蕭兆翔" userId="c09afb0b-60c9-45d8-81f2-4d7aa859f4bf" providerId="ADAL" clId="{6F9FAB1B-BF87-4C86-8CBB-A04DB701A215}" dt="2025-09-23T15:27:20.242" v="1752" actId="20577"/>
          <ac:spMkLst>
            <pc:docMk/>
            <pc:sldMk cId="2504964634" sldId="502"/>
            <ac:spMk id="7" creationId="{92E876C8-BDD4-E674-2721-E35AA1FA936F}"/>
          </ac:spMkLst>
        </pc:spChg>
        <pc:spChg chg="add mod">
          <ac:chgData name="蕭兆翔" userId="c09afb0b-60c9-45d8-81f2-4d7aa859f4bf" providerId="ADAL" clId="{6F9FAB1B-BF87-4C86-8CBB-A04DB701A215}" dt="2025-09-23T09:31:40.289" v="1190" actId="14861"/>
          <ac:spMkLst>
            <pc:docMk/>
            <pc:sldMk cId="2504964634" sldId="502"/>
            <ac:spMk id="10" creationId="{3CF561A8-BFBE-9160-506F-AD9191F240DD}"/>
          </ac:spMkLst>
        </pc:spChg>
        <pc:picChg chg="add">
          <ac:chgData name="蕭兆翔" userId="c09afb0b-60c9-45d8-81f2-4d7aa859f4bf" providerId="ADAL" clId="{6F9FAB1B-BF87-4C86-8CBB-A04DB701A215}" dt="2025-09-23T06:14:41.398" v="41"/>
          <ac:picMkLst>
            <pc:docMk/>
            <pc:sldMk cId="2504964634" sldId="502"/>
            <ac:picMk id="4" creationId="{C9B28F38-45E6-57F5-9681-5850C6568AC8}"/>
          </ac:picMkLst>
        </pc:picChg>
        <pc:picChg chg="add mod">
          <ac:chgData name="蕭兆翔" userId="c09afb0b-60c9-45d8-81f2-4d7aa859f4bf" providerId="ADAL" clId="{6F9FAB1B-BF87-4C86-8CBB-A04DB701A215}" dt="2025-09-23T06:14:45.892" v="43"/>
          <ac:picMkLst>
            <pc:docMk/>
            <pc:sldMk cId="2504964634" sldId="502"/>
            <ac:picMk id="5" creationId="{F860DFC4-2558-9E33-1DA6-0969C7EB70C5}"/>
          </ac:picMkLst>
        </pc:picChg>
        <pc:picChg chg="add mod modCrop">
          <ac:chgData name="蕭兆翔" userId="c09afb0b-60c9-45d8-81f2-4d7aa859f4bf" providerId="ADAL" clId="{6F9FAB1B-BF87-4C86-8CBB-A04DB701A215}" dt="2025-09-23T09:30:53.034" v="1178" actId="1076"/>
          <ac:picMkLst>
            <pc:docMk/>
            <pc:sldMk cId="2504964634" sldId="502"/>
            <ac:picMk id="6" creationId="{A660CE7A-6E4F-2C64-D5EE-5A306AD3DC57}"/>
          </ac:picMkLst>
        </pc:picChg>
        <pc:picChg chg="add mod">
          <ac:chgData name="蕭兆翔" userId="c09afb0b-60c9-45d8-81f2-4d7aa859f4bf" providerId="ADAL" clId="{6F9FAB1B-BF87-4C86-8CBB-A04DB701A215}" dt="2025-09-23T09:30:51.923" v="1177" actId="1076"/>
          <ac:picMkLst>
            <pc:docMk/>
            <pc:sldMk cId="2504964634" sldId="502"/>
            <ac:picMk id="8" creationId="{EDB63136-B3C7-3F8C-E60C-A86EDDF2D78F}"/>
          </ac:picMkLst>
        </pc:picChg>
        <pc:picChg chg="del">
          <ac:chgData name="蕭兆翔" userId="c09afb0b-60c9-45d8-81f2-4d7aa859f4bf" providerId="ADAL" clId="{6F9FAB1B-BF87-4C86-8CBB-A04DB701A215}" dt="2025-09-23T06:14:44.226" v="42" actId="478"/>
          <ac:picMkLst>
            <pc:docMk/>
            <pc:sldMk cId="2504964634" sldId="502"/>
            <ac:picMk id="10242" creationId="{7FE490F6-B9D2-4A62-9EA5-69CDE650D4E3}"/>
          </ac:picMkLst>
        </pc:picChg>
      </pc:sldChg>
      <pc:sldChg chg="add del">
        <pc:chgData name="蕭兆翔" userId="c09afb0b-60c9-45d8-81f2-4d7aa859f4bf" providerId="ADAL" clId="{6F9FAB1B-BF87-4C86-8CBB-A04DB701A215}" dt="2025-09-23T09:31:07.625" v="1181" actId="47"/>
        <pc:sldMkLst>
          <pc:docMk/>
          <pc:sldMk cId="3373941619" sldId="503"/>
        </pc:sldMkLst>
      </pc:sldChg>
      <pc:sldChg chg="addSp modSp add mod">
        <pc:chgData name="蕭兆翔" userId="c09afb0b-60c9-45d8-81f2-4d7aa859f4bf" providerId="ADAL" clId="{6F9FAB1B-BF87-4C86-8CBB-A04DB701A215}" dt="2025-09-23T15:42:20.373" v="1814" actId="20577"/>
        <pc:sldMkLst>
          <pc:docMk/>
          <pc:sldMk cId="2549900947" sldId="504"/>
        </pc:sldMkLst>
        <pc:spChg chg="mod">
          <ac:chgData name="蕭兆翔" userId="c09afb0b-60c9-45d8-81f2-4d7aa859f4bf" providerId="ADAL" clId="{6F9FAB1B-BF87-4C86-8CBB-A04DB701A215}" dt="2025-09-23T15:42:04.327" v="1753" actId="1076"/>
          <ac:spMkLst>
            <pc:docMk/>
            <pc:sldMk cId="2549900947" sldId="504"/>
            <ac:spMk id="4" creationId="{AEB38077-BD16-45E8-9E79-F34E97B7197A}"/>
          </ac:spMkLst>
        </pc:spChg>
        <pc:spChg chg="add mod">
          <ac:chgData name="蕭兆翔" userId="c09afb0b-60c9-45d8-81f2-4d7aa859f4bf" providerId="ADAL" clId="{6F9FAB1B-BF87-4C86-8CBB-A04DB701A215}" dt="2025-09-23T15:42:20.373" v="1814" actId="20577"/>
          <ac:spMkLst>
            <pc:docMk/>
            <pc:sldMk cId="2549900947" sldId="504"/>
            <ac:spMk id="5" creationId="{9CA8A9F2-30C9-EC4F-88CB-E26DC7EFC79F}"/>
          </ac:spMkLst>
        </pc:spChg>
        <pc:spChg chg="mod">
          <ac:chgData name="蕭兆翔" userId="c09afb0b-60c9-45d8-81f2-4d7aa859f4bf" providerId="ADAL" clId="{6F9FAB1B-BF87-4C86-8CBB-A04DB701A215}" dt="2025-09-23T15:42:04.327" v="1753" actId="1076"/>
          <ac:spMkLst>
            <pc:docMk/>
            <pc:sldMk cId="2549900947" sldId="504"/>
            <ac:spMk id="6" creationId="{5FEA89C0-3E2D-4513-B3B2-4C2AFE004B10}"/>
          </ac:spMkLst>
        </pc:spChg>
        <pc:picChg chg="mod">
          <ac:chgData name="蕭兆翔" userId="c09afb0b-60c9-45d8-81f2-4d7aa859f4bf" providerId="ADAL" clId="{6F9FAB1B-BF87-4C86-8CBB-A04DB701A215}" dt="2025-09-23T15:42:04.327" v="1753" actId="1076"/>
          <ac:picMkLst>
            <pc:docMk/>
            <pc:sldMk cId="2549900947" sldId="504"/>
            <ac:picMk id="3" creationId="{510D467C-29DE-4C46-A37E-EEF5C854CD10}"/>
          </ac:picMkLst>
        </pc:picChg>
        <pc:picChg chg="mod">
          <ac:chgData name="蕭兆翔" userId="c09afb0b-60c9-45d8-81f2-4d7aa859f4bf" providerId="ADAL" clId="{6F9FAB1B-BF87-4C86-8CBB-A04DB701A215}" dt="2025-09-23T15:42:04.327" v="1753" actId="1076"/>
          <ac:picMkLst>
            <pc:docMk/>
            <pc:sldMk cId="2549900947" sldId="504"/>
            <ac:picMk id="7" creationId="{79E04E24-C41E-4EA2-A518-68F73485EAF5}"/>
          </ac:picMkLst>
        </pc:picChg>
      </pc:sldChg>
      <pc:sldChg chg="addSp modSp add mod">
        <pc:chgData name="蕭兆翔" userId="c09afb0b-60c9-45d8-81f2-4d7aa859f4bf" providerId="ADAL" clId="{6F9FAB1B-BF87-4C86-8CBB-A04DB701A215}" dt="2025-09-23T15:43:53.750" v="1815" actId="1076"/>
        <pc:sldMkLst>
          <pc:docMk/>
          <pc:sldMk cId="3549004203" sldId="505"/>
        </pc:sldMkLst>
        <pc:spChg chg="mod">
          <ac:chgData name="蕭兆翔" userId="c09afb0b-60c9-45d8-81f2-4d7aa859f4bf" providerId="ADAL" clId="{6F9FAB1B-BF87-4C86-8CBB-A04DB701A215}" dt="2025-09-23T09:54:12.731" v="1225" actId="1076"/>
          <ac:spMkLst>
            <pc:docMk/>
            <pc:sldMk cId="3549004203" sldId="505"/>
            <ac:spMk id="4" creationId="{ADFD98DB-F096-48EF-A9A2-7DF7338ACBDB}"/>
          </ac:spMkLst>
        </pc:spChg>
        <pc:spChg chg="add mod">
          <ac:chgData name="蕭兆翔" userId="c09afb0b-60c9-45d8-81f2-4d7aa859f4bf" providerId="ADAL" clId="{6F9FAB1B-BF87-4C86-8CBB-A04DB701A215}" dt="2025-09-23T15:43:53.750" v="1815" actId="1076"/>
          <ac:spMkLst>
            <pc:docMk/>
            <pc:sldMk cId="3549004203" sldId="505"/>
            <ac:spMk id="6" creationId="{CD80F5CE-E9C3-C91E-2A1B-180EBDDB96D7}"/>
          </ac:spMkLst>
        </pc:spChg>
        <pc:picChg chg="mod">
          <ac:chgData name="蕭兆翔" userId="c09afb0b-60c9-45d8-81f2-4d7aa859f4bf" providerId="ADAL" clId="{6F9FAB1B-BF87-4C86-8CBB-A04DB701A215}" dt="2025-09-23T15:43:53.750" v="1815" actId="1076"/>
          <ac:picMkLst>
            <pc:docMk/>
            <pc:sldMk cId="3549004203" sldId="505"/>
            <ac:picMk id="3" creationId="{34ADE77C-8A84-4DBE-BE72-FDA2773012A3}"/>
          </ac:picMkLst>
        </pc:picChg>
      </pc:sldChg>
      <pc:sldChg chg="addSp modSp add mod">
        <pc:chgData name="蕭兆翔" userId="c09afb0b-60c9-45d8-81f2-4d7aa859f4bf" providerId="ADAL" clId="{6F9FAB1B-BF87-4C86-8CBB-A04DB701A215}" dt="2025-09-23T15:54:24.725" v="1830" actId="1076"/>
        <pc:sldMkLst>
          <pc:docMk/>
          <pc:sldMk cId="2550535222" sldId="506"/>
        </pc:sldMkLst>
        <pc:spChg chg="add mod">
          <ac:chgData name="蕭兆翔" userId="c09afb0b-60c9-45d8-81f2-4d7aa859f4bf" providerId="ADAL" clId="{6F9FAB1B-BF87-4C86-8CBB-A04DB701A215}" dt="2025-09-23T15:54:23.497" v="1829" actId="1076"/>
          <ac:spMkLst>
            <pc:docMk/>
            <pc:sldMk cId="2550535222" sldId="506"/>
            <ac:spMk id="5" creationId="{5B23E343-A559-7299-0DCD-A29591784E64}"/>
          </ac:spMkLst>
        </pc:spChg>
        <pc:picChg chg="mod">
          <ac:chgData name="蕭兆翔" userId="c09afb0b-60c9-45d8-81f2-4d7aa859f4bf" providerId="ADAL" clId="{6F9FAB1B-BF87-4C86-8CBB-A04DB701A215}" dt="2025-09-23T15:54:24.725" v="1830" actId="1076"/>
          <ac:picMkLst>
            <pc:docMk/>
            <pc:sldMk cId="2550535222" sldId="506"/>
            <ac:picMk id="3" creationId="{332B8CA7-25AE-43A6-8E43-396F13C68424}"/>
          </ac:picMkLst>
        </pc:picChg>
      </pc:sldChg>
      <pc:sldChg chg="addSp modSp add mod">
        <pc:chgData name="蕭兆翔" userId="c09afb0b-60c9-45d8-81f2-4d7aa859f4bf" providerId="ADAL" clId="{6F9FAB1B-BF87-4C86-8CBB-A04DB701A215}" dt="2025-09-23T16:02:44.983" v="1943" actId="1076"/>
        <pc:sldMkLst>
          <pc:docMk/>
          <pc:sldMk cId="1442644756" sldId="507"/>
        </pc:sldMkLst>
        <pc:spChg chg="add mod">
          <ac:chgData name="蕭兆翔" userId="c09afb0b-60c9-45d8-81f2-4d7aa859f4bf" providerId="ADAL" clId="{6F9FAB1B-BF87-4C86-8CBB-A04DB701A215}" dt="2025-09-23T16:02:01.631" v="1937" actId="1076"/>
          <ac:spMkLst>
            <pc:docMk/>
            <pc:sldMk cId="1442644756" sldId="507"/>
            <ac:spMk id="4" creationId="{BAF6ABAF-8682-7C1E-BDE7-54E5BFB52ADD}"/>
          </ac:spMkLst>
        </pc:spChg>
        <pc:picChg chg="mod">
          <ac:chgData name="蕭兆翔" userId="c09afb0b-60c9-45d8-81f2-4d7aa859f4bf" providerId="ADAL" clId="{6F9FAB1B-BF87-4C86-8CBB-A04DB701A215}" dt="2025-09-23T16:02:44.983" v="1943" actId="1076"/>
          <ac:picMkLst>
            <pc:docMk/>
            <pc:sldMk cId="1442644756" sldId="507"/>
            <ac:picMk id="3" creationId="{6B2E193A-AFEE-4FF0-A40E-03AA148C37BC}"/>
          </ac:picMkLst>
        </pc:picChg>
        <pc:picChg chg="add mod">
          <ac:chgData name="蕭兆翔" userId="c09afb0b-60c9-45d8-81f2-4d7aa859f4bf" providerId="ADAL" clId="{6F9FAB1B-BF87-4C86-8CBB-A04DB701A215}" dt="2025-09-23T16:02:37.992" v="1942" actId="1076"/>
          <ac:picMkLst>
            <pc:docMk/>
            <pc:sldMk cId="1442644756" sldId="507"/>
            <ac:picMk id="2050" creationId="{93079F5E-588C-A76C-7231-846BD00C5097}"/>
          </ac:picMkLst>
        </pc:picChg>
      </pc:sldChg>
      <pc:sldChg chg="addSp modSp add mod ord">
        <pc:chgData name="蕭兆翔" userId="c09afb0b-60c9-45d8-81f2-4d7aa859f4bf" providerId="ADAL" clId="{6F9FAB1B-BF87-4C86-8CBB-A04DB701A215}" dt="2025-09-23T15:57:11.763" v="1858" actId="1076"/>
        <pc:sldMkLst>
          <pc:docMk/>
          <pc:sldMk cId="1909461625" sldId="508"/>
        </pc:sldMkLst>
        <pc:spChg chg="add mod">
          <ac:chgData name="蕭兆翔" userId="c09afb0b-60c9-45d8-81f2-4d7aa859f4bf" providerId="ADAL" clId="{6F9FAB1B-BF87-4C86-8CBB-A04DB701A215}" dt="2025-09-23T15:56:58.906" v="1855" actId="1076"/>
          <ac:spMkLst>
            <pc:docMk/>
            <pc:sldMk cId="1909461625" sldId="508"/>
            <ac:spMk id="5" creationId="{A9A714D1-038F-67DA-92B6-448E2A8B1B0A}"/>
          </ac:spMkLst>
        </pc:spChg>
        <pc:picChg chg="mod">
          <ac:chgData name="蕭兆翔" userId="c09afb0b-60c9-45d8-81f2-4d7aa859f4bf" providerId="ADAL" clId="{6F9FAB1B-BF87-4C86-8CBB-A04DB701A215}" dt="2025-09-23T15:57:11.763" v="1858" actId="1076"/>
          <ac:picMkLst>
            <pc:docMk/>
            <pc:sldMk cId="1909461625" sldId="508"/>
            <ac:picMk id="3" creationId="{934339A1-C825-401D-8E4C-A3B2CCEAD2D4}"/>
          </ac:picMkLst>
        </pc:picChg>
      </pc:sldChg>
      <pc:sldChg chg="addSp modSp add mod">
        <pc:chgData name="蕭兆翔" userId="c09afb0b-60c9-45d8-81f2-4d7aa859f4bf" providerId="ADAL" clId="{6F9FAB1B-BF87-4C86-8CBB-A04DB701A215}" dt="2025-09-23T16:05:59.809" v="1997" actId="1076"/>
        <pc:sldMkLst>
          <pc:docMk/>
          <pc:sldMk cId="418976550" sldId="509"/>
        </pc:sldMkLst>
        <pc:spChg chg="add mod">
          <ac:chgData name="蕭兆翔" userId="c09afb0b-60c9-45d8-81f2-4d7aa859f4bf" providerId="ADAL" clId="{6F9FAB1B-BF87-4C86-8CBB-A04DB701A215}" dt="2025-09-23T16:04:57.044" v="1957" actId="1076"/>
          <ac:spMkLst>
            <pc:docMk/>
            <pc:sldMk cId="418976550" sldId="509"/>
            <ac:spMk id="5" creationId="{CD577884-40DC-54B0-E26B-DEF7A40025C8}"/>
          </ac:spMkLst>
        </pc:spChg>
        <pc:spChg chg="add mod">
          <ac:chgData name="蕭兆翔" userId="c09afb0b-60c9-45d8-81f2-4d7aa859f4bf" providerId="ADAL" clId="{6F9FAB1B-BF87-4C86-8CBB-A04DB701A215}" dt="2025-09-23T16:05:59.809" v="1997" actId="1076"/>
          <ac:spMkLst>
            <pc:docMk/>
            <pc:sldMk cId="418976550" sldId="509"/>
            <ac:spMk id="6" creationId="{E5D41149-3958-5EE3-A3B8-398EA33E153C}"/>
          </ac:spMkLst>
        </pc:spChg>
        <pc:picChg chg="mod">
          <ac:chgData name="蕭兆翔" userId="c09afb0b-60c9-45d8-81f2-4d7aa859f4bf" providerId="ADAL" clId="{6F9FAB1B-BF87-4C86-8CBB-A04DB701A215}" dt="2025-09-23T16:04:59.483" v="1958" actId="1076"/>
          <ac:picMkLst>
            <pc:docMk/>
            <pc:sldMk cId="418976550" sldId="509"/>
            <ac:picMk id="3" creationId="{460BF280-A99A-4006-BED9-1A6236F73884}"/>
          </ac:picMkLst>
        </pc:picChg>
      </pc:sldChg>
      <pc:sldChg chg="addSp modSp add mod">
        <pc:chgData name="蕭兆翔" userId="c09afb0b-60c9-45d8-81f2-4d7aa859f4bf" providerId="ADAL" clId="{6F9FAB1B-BF87-4C86-8CBB-A04DB701A215}" dt="2025-09-23T16:08:06.686" v="2014" actId="20577"/>
        <pc:sldMkLst>
          <pc:docMk/>
          <pc:sldMk cId="1039302794" sldId="510"/>
        </pc:sldMkLst>
        <pc:spChg chg="add mod">
          <ac:chgData name="蕭兆翔" userId="c09afb0b-60c9-45d8-81f2-4d7aa859f4bf" providerId="ADAL" clId="{6F9FAB1B-BF87-4C86-8CBB-A04DB701A215}" dt="2025-09-23T16:08:06.686" v="2014" actId="20577"/>
          <ac:spMkLst>
            <pc:docMk/>
            <pc:sldMk cId="1039302794" sldId="510"/>
            <ac:spMk id="5" creationId="{6B294917-3F8B-044D-A51D-5FF470CC50C4}"/>
          </ac:spMkLst>
        </pc:spChg>
        <pc:picChg chg="mod">
          <ac:chgData name="蕭兆翔" userId="c09afb0b-60c9-45d8-81f2-4d7aa859f4bf" providerId="ADAL" clId="{6F9FAB1B-BF87-4C86-8CBB-A04DB701A215}" dt="2025-09-23T16:08:05.230" v="2013" actId="1076"/>
          <ac:picMkLst>
            <pc:docMk/>
            <pc:sldMk cId="1039302794" sldId="510"/>
            <ac:picMk id="3" creationId="{3A654D3D-6A52-46D8-B062-CC38B6234720}"/>
          </ac:picMkLst>
        </pc:picChg>
      </pc:sldChg>
      <pc:sldChg chg="addSp delSp modSp add mod">
        <pc:chgData name="蕭兆翔" userId="c09afb0b-60c9-45d8-81f2-4d7aa859f4bf" providerId="ADAL" clId="{6F9FAB1B-BF87-4C86-8CBB-A04DB701A215}" dt="2025-09-23T16:11:23.547" v="2059" actId="22"/>
        <pc:sldMkLst>
          <pc:docMk/>
          <pc:sldMk cId="2195027377" sldId="511"/>
        </pc:sldMkLst>
        <pc:spChg chg="add mod">
          <ac:chgData name="蕭兆翔" userId="c09afb0b-60c9-45d8-81f2-4d7aa859f4bf" providerId="ADAL" clId="{6F9FAB1B-BF87-4C86-8CBB-A04DB701A215}" dt="2025-09-23T16:10:24.152" v="2049" actId="20577"/>
          <ac:spMkLst>
            <pc:docMk/>
            <pc:sldMk cId="2195027377" sldId="511"/>
            <ac:spMk id="5" creationId="{833B4677-0B74-1DF1-E78D-54D588B6BA2F}"/>
          </ac:spMkLst>
        </pc:spChg>
        <pc:spChg chg="add mod">
          <ac:chgData name="蕭兆翔" userId="c09afb0b-60c9-45d8-81f2-4d7aa859f4bf" providerId="ADAL" clId="{6F9FAB1B-BF87-4C86-8CBB-A04DB701A215}" dt="2025-09-23T16:11:02.022" v="2057" actId="1076"/>
          <ac:spMkLst>
            <pc:docMk/>
            <pc:sldMk cId="2195027377" sldId="511"/>
            <ac:spMk id="7" creationId="{426AB0DC-8140-EEF4-73D4-0D9FE4EB979B}"/>
          </ac:spMkLst>
        </pc:spChg>
        <pc:spChg chg="add del">
          <ac:chgData name="蕭兆翔" userId="c09afb0b-60c9-45d8-81f2-4d7aa859f4bf" providerId="ADAL" clId="{6F9FAB1B-BF87-4C86-8CBB-A04DB701A215}" dt="2025-09-23T16:11:23.547" v="2059" actId="22"/>
          <ac:spMkLst>
            <pc:docMk/>
            <pc:sldMk cId="2195027377" sldId="511"/>
            <ac:spMk id="9" creationId="{D01FACB8-AEE1-1684-1F7B-C1979086E882}"/>
          </ac:spMkLst>
        </pc:spChg>
        <pc:picChg chg="mod">
          <ac:chgData name="蕭兆翔" userId="c09afb0b-60c9-45d8-81f2-4d7aa859f4bf" providerId="ADAL" clId="{6F9FAB1B-BF87-4C86-8CBB-A04DB701A215}" dt="2025-09-23T16:10:20.485" v="2038" actId="1076"/>
          <ac:picMkLst>
            <pc:docMk/>
            <pc:sldMk cId="2195027377" sldId="511"/>
            <ac:picMk id="3" creationId="{41420404-516A-452B-8037-9A000F49BC9C}"/>
          </ac:picMkLst>
        </pc:picChg>
      </pc:sldChg>
      <pc:sldChg chg="addSp modSp add mod">
        <pc:chgData name="蕭兆翔" userId="c09afb0b-60c9-45d8-81f2-4d7aa859f4bf" providerId="ADAL" clId="{6F9FAB1B-BF87-4C86-8CBB-A04DB701A215}" dt="2025-09-23T16:13:44.191" v="2162" actId="1076"/>
        <pc:sldMkLst>
          <pc:docMk/>
          <pc:sldMk cId="10142675" sldId="512"/>
        </pc:sldMkLst>
        <pc:spChg chg="add mod">
          <ac:chgData name="蕭兆翔" userId="c09afb0b-60c9-45d8-81f2-4d7aa859f4bf" providerId="ADAL" clId="{6F9FAB1B-BF87-4C86-8CBB-A04DB701A215}" dt="2025-09-23T16:13:44.191" v="2162" actId="1076"/>
          <ac:spMkLst>
            <pc:docMk/>
            <pc:sldMk cId="10142675" sldId="512"/>
            <ac:spMk id="5" creationId="{BA484F68-A321-948D-1D87-44853CF003B7}"/>
          </ac:spMkLst>
        </pc:spChg>
        <pc:spChg chg="add mod">
          <ac:chgData name="蕭兆翔" userId="c09afb0b-60c9-45d8-81f2-4d7aa859f4bf" providerId="ADAL" clId="{6F9FAB1B-BF87-4C86-8CBB-A04DB701A215}" dt="2025-09-23T16:13:11.557" v="2150" actId="20577"/>
          <ac:spMkLst>
            <pc:docMk/>
            <pc:sldMk cId="10142675" sldId="512"/>
            <ac:spMk id="6" creationId="{8879880B-C975-EB0F-6574-F5EB104481D3}"/>
          </ac:spMkLst>
        </pc:spChg>
        <pc:spChg chg="add mod">
          <ac:chgData name="蕭兆翔" userId="c09afb0b-60c9-45d8-81f2-4d7aa859f4bf" providerId="ADAL" clId="{6F9FAB1B-BF87-4C86-8CBB-A04DB701A215}" dt="2025-09-23T16:13:35.790" v="2161" actId="1076"/>
          <ac:spMkLst>
            <pc:docMk/>
            <pc:sldMk cId="10142675" sldId="512"/>
            <ac:spMk id="8" creationId="{CEC1F651-A135-9F55-4CEC-61FB5A381396}"/>
          </ac:spMkLst>
        </pc:spChg>
        <pc:picChg chg="mod">
          <ac:chgData name="蕭兆翔" userId="c09afb0b-60c9-45d8-81f2-4d7aa859f4bf" providerId="ADAL" clId="{6F9FAB1B-BF87-4C86-8CBB-A04DB701A215}" dt="2025-09-23T16:13:44.191" v="2162" actId="1076"/>
          <ac:picMkLst>
            <pc:docMk/>
            <pc:sldMk cId="10142675" sldId="512"/>
            <ac:picMk id="3" creationId="{9AE7B659-2A94-4A69-A6AE-756F0218A8E8}"/>
          </ac:picMkLst>
        </pc:picChg>
        <pc:picChg chg="add mod">
          <ac:chgData name="蕭兆翔" userId="c09afb0b-60c9-45d8-81f2-4d7aa859f4bf" providerId="ADAL" clId="{6F9FAB1B-BF87-4C86-8CBB-A04DB701A215}" dt="2025-09-23T16:13:15.641" v="2152" actId="1076"/>
          <ac:picMkLst>
            <pc:docMk/>
            <pc:sldMk cId="10142675" sldId="512"/>
            <ac:picMk id="3074" creationId="{569718E0-DA4B-DDBE-D7B4-DA51124AB6DF}"/>
          </ac:picMkLst>
        </pc:picChg>
      </pc:sldChg>
      <pc:sldChg chg="addSp modSp add mod">
        <pc:chgData name="蕭兆翔" userId="c09afb0b-60c9-45d8-81f2-4d7aa859f4bf" providerId="ADAL" clId="{6F9FAB1B-BF87-4C86-8CBB-A04DB701A215}" dt="2025-09-23T16:15:31.079" v="2184" actId="1076"/>
        <pc:sldMkLst>
          <pc:docMk/>
          <pc:sldMk cId="2986085488" sldId="513"/>
        </pc:sldMkLst>
        <pc:spChg chg="add mod">
          <ac:chgData name="蕭兆翔" userId="c09afb0b-60c9-45d8-81f2-4d7aa859f4bf" providerId="ADAL" clId="{6F9FAB1B-BF87-4C86-8CBB-A04DB701A215}" dt="2025-09-23T16:15:28.810" v="2183" actId="20577"/>
          <ac:spMkLst>
            <pc:docMk/>
            <pc:sldMk cId="2986085488" sldId="513"/>
            <ac:spMk id="4" creationId="{C7B20333-8234-2F6B-A4EE-51A0BFD97945}"/>
          </ac:spMkLst>
        </pc:spChg>
        <pc:picChg chg="mod">
          <ac:chgData name="蕭兆翔" userId="c09afb0b-60c9-45d8-81f2-4d7aa859f4bf" providerId="ADAL" clId="{6F9FAB1B-BF87-4C86-8CBB-A04DB701A215}" dt="2025-09-23T16:15:31.079" v="2184" actId="1076"/>
          <ac:picMkLst>
            <pc:docMk/>
            <pc:sldMk cId="2986085488" sldId="513"/>
            <ac:picMk id="3" creationId="{D0E59FC6-94E8-49D7-8D78-4683D620B7AB}"/>
          </ac:picMkLst>
        </pc:picChg>
      </pc:sldChg>
      <pc:sldChg chg="addSp delSp modSp add mod">
        <pc:chgData name="蕭兆翔" userId="c09afb0b-60c9-45d8-81f2-4d7aa859f4bf" providerId="ADAL" clId="{6F9FAB1B-BF87-4C86-8CBB-A04DB701A215}" dt="2025-09-23T16:20:27.131" v="2323" actId="1076"/>
        <pc:sldMkLst>
          <pc:docMk/>
          <pc:sldMk cId="744828999" sldId="514"/>
        </pc:sldMkLst>
        <pc:spChg chg="add mod">
          <ac:chgData name="蕭兆翔" userId="c09afb0b-60c9-45d8-81f2-4d7aa859f4bf" providerId="ADAL" clId="{6F9FAB1B-BF87-4C86-8CBB-A04DB701A215}" dt="2025-09-23T16:18:52.071" v="2292" actId="20577"/>
          <ac:spMkLst>
            <pc:docMk/>
            <pc:sldMk cId="744828999" sldId="514"/>
            <ac:spMk id="4" creationId="{1F1D9D8D-54BE-F075-C27B-4A31A2ABF5D2}"/>
          </ac:spMkLst>
        </pc:spChg>
        <pc:spChg chg="add mod">
          <ac:chgData name="蕭兆翔" userId="c09afb0b-60c9-45d8-81f2-4d7aa859f4bf" providerId="ADAL" clId="{6F9FAB1B-BF87-4C86-8CBB-A04DB701A215}" dt="2025-09-23T16:20:27.131" v="2323" actId="1076"/>
          <ac:spMkLst>
            <pc:docMk/>
            <pc:sldMk cId="744828999" sldId="514"/>
            <ac:spMk id="7" creationId="{EE485AB8-AFAF-861C-6538-80A575333B41}"/>
          </ac:spMkLst>
        </pc:spChg>
        <pc:picChg chg="del mod">
          <ac:chgData name="蕭兆翔" userId="c09afb0b-60c9-45d8-81f2-4d7aa859f4bf" providerId="ADAL" clId="{6F9FAB1B-BF87-4C86-8CBB-A04DB701A215}" dt="2025-09-23T16:18:35.270" v="2244" actId="478"/>
          <ac:picMkLst>
            <pc:docMk/>
            <pc:sldMk cId="744828999" sldId="514"/>
            <ac:picMk id="3" creationId="{B3236C39-CBBB-4A57-BCD5-0B00020DFC3E}"/>
          </ac:picMkLst>
        </pc:picChg>
        <pc:picChg chg="add del mod">
          <ac:chgData name="蕭兆翔" userId="c09afb0b-60c9-45d8-81f2-4d7aa859f4bf" providerId="ADAL" clId="{6F9FAB1B-BF87-4C86-8CBB-A04DB701A215}" dt="2025-09-23T16:18:34.773" v="2243" actId="478"/>
          <ac:picMkLst>
            <pc:docMk/>
            <pc:sldMk cId="744828999" sldId="514"/>
            <ac:picMk id="6" creationId="{B5973D9A-4D10-1659-F940-49AAAC5C3D28}"/>
          </ac:picMkLst>
        </pc:picChg>
        <pc:picChg chg="add mod">
          <ac:chgData name="蕭兆翔" userId="c09afb0b-60c9-45d8-81f2-4d7aa859f4bf" providerId="ADAL" clId="{6F9FAB1B-BF87-4C86-8CBB-A04DB701A215}" dt="2025-09-23T16:19:44.663" v="2296" actId="1076"/>
          <ac:picMkLst>
            <pc:docMk/>
            <pc:sldMk cId="744828999" sldId="514"/>
            <ac:picMk id="4098" creationId="{CCC84F57-DC71-9D3A-701D-F2718A718722}"/>
          </ac:picMkLst>
        </pc:picChg>
        <pc:cxnChg chg="add mod">
          <ac:chgData name="蕭兆翔" userId="c09afb0b-60c9-45d8-81f2-4d7aa859f4bf" providerId="ADAL" clId="{6F9FAB1B-BF87-4C86-8CBB-A04DB701A215}" dt="2025-09-23T16:20:24.937" v="2322" actId="208"/>
          <ac:cxnSpMkLst>
            <pc:docMk/>
            <pc:sldMk cId="744828999" sldId="514"/>
            <ac:cxnSpMk id="9" creationId="{BB639A6D-734A-1876-6907-1585833B952A}"/>
          </ac:cxnSpMkLst>
        </pc:cxnChg>
      </pc:sldChg>
      <pc:sldChg chg="add">
        <pc:chgData name="蕭兆翔" userId="c09afb0b-60c9-45d8-81f2-4d7aa859f4bf" providerId="ADAL" clId="{6F9FAB1B-BF87-4C86-8CBB-A04DB701A215}" dt="2025-09-23T06:12:19.887" v="0"/>
        <pc:sldMkLst>
          <pc:docMk/>
          <pc:sldMk cId="1739553730" sldId="515"/>
        </pc:sldMkLst>
      </pc:sldChg>
      <pc:sldChg chg="addSp modSp add mod ord">
        <pc:chgData name="蕭兆翔" userId="c09afb0b-60c9-45d8-81f2-4d7aa859f4bf" providerId="ADAL" clId="{6F9FAB1B-BF87-4C86-8CBB-A04DB701A215}" dt="2025-09-23T16:25:42.996" v="2365" actId="14100"/>
        <pc:sldMkLst>
          <pc:docMk/>
          <pc:sldMk cId="1719998429" sldId="516"/>
        </pc:sldMkLst>
        <pc:spChg chg="add mod">
          <ac:chgData name="蕭兆翔" userId="c09afb0b-60c9-45d8-81f2-4d7aa859f4bf" providerId="ADAL" clId="{6F9FAB1B-BF87-4C86-8CBB-A04DB701A215}" dt="2025-09-23T16:25:38.008" v="2362" actId="20577"/>
          <ac:spMkLst>
            <pc:docMk/>
            <pc:sldMk cId="1719998429" sldId="516"/>
            <ac:spMk id="4" creationId="{24B6EDE4-A02A-458C-AACA-E8120471B406}"/>
          </ac:spMkLst>
        </pc:spChg>
        <pc:picChg chg="mod">
          <ac:chgData name="蕭兆翔" userId="c09afb0b-60c9-45d8-81f2-4d7aa859f4bf" providerId="ADAL" clId="{6F9FAB1B-BF87-4C86-8CBB-A04DB701A215}" dt="2025-09-23T16:25:42.996" v="2365" actId="14100"/>
          <ac:picMkLst>
            <pc:docMk/>
            <pc:sldMk cId="1719998429" sldId="516"/>
            <ac:picMk id="3" creationId="{83515C39-55F3-4420-BE71-E7376D7AAB84}"/>
          </ac:picMkLst>
        </pc:picChg>
      </pc:sldChg>
      <pc:sldChg chg="add ord">
        <pc:chgData name="蕭兆翔" userId="c09afb0b-60c9-45d8-81f2-4d7aa859f4bf" providerId="ADAL" clId="{6F9FAB1B-BF87-4C86-8CBB-A04DB701A215}" dt="2025-09-23T09:58:49.802" v="1240"/>
        <pc:sldMkLst>
          <pc:docMk/>
          <pc:sldMk cId="3675952511" sldId="517"/>
        </pc:sldMkLst>
      </pc:sldChg>
      <pc:sldChg chg="modSp add mod ord">
        <pc:chgData name="蕭兆翔" userId="c09afb0b-60c9-45d8-81f2-4d7aa859f4bf" providerId="ADAL" clId="{6F9FAB1B-BF87-4C86-8CBB-A04DB701A215}" dt="2025-09-23T16:24:03.542" v="2324" actId="1076"/>
        <pc:sldMkLst>
          <pc:docMk/>
          <pc:sldMk cId="2106695966" sldId="518"/>
        </pc:sldMkLst>
        <pc:picChg chg="mod">
          <ac:chgData name="蕭兆翔" userId="c09afb0b-60c9-45d8-81f2-4d7aa859f4bf" providerId="ADAL" clId="{6F9FAB1B-BF87-4C86-8CBB-A04DB701A215}" dt="2025-09-23T16:24:03.542" v="2324" actId="1076"/>
          <ac:picMkLst>
            <pc:docMk/>
            <pc:sldMk cId="2106695966" sldId="518"/>
            <ac:picMk id="3" creationId="{518D2887-CF8E-4198-B85F-2D91A5072C94}"/>
          </ac:picMkLst>
        </pc:picChg>
      </pc:sldChg>
      <pc:sldChg chg="addSp modSp add mod">
        <pc:chgData name="蕭兆翔" userId="c09afb0b-60c9-45d8-81f2-4d7aa859f4bf" providerId="ADAL" clId="{6F9FAB1B-BF87-4C86-8CBB-A04DB701A215}" dt="2025-09-23T16:25:52.201" v="2368" actId="1076"/>
        <pc:sldMkLst>
          <pc:docMk/>
          <pc:sldMk cId="1417403294" sldId="519"/>
        </pc:sldMkLst>
        <pc:spChg chg="add mod">
          <ac:chgData name="蕭兆翔" userId="c09afb0b-60c9-45d8-81f2-4d7aa859f4bf" providerId="ADAL" clId="{6F9FAB1B-BF87-4C86-8CBB-A04DB701A215}" dt="2025-09-23T16:25:46.755" v="2366"/>
          <ac:spMkLst>
            <pc:docMk/>
            <pc:sldMk cId="1417403294" sldId="519"/>
            <ac:spMk id="4" creationId="{76D9CAF4-2397-0001-3194-83C384288EBA}"/>
          </ac:spMkLst>
        </pc:spChg>
        <pc:picChg chg="mod">
          <ac:chgData name="蕭兆翔" userId="c09afb0b-60c9-45d8-81f2-4d7aa859f4bf" providerId="ADAL" clId="{6F9FAB1B-BF87-4C86-8CBB-A04DB701A215}" dt="2025-09-23T16:25:52.201" v="2368" actId="1076"/>
          <ac:picMkLst>
            <pc:docMk/>
            <pc:sldMk cId="1417403294" sldId="519"/>
            <ac:picMk id="3" creationId="{72F19C98-CEDD-49BE-BEA9-F50C21CFC65B}"/>
          </ac:picMkLst>
        </pc:picChg>
      </pc:sldChg>
      <pc:sldChg chg="addSp modSp add mod">
        <pc:chgData name="蕭兆翔" userId="c09afb0b-60c9-45d8-81f2-4d7aa859f4bf" providerId="ADAL" clId="{6F9FAB1B-BF87-4C86-8CBB-A04DB701A215}" dt="2025-09-23T16:26:29.807" v="2427" actId="20577"/>
        <pc:sldMkLst>
          <pc:docMk/>
          <pc:sldMk cId="2323586968" sldId="520"/>
        </pc:sldMkLst>
        <pc:spChg chg="add mod">
          <ac:chgData name="蕭兆翔" userId="c09afb0b-60c9-45d8-81f2-4d7aa859f4bf" providerId="ADAL" clId="{6F9FAB1B-BF87-4C86-8CBB-A04DB701A215}" dt="2025-09-23T16:26:29.807" v="2427" actId="20577"/>
          <ac:spMkLst>
            <pc:docMk/>
            <pc:sldMk cId="2323586968" sldId="520"/>
            <ac:spMk id="4" creationId="{94C5B3DF-2A1C-6ED1-7551-167BF8CB56CE}"/>
          </ac:spMkLst>
        </pc:spChg>
        <pc:picChg chg="mod">
          <ac:chgData name="蕭兆翔" userId="c09afb0b-60c9-45d8-81f2-4d7aa859f4bf" providerId="ADAL" clId="{6F9FAB1B-BF87-4C86-8CBB-A04DB701A215}" dt="2025-09-23T16:26:18.643" v="2370" actId="1076"/>
          <ac:picMkLst>
            <pc:docMk/>
            <pc:sldMk cId="2323586968" sldId="520"/>
            <ac:picMk id="3" creationId="{0A9D618E-3B7E-4A1C-8151-E7972B12461D}"/>
          </ac:picMkLst>
        </pc:picChg>
      </pc:sldChg>
      <pc:sldChg chg="addSp modSp add mod">
        <pc:chgData name="蕭兆翔" userId="c09afb0b-60c9-45d8-81f2-4d7aa859f4bf" providerId="ADAL" clId="{6F9FAB1B-BF87-4C86-8CBB-A04DB701A215}" dt="2025-09-23T16:28:19.982" v="2482" actId="20577"/>
        <pc:sldMkLst>
          <pc:docMk/>
          <pc:sldMk cId="335801494" sldId="521"/>
        </pc:sldMkLst>
        <pc:spChg chg="add mod">
          <ac:chgData name="蕭兆翔" userId="c09afb0b-60c9-45d8-81f2-4d7aa859f4bf" providerId="ADAL" clId="{6F9FAB1B-BF87-4C86-8CBB-A04DB701A215}" dt="2025-09-23T16:28:19.982" v="2482" actId="20577"/>
          <ac:spMkLst>
            <pc:docMk/>
            <pc:sldMk cId="335801494" sldId="521"/>
            <ac:spMk id="5" creationId="{584574D2-AE01-BCDF-14FE-B948569EA2A8}"/>
          </ac:spMkLst>
        </pc:spChg>
        <pc:picChg chg="mod">
          <ac:chgData name="蕭兆翔" userId="c09afb0b-60c9-45d8-81f2-4d7aa859f4bf" providerId="ADAL" clId="{6F9FAB1B-BF87-4C86-8CBB-A04DB701A215}" dt="2025-09-23T16:27:59.590" v="2430" actId="1076"/>
          <ac:picMkLst>
            <pc:docMk/>
            <pc:sldMk cId="335801494" sldId="521"/>
            <ac:picMk id="3" creationId="{4D12186D-E2AE-49B7-B228-52C0E51BC96C}"/>
          </ac:picMkLst>
        </pc:picChg>
      </pc:sldChg>
      <pc:sldChg chg="add">
        <pc:chgData name="蕭兆翔" userId="c09afb0b-60c9-45d8-81f2-4d7aa859f4bf" providerId="ADAL" clId="{6F9FAB1B-BF87-4C86-8CBB-A04DB701A215}" dt="2025-09-23T06:12:19.887" v="0"/>
        <pc:sldMkLst>
          <pc:docMk/>
          <pc:sldMk cId="2739725263" sldId="522"/>
        </pc:sldMkLst>
      </pc:sldChg>
      <pc:sldChg chg="addSp modSp add mod">
        <pc:chgData name="蕭兆翔" userId="c09afb0b-60c9-45d8-81f2-4d7aa859f4bf" providerId="ADAL" clId="{6F9FAB1B-BF87-4C86-8CBB-A04DB701A215}" dt="2025-09-23T16:34:17.014" v="2607" actId="208"/>
        <pc:sldMkLst>
          <pc:docMk/>
          <pc:sldMk cId="2452326512" sldId="523"/>
        </pc:sldMkLst>
        <pc:spChg chg="mod">
          <ac:chgData name="蕭兆翔" userId="c09afb0b-60c9-45d8-81f2-4d7aa859f4bf" providerId="ADAL" clId="{6F9FAB1B-BF87-4C86-8CBB-A04DB701A215}" dt="2025-09-23T16:33:17.563" v="2563" actId="11530"/>
          <ac:spMkLst>
            <pc:docMk/>
            <pc:sldMk cId="2452326512" sldId="523"/>
            <ac:spMk id="4" creationId="{C476B323-9551-4B7B-9E6A-13684C66ACE4}"/>
          </ac:spMkLst>
        </pc:spChg>
        <pc:spChg chg="add mod">
          <ac:chgData name="蕭兆翔" userId="c09afb0b-60c9-45d8-81f2-4d7aa859f4bf" providerId="ADAL" clId="{6F9FAB1B-BF87-4C86-8CBB-A04DB701A215}" dt="2025-09-23T16:31:12.483" v="2525" actId="20577"/>
          <ac:spMkLst>
            <pc:docMk/>
            <pc:sldMk cId="2452326512" sldId="523"/>
            <ac:spMk id="5" creationId="{28D1F6CB-2428-1FAB-CE3D-068A8BAD8E91}"/>
          </ac:spMkLst>
        </pc:spChg>
        <pc:spChg chg="add mod">
          <ac:chgData name="蕭兆翔" userId="c09afb0b-60c9-45d8-81f2-4d7aa859f4bf" providerId="ADAL" clId="{6F9FAB1B-BF87-4C86-8CBB-A04DB701A215}" dt="2025-09-23T16:34:15.266" v="2606" actId="1076"/>
          <ac:spMkLst>
            <pc:docMk/>
            <pc:sldMk cId="2452326512" sldId="523"/>
            <ac:spMk id="8" creationId="{088AECA5-7466-DC20-B9AF-1CEC04017881}"/>
          </ac:spMkLst>
        </pc:spChg>
        <pc:picChg chg="mod">
          <ac:chgData name="蕭兆翔" userId="c09afb0b-60c9-45d8-81f2-4d7aa859f4bf" providerId="ADAL" clId="{6F9FAB1B-BF87-4C86-8CBB-A04DB701A215}" dt="2025-09-23T16:32:38.718" v="2541" actId="1076"/>
          <ac:picMkLst>
            <pc:docMk/>
            <pc:sldMk cId="2452326512" sldId="523"/>
            <ac:picMk id="3" creationId="{29FBEE1E-E2E1-4A00-B96F-F1ED0C7BC953}"/>
          </ac:picMkLst>
        </pc:picChg>
        <pc:picChg chg="add mod">
          <ac:chgData name="蕭兆翔" userId="c09afb0b-60c9-45d8-81f2-4d7aa859f4bf" providerId="ADAL" clId="{6F9FAB1B-BF87-4C86-8CBB-A04DB701A215}" dt="2025-09-23T16:33:24.653" v="2564" actId="1076"/>
          <ac:picMkLst>
            <pc:docMk/>
            <pc:sldMk cId="2452326512" sldId="523"/>
            <ac:picMk id="7" creationId="{E71B02CE-A051-8690-17F5-06B6E47B7A3B}"/>
          </ac:picMkLst>
        </pc:picChg>
        <pc:picChg chg="add mod">
          <ac:chgData name="蕭兆翔" userId="c09afb0b-60c9-45d8-81f2-4d7aa859f4bf" providerId="ADAL" clId="{6F9FAB1B-BF87-4C86-8CBB-A04DB701A215}" dt="2025-09-23T16:33:46.465" v="2569" actId="1076"/>
          <ac:picMkLst>
            <pc:docMk/>
            <pc:sldMk cId="2452326512" sldId="523"/>
            <ac:picMk id="6146" creationId="{647D5DD6-0B65-635B-3C3F-B211E944668E}"/>
          </ac:picMkLst>
        </pc:picChg>
        <pc:cxnChg chg="add mod">
          <ac:chgData name="蕭兆翔" userId="c09afb0b-60c9-45d8-81f2-4d7aa859f4bf" providerId="ADAL" clId="{6F9FAB1B-BF87-4C86-8CBB-A04DB701A215}" dt="2025-09-23T16:34:17.014" v="2607" actId="208"/>
          <ac:cxnSpMkLst>
            <pc:docMk/>
            <pc:sldMk cId="2452326512" sldId="523"/>
            <ac:cxnSpMk id="10" creationId="{207927E0-F539-0EB4-6FC9-A5D267453DA1}"/>
          </ac:cxnSpMkLst>
        </pc:cxnChg>
      </pc:sldChg>
      <pc:sldChg chg="addSp delSp modSp new mod">
        <pc:chgData name="蕭兆翔" userId="c09afb0b-60c9-45d8-81f2-4d7aa859f4bf" providerId="ADAL" clId="{6F9FAB1B-BF87-4C86-8CBB-A04DB701A215}" dt="2025-09-23T09:11:31.688" v="868" actId="1076"/>
        <pc:sldMkLst>
          <pc:docMk/>
          <pc:sldMk cId="3866228228" sldId="524"/>
        </pc:sldMkLst>
        <pc:spChg chg="add mod">
          <ac:chgData name="蕭兆翔" userId="c09afb0b-60c9-45d8-81f2-4d7aa859f4bf" providerId="ADAL" clId="{6F9FAB1B-BF87-4C86-8CBB-A04DB701A215}" dt="2025-09-23T07:38:34.308" v="542" actId="20577"/>
          <ac:spMkLst>
            <pc:docMk/>
            <pc:sldMk cId="3866228228" sldId="524"/>
            <ac:spMk id="2" creationId="{5727BCCD-E35F-ED63-1F14-4746A1F8B604}"/>
          </ac:spMkLst>
        </pc:spChg>
        <pc:spChg chg="add mod">
          <ac:chgData name="蕭兆翔" userId="c09afb0b-60c9-45d8-81f2-4d7aa859f4bf" providerId="ADAL" clId="{6F9FAB1B-BF87-4C86-8CBB-A04DB701A215}" dt="2025-09-23T09:11:24.375" v="864" actId="1076"/>
          <ac:spMkLst>
            <pc:docMk/>
            <pc:sldMk cId="3866228228" sldId="524"/>
            <ac:spMk id="10" creationId="{2D3C7509-3E73-B03C-3713-95687EE933A5}"/>
          </ac:spMkLst>
        </pc:spChg>
        <pc:spChg chg="add mod">
          <ac:chgData name="蕭兆翔" userId="c09afb0b-60c9-45d8-81f2-4d7aa859f4bf" providerId="ADAL" clId="{6F9FAB1B-BF87-4C86-8CBB-A04DB701A215}" dt="2025-09-23T09:11:24.375" v="864" actId="1076"/>
          <ac:spMkLst>
            <pc:docMk/>
            <pc:sldMk cId="3866228228" sldId="524"/>
            <ac:spMk id="28" creationId="{51D0A038-7A29-9594-2EB1-DEE9D854F6F2}"/>
          </ac:spMkLst>
        </pc:spChg>
        <pc:spChg chg="add mod">
          <ac:chgData name="蕭兆翔" userId="c09afb0b-60c9-45d8-81f2-4d7aa859f4bf" providerId="ADAL" clId="{6F9FAB1B-BF87-4C86-8CBB-A04DB701A215}" dt="2025-09-23T09:11:24.375" v="864" actId="1076"/>
          <ac:spMkLst>
            <pc:docMk/>
            <pc:sldMk cId="3866228228" sldId="524"/>
            <ac:spMk id="29" creationId="{A914905E-5213-F062-F1B6-B13227131FEF}"/>
          </ac:spMkLst>
        </pc:spChg>
        <pc:picChg chg="add del mod ord modCrop">
          <ac:chgData name="蕭兆翔" userId="c09afb0b-60c9-45d8-81f2-4d7aa859f4bf" providerId="ADAL" clId="{6F9FAB1B-BF87-4C86-8CBB-A04DB701A215}" dt="2025-09-23T09:06:36.966" v="766" actId="478"/>
          <ac:picMkLst>
            <pc:docMk/>
            <pc:sldMk cId="3866228228" sldId="524"/>
            <ac:picMk id="4" creationId="{33460492-0B32-3F97-803D-D4904E4A2875}"/>
          </ac:picMkLst>
        </pc:picChg>
        <pc:picChg chg="add mod">
          <ac:chgData name="蕭兆翔" userId="c09afb0b-60c9-45d8-81f2-4d7aa859f4bf" providerId="ADAL" clId="{6F9FAB1B-BF87-4C86-8CBB-A04DB701A215}" dt="2025-09-23T09:11:24.375" v="864" actId="1076"/>
          <ac:picMkLst>
            <pc:docMk/>
            <pc:sldMk cId="3866228228" sldId="524"/>
            <ac:picMk id="6" creationId="{B81C468A-04B6-D27A-E30E-91DCD17237F7}"/>
          </ac:picMkLst>
        </pc:picChg>
        <pc:picChg chg="add del mod modCrop">
          <ac:chgData name="蕭兆翔" userId="c09afb0b-60c9-45d8-81f2-4d7aa859f4bf" providerId="ADAL" clId="{6F9FAB1B-BF87-4C86-8CBB-A04DB701A215}" dt="2025-09-23T09:06:37.441" v="767" actId="478"/>
          <ac:picMkLst>
            <pc:docMk/>
            <pc:sldMk cId="3866228228" sldId="524"/>
            <ac:picMk id="8" creationId="{39DE1779-05A9-5A82-0F01-969AE3828139}"/>
          </ac:picMkLst>
        </pc:picChg>
        <pc:picChg chg="add del mod">
          <ac:chgData name="蕭兆翔" userId="c09afb0b-60c9-45d8-81f2-4d7aa859f4bf" providerId="ADAL" clId="{6F9FAB1B-BF87-4C86-8CBB-A04DB701A215}" dt="2025-09-23T09:06:36.562" v="765" actId="478"/>
          <ac:picMkLst>
            <pc:docMk/>
            <pc:sldMk cId="3866228228" sldId="524"/>
            <ac:picMk id="9" creationId="{46313D91-5005-B051-FC93-61F5DEF5FB8A}"/>
          </ac:picMkLst>
        </pc:picChg>
        <pc:picChg chg="add mod">
          <ac:chgData name="蕭兆翔" userId="c09afb0b-60c9-45d8-81f2-4d7aa859f4bf" providerId="ADAL" clId="{6F9FAB1B-BF87-4C86-8CBB-A04DB701A215}" dt="2025-09-23T09:11:31.688" v="868" actId="1076"/>
          <ac:picMkLst>
            <pc:docMk/>
            <pc:sldMk cId="3866228228" sldId="524"/>
            <ac:picMk id="6146" creationId="{9D762E0E-C65F-884C-B320-2260E4A39CE4}"/>
          </ac:picMkLst>
        </pc:picChg>
        <pc:cxnChg chg="add mod">
          <ac:chgData name="蕭兆翔" userId="c09afb0b-60c9-45d8-81f2-4d7aa859f4bf" providerId="ADAL" clId="{6F9FAB1B-BF87-4C86-8CBB-A04DB701A215}" dt="2025-09-23T09:11:24.375" v="864" actId="1076"/>
          <ac:cxnSpMkLst>
            <pc:docMk/>
            <pc:sldMk cId="3866228228" sldId="524"/>
            <ac:cxnSpMk id="12" creationId="{B5DFB28E-D178-4131-023B-EF46567BCB04}"/>
          </ac:cxnSpMkLst>
        </pc:cxnChg>
        <pc:cxnChg chg="add mod">
          <ac:chgData name="蕭兆翔" userId="c09afb0b-60c9-45d8-81f2-4d7aa859f4bf" providerId="ADAL" clId="{6F9FAB1B-BF87-4C86-8CBB-A04DB701A215}" dt="2025-09-23T09:07:54.865" v="804" actId="14100"/>
          <ac:cxnSpMkLst>
            <pc:docMk/>
            <pc:sldMk cId="3866228228" sldId="524"/>
            <ac:cxnSpMk id="13" creationId="{546CFADB-6848-614F-B4FC-B92C66E31132}"/>
          </ac:cxnSpMkLst>
        </pc:cxnChg>
        <pc:cxnChg chg="add mod">
          <ac:chgData name="蕭兆翔" userId="c09afb0b-60c9-45d8-81f2-4d7aa859f4bf" providerId="ADAL" clId="{6F9FAB1B-BF87-4C86-8CBB-A04DB701A215}" dt="2025-09-23T09:07:24.660" v="798" actId="14100"/>
          <ac:cxnSpMkLst>
            <pc:docMk/>
            <pc:sldMk cId="3866228228" sldId="524"/>
            <ac:cxnSpMk id="16" creationId="{8C73DB0E-D5DA-D0D0-DBF8-8DCD950101EE}"/>
          </ac:cxnSpMkLst>
        </pc:cxnChg>
        <pc:cxnChg chg="add mod">
          <ac:chgData name="蕭兆翔" userId="c09afb0b-60c9-45d8-81f2-4d7aa859f4bf" providerId="ADAL" clId="{6F9FAB1B-BF87-4C86-8CBB-A04DB701A215}" dt="2025-09-23T09:11:24.375" v="864" actId="1076"/>
          <ac:cxnSpMkLst>
            <pc:docMk/>
            <pc:sldMk cId="3866228228" sldId="524"/>
            <ac:cxnSpMk id="18" creationId="{EC717154-60D7-2732-1DFF-439889311DFF}"/>
          </ac:cxnSpMkLst>
        </pc:cxnChg>
        <pc:cxnChg chg="add mod">
          <ac:chgData name="蕭兆翔" userId="c09afb0b-60c9-45d8-81f2-4d7aa859f4bf" providerId="ADAL" clId="{6F9FAB1B-BF87-4C86-8CBB-A04DB701A215}" dt="2025-09-23T09:11:24.375" v="864" actId="1076"/>
          <ac:cxnSpMkLst>
            <pc:docMk/>
            <pc:sldMk cId="3866228228" sldId="524"/>
            <ac:cxnSpMk id="25" creationId="{EBEDB60D-969F-9BCC-782B-D176B0D8A066}"/>
          </ac:cxnSpMkLst>
        </pc:cxnChg>
        <pc:cxnChg chg="add mod">
          <ac:chgData name="蕭兆翔" userId="c09afb0b-60c9-45d8-81f2-4d7aa859f4bf" providerId="ADAL" clId="{6F9FAB1B-BF87-4C86-8CBB-A04DB701A215}" dt="2025-09-23T09:09:45.060" v="851" actId="14100"/>
          <ac:cxnSpMkLst>
            <pc:docMk/>
            <pc:sldMk cId="3866228228" sldId="524"/>
            <ac:cxnSpMk id="31" creationId="{6EE7BD04-049D-1ADA-3F70-404950134FD5}"/>
          </ac:cxnSpMkLst>
        </pc:cxnChg>
        <pc:cxnChg chg="add mod">
          <ac:chgData name="蕭兆翔" userId="c09afb0b-60c9-45d8-81f2-4d7aa859f4bf" providerId="ADAL" clId="{6F9FAB1B-BF87-4C86-8CBB-A04DB701A215}" dt="2025-09-23T09:10:15.099" v="861" actId="14100"/>
          <ac:cxnSpMkLst>
            <pc:docMk/>
            <pc:sldMk cId="3866228228" sldId="524"/>
            <ac:cxnSpMk id="32" creationId="{A3B80E47-47EA-1339-50AC-2B88FC43DC26}"/>
          </ac:cxnSpMkLst>
        </pc:cxnChg>
        <pc:cxnChg chg="add mod">
          <ac:chgData name="蕭兆翔" userId="c09afb0b-60c9-45d8-81f2-4d7aa859f4bf" providerId="ADAL" clId="{6F9FAB1B-BF87-4C86-8CBB-A04DB701A215}" dt="2025-09-23T09:11:24.375" v="864" actId="1076"/>
          <ac:cxnSpMkLst>
            <pc:docMk/>
            <pc:sldMk cId="3866228228" sldId="524"/>
            <ac:cxnSpMk id="35" creationId="{56992C98-91C3-CB1A-F9E9-3602B53AA852}"/>
          </ac:cxnSpMkLst>
        </pc:cxnChg>
        <pc:cxnChg chg="add mod">
          <ac:chgData name="蕭兆翔" userId="c09afb0b-60c9-45d8-81f2-4d7aa859f4bf" providerId="ADAL" clId="{6F9FAB1B-BF87-4C86-8CBB-A04DB701A215}" dt="2025-09-23T09:09:52.077" v="853" actId="14100"/>
          <ac:cxnSpMkLst>
            <pc:docMk/>
            <pc:sldMk cId="3866228228" sldId="524"/>
            <ac:cxnSpMk id="38" creationId="{441B1BEA-0B93-4801-19A4-58071793E664}"/>
          </ac:cxnSpMkLst>
        </pc:cxnChg>
        <pc:cxnChg chg="add mod">
          <ac:chgData name="蕭兆翔" userId="c09afb0b-60c9-45d8-81f2-4d7aa859f4bf" providerId="ADAL" clId="{6F9FAB1B-BF87-4C86-8CBB-A04DB701A215}" dt="2025-09-23T09:09:37.340" v="849" actId="14100"/>
          <ac:cxnSpMkLst>
            <pc:docMk/>
            <pc:sldMk cId="3866228228" sldId="524"/>
            <ac:cxnSpMk id="41" creationId="{F7266F80-4A48-AFCF-9C3D-8CBD78D2F091}"/>
          </ac:cxnSpMkLst>
        </pc:cxnChg>
        <pc:cxnChg chg="add mod">
          <ac:chgData name="蕭兆翔" userId="c09afb0b-60c9-45d8-81f2-4d7aa859f4bf" providerId="ADAL" clId="{6F9FAB1B-BF87-4C86-8CBB-A04DB701A215}" dt="2025-09-23T09:11:24.375" v="864" actId="1076"/>
          <ac:cxnSpMkLst>
            <pc:docMk/>
            <pc:sldMk cId="3866228228" sldId="524"/>
            <ac:cxnSpMk id="44" creationId="{E5A558B9-1A30-E6C6-D2B1-92B92B25776D}"/>
          </ac:cxnSpMkLst>
        </pc:cxnChg>
        <pc:cxnChg chg="add mod">
          <ac:chgData name="蕭兆翔" userId="c09afb0b-60c9-45d8-81f2-4d7aa859f4bf" providerId="ADAL" clId="{6F9FAB1B-BF87-4C86-8CBB-A04DB701A215}" dt="2025-09-23T09:11:24.375" v="864" actId="1076"/>
          <ac:cxnSpMkLst>
            <pc:docMk/>
            <pc:sldMk cId="3866228228" sldId="524"/>
            <ac:cxnSpMk id="59" creationId="{CD323EE8-BCFD-0CDE-E091-BDEE77C2D382}"/>
          </ac:cxnSpMkLst>
        </pc:cxnChg>
      </pc:sldChg>
      <pc:sldChg chg="addSp delSp modSp add mod">
        <pc:chgData name="蕭兆翔" userId="c09afb0b-60c9-45d8-81f2-4d7aa859f4bf" providerId="ADAL" clId="{6F9FAB1B-BF87-4C86-8CBB-A04DB701A215}" dt="2025-09-23T09:06:23.814" v="764" actId="1076"/>
        <pc:sldMkLst>
          <pc:docMk/>
          <pc:sldMk cId="763597659" sldId="525"/>
        </pc:sldMkLst>
        <pc:spChg chg="add mod">
          <ac:chgData name="蕭兆翔" userId="c09afb0b-60c9-45d8-81f2-4d7aa859f4bf" providerId="ADAL" clId="{6F9FAB1B-BF87-4C86-8CBB-A04DB701A215}" dt="2025-09-23T09:06:23.814" v="764" actId="1076"/>
          <ac:spMkLst>
            <pc:docMk/>
            <pc:sldMk cId="763597659" sldId="525"/>
            <ac:spMk id="10" creationId="{B2B2FA69-9105-DFFB-3416-E0301728FF75}"/>
          </ac:spMkLst>
        </pc:spChg>
        <pc:spChg chg="add del mod">
          <ac:chgData name="蕭兆翔" userId="c09afb0b-60c9-45d8-81f2-4d7aa859f4bf" providerId="ADAL" clId="{6F9FAB1B-BF87-4C86-8CBB-A04DB701A215}" dt="2025-09-23T09:05:51.590" v="753" actId="478"/>
          <ac:spMkLst>
            <pc:docMk/>
            <pc:sldMk cId="763597659" sldId="525"/>
            <ac:spMk id="11" creationId="{7A83284B-C7A7-2A97-4B08-A17B21632666}"/>
          </ac:spMkLst>
        </pc:spChg>
        <pc:spChg chg="add mod">
          <ac:chgData name="蕭兆翔" userId="c09afb0b-60c9-45d8-81f2-4d7aa859f4bf" providerId="ADAL" clId="{6F9FAB1B-BF87-4C86-8CBB-A04DB701A215}" dt="2025-09-23T09:06:19.560" v="763" actId="1076"/>
          <ac:spMkLst>
            <pc:docMk/>
            <pc:sldMk cId="763597659" sldId="525"/>
            <ac:spMk id="17" creationId="{D70F3853-4A96-3528-57E7-5B44BB461C1A}"/>
          </ac:spMkLst>
        </pc:spChg>
        <pc:spChg chg="add mod">
          <ac:chgData name="蕭兆翔" userId="c09afb0b-60c9-45d8-81f2-4d7aa859f4bf" providerId="ADAL" clId="{6F9FAB1B-BF87-4C86-8CBB-A04DB701A215}" dt="2025-09-23T09:06:19.560" v="763" actId="1076"/>
          <ac:spMkLst>
            <pc:docMk/>
            <pc:sldMk cId="763597659" sldId="525"/>
            <ac:spMk id="18" creationId="{CE5A3480-2779-2AE2-0509-ABBEFE629C75}"/>
          </ac:spMkLst>
        </pc:spChg>
        <pc:picChg chg="add del mod modCrop">
          <ac:chgData name="蕭兆翔" userId="c09afb0b-60c9-45d8-81f2-4d7aa859f4bf" providerId="ADAL" clId="{6F9FAB1B-BF87-4C86-8CBB-A04DB701A215}" dt="2025-09-23T07:58:40.618" v="639" actId="478"/>
          <ac:picMkLst>
            <pc:docMk/>
            <pc:sldMk cId="763597659" sldId="525"/>
            <ac:picMk id="3" creationId="{A0186853-70F9-89B1-225C-1932F9C93E03}"/>
          </ac:picMkLst>
        </pc:picChg>
        <pc:picChg chg="del mod modCrop">
          <ac:chgData name="蕭兆翔" userId="c09afb0b-60c9-45d8-81f2-4d7aa859f4bf" providerId="ADAL" clId="{6F9FAB1B-BF87-4C86-8CBB-A04DB701A215}" dt="2025-09-23T07:58:02.433" v="619" actId="478"/>
          <ac:picMkLst>
            <pc:docMk/>
            <pc:sldMk cId="763597659" sldId="525"/>
            <ac:picMk id="4" creationId="{D7A9C4F3-BB99-47E8-AD0D-7B7917C8F403}"/>
          </ac:picMkLst>
        </pc:picChg>
        <pc:picChg chg="add mod modCrop">
          <ac:chgData name="蕭兆翔" userId="c09afb0b-60c9-45d8-81f2-4d7aa859f4bf" providerId="ADAL" clId="{6F9FAB1B-BF87-4C86-8CBB-A04DB701A215}" dt="2025-09-23T09:06:19.560" v="763" actId="1076"/>
          <ac:picMkLst>
            <pc:docMk/>
            <pc:sldMk cId="763597659" sldId="525"/>
            <ac:picMk id="5" creationId="{16245516-8354-0E82-12CB-E02652BD19ED}"/>
          </ac:picMkLst>
        </pc:picChg>
        <pc:picChg chg="del">
          <ac:chgData name="蕭兆翔" userId="c09afb0b-60c9-45d8-81f2-4d7aa859f4bf" providerId="ADAL" clId="{6F9FAB1B-BF87-4C86-8CBB-A04DB701A215}" dt="2025-09-23T07:54:51.551" v="581" actId="478"/>
          <ac:picMkLst>
            <pc:docMk/>
            <pc:sldMk cId="763597659" sldId="525"/>
            <ac:picMk id="6" creationId="{2146FC1F-E3A4-066C-0C08-504F28F72EFB}"/>
          </ac:picMkLst>
        </pc:picChg>
        <pc:picChg chg="add mod">
          <ac:chgData name="蕭兆翔" userId="c09afb0b-60c9-45d8-81f2-4d7aa859f4bf" providerId="ADAL" clId="{6F9FAB1B-BF87-4C86-8CBB-A04DB701A215}" dt="2025-09-23T09:06:19.560" v="763" actId="1076"/>
          <ac:picMkLst>
            <pc:docMk/>
            <pc:sldMk cId="763597659" sldId="525"/>
            <ac:picMk id="7" creationId="{6C185317-4B78-98CC-308C-C44C0537A98E}"/>
          </ac:picMkLst>
        </pc:picChg>
        <pc:picChg chg="mod">
          <ac:chgData name="蕭兆翔" userId="c09afb0b-60c9-45d8-81f2-4d7aa859f4bf" providerId="ADAL" clId="{6F9FAB1B-BF87-4C86-8CBB-A04DB701A215}" dt="2025-09-23T09:06:19.560" v="763" actId="1076"/>
          <ac:picMkLst>
            <pc:docMk/>
            <pc:sldMk cId="763597659" sldId="525"/>
            <ac:picMk id="8" creationId="{0B082B51-C1B7-947A-E3C8-C8A9D906C195}"/>
          </ac:picMkLst>
        </pc:picChg>
        <pc:picChg chg="del mod">
          <ac:chgData name="蕭兆翔" userId="c09afb0b-60c9-45d8-81f2-4d7aa859f4bf" providerId="ADAL" clId="{6F9FAB1B-BF87-4C86-8CBB-A04DB701A215}" dt="2025-09-23T07:56:50.588" v="601" actId="478"/>
          <ac:picMkLst>
            <pc:docMk/>
            <pc:sldMk cId="763597659" sldId="525"/>
            <ac:picMk id="9" creationId="{DD9D8FC4-4859-5EE2-0B39-CAFF545BE25E}"/>
          </ac:picMkLst>
        </pc:picChg>
        <pc:cxnChg chg="add mod">
          <ac:chgData name="蕭兆翔" userId="c09afb0b-60c9-45d8-81f2-4d7aa859f4bf" providerId="ADAL" clId="{6F9FAB1B-BF87-4C86-8CBB-A04DB701A215}" dt="2025-09-23T09:06:23.814" v="764" actId="1076"/>
          <ac:cxnSpMkLst>
            <pc:docMk/>
            <pc:sldMk cId="763597659" sldId="525"/>
            <ac:cxnSpMk id="13" creationId="{6A77549A-DF20-8AA2-D169-AEEEF7341BC7}"/>
          </ac:cxnSpMkLst>
        </pc:cxnChg>
        <pc:cxnChg chg="add mod">
          <ac:chgData name="蕭兆翔" userId="c09afb0b-60c9-45d8-81f2-4d7aa859f4bf" providerId="ADAL" clId="{6F9FAB1B-BF87-4C86-8CBB-A04DB701A215}" dt="2025-09-23T09:06:23.814" v="764" actId="1076"/>
          <ac:cxnSpMkLst>
            <pc:docMk/>
            <pc:sldMk cId="763597659" sldId="525"/>
            <ac:cxnSpMk id="14" creationId="{AC2F7FEA-C5B8-44DD-F11C-B3E3DCD908CB}"/>
          </ac:cxnSpMkLst>
        </pc:cxnChg>
      </pc:sldChg>
      <pc:sldChg chg="addSp delSp modSp new mod">
        <pc:chgData name="蕭兆翔" userId="c09afb0b-60c9-45d8-81f2-4d7aa859f4bf" providerId="ADAL" clId="{6F9FAB1B-BF87-4C86-8CBB-A04DB701A215}" dt="2025-09-23T15:14:00.770" v="1525" actId="1076"/>
        <pc:sldMkLst>
          <pc:docMk/>
          <pc:sldMk cId="3735797341" sldId="526"/>
        </pc:sldMkLst>
        <pc:spChg chg="add mod">
          <ac:chgData name="蕭兆翔" userId="c09afb0b-60c9-45d8-81f2-4d7aa859f4bf" providerId="ADAL" clId="{6F9FAB1B-BF87-4C86-8CBB-A04DB701A215}" dt="2025-09-23T15:13:56.613" v="1523" actId="207"/>
          <ac:spMkLst>
            <pc:docMk/>
            <pc:sldMk cId="3735797341" sldId="526"/>
            <ac:spMk id="2" creationId="{30DB8CC4-9EE2-DB74-6808-1D66805CFC21}"/>
          </ac:spMkLst>
        </pc:spChg>
        <pc:spChg chg="add mod">
          <ac:chgData name="蕭兆翔" userId="c09afb0b-60c9-45d8-81f2-4d7aa859f4bf" providerId="ADAL" clId="{6F9FAB1B-BF87-4C86-8CBB-A04DB701A215}" dt="2025-09-23T09:14:52.953" v="926" actId="20577"/>
          <ac:spMkLst>
            <pc:docMk/>
            <pc:sldMk cId="3735797341" sldId="526"/>
            <ac:spMk id="4" creationId="{F733C7EA-E397-A960-C998-ABA3E8E8784E}"/>
          </ac:spMkLst>
        </pc:spChg>
        <pc:spChg chg="add mod">
          <ac:chgData name="蕭兆翔" userId="c09afb0b-60c9-45d8-81f2-4d7aa859f4bf" providerId="ADAL" clId="{6F9FAB1B-BF87-4C86-8CBB-A04DB701A215}" dt="2025-09-23T09:26:16.784" v="1051" actId="207"/>
          <ac:spMkLst>
            <pc:docMk/>
            <pc:sldMk cId="3735797341" sldId="526"/>
            <ac:spMk id="11" creationId="{6AB5578A-4FD1-D05D-9F31-528490420E88}"/>
          </ac:spMkLst>
        </pc:spChg>
        <pc:spChg chg="add mod">
          <ac:chgData name="蕭兆翔" userId="c09afb0b-60c9-45d8-81f2-4d7aa859f4bf" providerId="ADAL" clId="{6F9FAB1B-BF87-4C86-8CBB-A04DB701A215}" dt="2025-09-23T09:26:36.609" v="1057" actId="1076"/>
          <ac:spMkLst>
            <pc:docMk/>
            <pc:sldMk cId="3735797341" sldId="526"/>
            <ac:spMk id="12" creationId="{28CFEEAF-1CFA-F0E1-F93D-2A38506C86F1}"/>
          </ac:spMkLst>
        </pc:spChg>
        <pc:spChg chg="add mod">
          <ac:chgData name="蕭兆翔" userId="c09afb0b-60c9-45d8-81f2-4d7aa859f4bf" providerId="ADAL" clId="{6F9FAB1B-BF87-4C86-8CBB-A04DB701A215}" dt="2025-09-23T09:26:53.421" v="1060" actId="1076"/>
          <ac:spMkLst>
            <pc:docMk/>
            <pc:sldMk cId="3735797341" sldId="526"/>
            <ac:spMk id="13" creationId="{BC4CA153-7261-E82F-1507-59C9AC009885}"/>
          </ac:spMkLst>
        </pc:spChg>
        <pc:picChg chg="add mod">
          <ac:chgData name="蕭兆翔" userId="c09afb0b-60c9-45d8-81f2-4d7aa859f4bf" providerId="ADAL" clId="{6F9FAB1B-BF87-4C86-8CBB-A04DB701A215}" dt="2025-09-23T15:14:00.770" v="1525" actId="1076"/>
          <ac:picMkLst>
            <pc:docMk/>
            <pc:sldMk cId="3735797341" sldId="526"/>
            <ac:picMk id="3" creationId="{6D21C46B-F3C4-9D5A-D0F6-0760F6AF0B3E}"/>
          </ac:picMkLst>
        </pc:picChg>
        <pc:picChg chg="add mod ord modCrop">
          <ac:chgData name="蕭兆翔" userId="c09afb0b-60c9-45d8-81f2-4d7aa859f4bf" providerId="ADAL" clId="{6F9FAB1B-BF87-4C86-8CBB-A04DB701A215}" dt="2025-09-23T09:25:30.295" v="1035" actId="1076"/>
          <ac:picMkLst>
            <pc:docMk/>
            <pc:sldMk cId="3735797341" sldId="526"/>
            <ac:picMk id="6" creationId="{44E4C9F8-6033-88F0-9EA5-AC64FE0E290A}"/>
          </ac:picMkLst>
        </pc:picChg>
        <pc:picChg chg="add del mod modCrop">
          <ac:chgData name="蕭兆翔" userId="c09afb0b-60c9-45d8-81f2-4d7aa859f4bf" providerId="ADAL" clId="{6F9FAB1B-BF87-4C86-8CBB-A04DB701A215}" dt="2025-09-23T09:22:37.347" v="982" actId="478"/>
          <ac:picMkLst>
            <pc:docMk/>
            <pc:sldMk cId="3735797341" sldId="526"/>
            <ac:picMk id="8" creationId="{4D458067-B620-6261-523C-CD8088498196}"/>
          </ac:picMkLst>
        </pc:picChg>
        <pc:picChg chg="add mod ord modCrop">
          <ac:chgData name="蕭兆翔" userId="c09afb0b-60c9-45d8-81f2-4d7aa859f4bf" providerId="ADAL" clId="{6F9FAB1B-BF87-4C86-8CBB-A04DB701A215}" dt="2025-09-23T09:26:27.938" v="1056" actId="1076"/>
          <ac:picMkLst>
            <pc:docMk/>
            <pc:sldMk cId="3735797341" sldId="526"/>
            <ac:picMk id="9" creationId="{344BE428-BB40-42C0-9BC1-D60F0B850732}"/>
          </ac:picMkLst>
        </pc:picChg>
        <pc:picChg chg="add mod">
          <ac:chgData name="蕭兆翔" userId="c09afb0b-60c9-45d8-81f2-4d7aa859f4bf" providerId="ADAL" clId="{6F9FAB1B-BF87-4C86-8CBB-A04DB701A215}" dt="2025-09-23T09:25:35.685" v="1038" actId="1076"/>
          <ac:picMkLst>
            <pc:docMk/>
            <pc:sldMk cId="3735797341" sldId="526"/>
            <ac:picMk id="10" creationId="{6269F2C0-AE25-4ADD-62FA-DFFBE8DB9D1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11973-BDC9-ADF0-35F7-7D189C2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0C414-BDCF-9EAE-ED7C-2BE8C4B91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DC145-36D2-54DD-9BA5-CA29522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888E-8F6D-44AE-989B-7C4AAF8984D2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020E52-D3E1-2E00-CF48-A7873624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4BBBB-A377-D9EB-EA18-7E9C0D0C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16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733CFF-E294-8B2E-1D1D-0E8AAAB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2E57A-65AD-50FD-15CA-FB40CBFB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41CCE-B231-FF95-6638-67039939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888E-8F6D-44AE-989B-7C4AAF8984D2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CE8D9-A8CD-F6B1-CE89-F0291803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77334-1675-7F06-E904-AE888F67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10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A0CC-B411-E69F-F70B-CE84F091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72593-362D-F34D-D798-AD4D2686E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3B074-3AE1-AB5E-6EE6-23276D76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888E-8F6D-44AE-989B-7C4AAF8984D2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5A56D2-4EF9-9FEE-C7F6-7B252BB6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638B0D-E5E9-3F28-89A6-3FA6C025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42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7513-6104-C09D-4295-91A214EE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25026-1AA6-6D42-D1CF-0A8E4704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9FF06-32A8-2189-8120-C4C0C80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27E98-8FA5-DF74-DE08-81F684B6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888E-8F6D-44AE-989B-7C4AAF8984D2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AB5E1-3AFF-694C-3CCC-426B084E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ECB3FC-FCFC-AB49-8E5A-0A80D994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54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9A209-B721-44FC-0A01-EE359492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480B-C5E5-746A-BEA1-4989C883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6F5F6-2FF2-D584-FAA6-93392C632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ADAC53-2C30-2CBA-C256-3CCAB723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A4960E-9AFC-25AB-8013-311F9A5C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05D33D-0C87-8578-E94F-BE0FC46F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888E-8F6D-44AE-989B-7C4AAF8984D2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F88EF6-91E1-1B92-4CE7-0052063E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178E5D-3328-1466-666F-831C82A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89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DFE72-9169-D048-B461-503C9CFC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718450-C4AA-2B7F-0DC8-6E7F8DC6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888E-8F6D-44AE-989B-7C4AAF8984D2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DD51B5-1BA4-CF5F-8E46-396667D2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0AA3D9-D503-43BB-C077-5068A07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29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DB785E-32CD-4D3D-C4A7-BE5D1304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888E-8F6D-44AE-989B-7C4AAF8984D2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824683-7557-6A25-E87C-83690A3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9A61D3-9A4A-1411-74EB-9B3E4E64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96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2028-C333-54DD-8629-1DB2CA14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3A50B-AC6D-B3FB-405B-A9E5A590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A0CEBF-8479-223F-C634-7ADE4DA3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A64FE-2CDB-D9F6-5D16-A1D8D0B7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888E-8F6D-44AE-989B-7C4AAF8984D2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14081-34A8-2027-794C-2C5CF461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3B018-278E-3EA7-CF18-44DDE416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38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FC54-E23A-C37F-1EC8-59EAC36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F737B-B95F-C7D4-6B78-FAFD5FBA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E210BB-D902-282D-0A99-A6C772C1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5CDE2-4A0B-35D8-A016-96FAC30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888E-8F6D-44AE-989B-7C4AAF8984D2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2F7669-71B7-A9E2-7C32-902F0378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BB5F08-86A1-A4CA-A3AB-35310DB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8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9514-6A59-8F7D-D492-D9DAB11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8DF920-422E-A9D5-CE18-6C969E5D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E6F4-046A-C714-F798-2B987752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888E-8F6D-44AE-989B-7C4AAF8984D2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6A372-1765-57E0-7FEB-F516C31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F7441-3856-95AD-7FA4-1F3CD3C5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26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6533B3-C78D-2A42-F1F8-2FBB810BD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814556-CB22-D073-BD57-98B1523E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5B6D0-9F99-4250-7030-4FF0C4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0888E-8F6D-44AE-989B-7C4AAF8984D2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CFE9D-9C9C-78C5-153F-2382C180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2AB41-303D-D2CC-767B-BA57E26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82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F825CE-A531-DFA9-8313-2EA3BB3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9FD70C-B749-0F32-E6A7-18F5B1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E6A94-D0F5-8912-A5C2-DC553E4C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0888E-8F6D-44AE-989B-7C4AAF8984D2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CF90-211C-709C-E0C5-D19BD909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70CC7-F157-CAFA-ED54-9CBDB784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24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microsoft.com/office/2007/relationships/hdphoto" Target="../media/hdphoto4.wdp"/><Relationship Id="rId14" Type="http://schemas.microsoft.com/office/2007/relationships/hdphoto" Target="../media/hdphoto6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microsoft.com/office/2007/relationships/hdphoto" Target="../media/hdphoto7.wdp"/><Relationship Id="rId7" Type="http://schemas.openxmlformats.org/officeDocument/2006/relationships/image" Target="../media/image22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microsoft.com/office/2007/relationships/hdphoto" Target="../media/hdphoto8.wdp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youtube.com/shorts/lLsNIioS5pw?si=_7-M6O_DlL8OrbMx" TargetMode="External"/><Relationship Id="rId4" Type="http://schemas.openxmlformats.org/officeDocument/2006/relationships/image" Target="../media/image3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0.wdp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princeton.edu/news/2024/02/23/worlds-i-see-ai-visionary-fei-fei-li-99-selected-princeton-pre-read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7" Type="http://schemas.openxmlformats.org/officeDocument/2006/relationships/image" Target="../media/image68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b0a65By69w" TargetMode="External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AE22FC-AF5D-80D6-CC9F-1199F201F39A}"/>
              </a:ext>
            </a:extLst>
          </p:cNvPr>
          <p:cNvSpPr txBox="1"/>
          <p:nvPr/>
        </p:nvSpPr>
        <p:spPr>
          <a:xfrm>
            <a:off x="0" y="4449988"/>
            <a:ext cx="12192000" cy="148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教師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蕭兆翔 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助教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陳信宏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9B9DE3-2C0C-4512-514F-D92557F4E5E7}"/>
              </a:ext>
            </a:extLst>
          </p:cNvPr>
          <p:cNvSpPr txBox="1"/>
          <p:nvPr/>
        </p:nvSpPr>
        <p:spPr>
          <a:xfrm>
            <a:off x="0" y="1558666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</a:t>
            </a:r>
            <a:r>
              <a:rPr kumimoji="0" lang="en-US" altLang="zh-TW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01 </a:t>
            </a:r>
            <a:r>
              <a:rPr kumimoji="0" lang="zh-TW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緒論</a:t>
            </a:r>
            <a:endParaRPr kumimoji="0" lang="en-US" altLang="zh-TW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A412FB3-78D7-DDC2-D860-4FEC90830F6E}"/>
              </a:ext>
            </a:extLst>
          </p:cNvPr>
          <p:cNvSpPr txBox="1"/>
          <p:nvPr/>
        </p:nvSpPr>
        <p:spPr>
          <a:xfrm>
            <a:off x="0" y="3343563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/>
              <a:t>影像處理的起源</a:t>
            </a:r>
          </a:p>
        </p:txBody>
      </p:sp>
    </p:spTree>
    <p:extLst>
      <p:ext uri="{BB962C8B-B14F-4D97-AF65-F5344CB8AC3E}">
        <p14:creationId xmlns:p14="http://schemas.microsoft.com/office/powerpoint/2010/main" val="134300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68A8B-B06C-4051-B1A4-AAD3584C5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344"/>
            <a:ext cx="12192000" cy="835602"/>
          </a:xfrm>
        </p:spPr>
        <p:txBody>
          <a:bodyPr/>
          <a:lstStyle/>
          <a:p>
            <a:pPr algn="ctr"/>
            <a:r>
              <a:rPr lang="zh-TW" altLang="en-US" dirty="0"/>
              <a:t>初入視覺世代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E47134A-3A8C-4D15-845E-CC8A2DB2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97C816A-00F9-4E7D-9D46-AF71A1F35B89}"/>
              </a:ext>
            </a:extLst>
          </p:cNvPr>
          <p:cNvSpPr txBox="1"/>
          <p:nvPr/>
        </p:nvSpPr>
        <p:spPr>
          <a:xfrm>
            <a:off x="413733" y="1195176"/>
            <a:ext cx="7951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2400" dirty="0"/>
              <a:t>根據</a:t>
            </a:r>
            <a:r>
              <a:rPr lang="en-US" altLang="zh-TW" sz="2400" dirty="0"/>
              <a:t>Cisco</a:t>
            </a:r>
            <a:r>
              <a:rPr lang="zh-TW" altLang="en-US" sz="2400" dirty="0"/>
              <a:t>調查，網路上有</a:t>
            </a:r>
            <a:r>
              <a:rPr lang="en-US" altLang="zh-TW" sz="2400" dirty="0">
                <a:solidFill>
                  <a:srgbClr val="FF0000"/>
                </a:solidFill>
              </a:rPr>
              <a:t>85%</a:t>
            </a:r>
            <a:r>
              <a:rPr lang="zh-TW" altLang="en-US" sz="2400" dirty="0"/>
              <a:t>資料是以圖像、像素存在</a:t>
            </a:r>
            <a:endParaRPr lang="en-US" altLang="zh-TW" sz="2400" dirty="0"/>
          </a:p>
        </p:txBody>
      </p:sp>
      <p:pic>
        <p:nvPicPr>
          <p:cNvPr id="1026" name="Picture 2" descr="視像會議、線上會議、螢幕分享| Cisco Webex">
            <a:extLst>
              <a:ext uri="{FF2B5EF4-FFF2-40B4-BE49-F238E27FC236}">
                <a16:creationId xmlns:a16="http://schemas.microsoft.com/office/drawing/2014/main" id="{8D120488-4963-4C22-8CCF-7430439EE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2795" y="1264456"/>
            <a:ext cx="2923430" cy="154812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00+ Pixel Pictures &amp; Images [HD] | Download Free Photos on Unsplash">
            <a:extLst>
              <a:ext uri="{FF2B5EF4-FFF2-40B4-BE49-F238E27FC236}">
                <a16:creationId xmlns:a16="http://schemas.microsoft.com/office/drawing/2014/main" id="{8A4B575D-D37D-428A-B4D3-657115C73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98288" y="3529939"/>
            <a:ext cx="2537486" cy="25374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C32D59F-6C48-9DFC-4155-6AE04F2506D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735" y="1861720"/>
            <a:ext cx="7932065" cy="472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65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9F9656-B269-4A98-B13C-E11097B4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 dirty="0"/>
          </a:p>
        </p:txBody>
      </p:sp>
      <p:pic>
        <p:nvPicPr>
          <p:cNvPr id="4" name="Picture 2" descr="人PNG素材下載免摳圖PNG圖片，高清去背圖案下載">
            <a:extLst>
              <a:ext uri="{FF2B5EF4-FFF2-40B4-BE49-F238E27FC236}">
                <a16:creationId xmlns:a16="http://schemas.microsoft.com/office/drawing/2014/main" id="{9BCEDC2E-E50F-4FA0-9AE3-5D110F865F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50" b="90917" l="0" r="85616">
                        <a14:foregroundMark x1="33219" y1="7750" x2="32363" y2="1333"/>
                        <a14:foregroundMark x1="21233" y1="90917" x2="24144" y2="89583"/>
                        <a14:backgroundMark x1="13870" y1="31417" x2="14041" y2="31000"/>
                        <a14:backgroundMark x1="41952" y1="36417" x2="41438" y2="35667"/>
                      </a14:backgroundRemoval>
                    </a14:imgEffect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8675" y="2156890"/>
            <a:ext cx="2758459" cy="3953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Apple iPhone 14 Pro 256GB Black - buy - Gomibo.ie">
            <a:extLst>
              <a:ext uri="{FF2B5EF4-FFF2-40B4-BE49-F238E27FC236}">
                <a16:creationId xmlns:a16="http://schemas.microsoft.com/office/drawing/2014/main" id="{A3D75291-40E6-4F83-95E9-88DEB3FAC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018" b="94486" l="9728" r="89494">
                        <a14:foregroundMark x1="18288" y1="7268" x2="45525" y2="8271"/>
                        <a14:foregroundMark x1="17899" y1="93734" x2="83268" y2="944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920174">
            <a:off x="1866634" y="2212126"/>
            <a:ext cx="1997646" cy="310140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A2EA087A-6E51-9BFC-B230-5A181EB39A8A}"/>
              </a:ext>
            </a:extLst>
          </p:cNvPr>
          <p:cNvGrpSpPr/>
          <p:nvPr/>
        </p:nvGrpSpPr>
        <p:grpSpPr>
          <a:xfrm>
            <a:off x="4016197" y="1645138"/>
            <a:ext cx="965378" cy="1063552"/>
            <a:chOff x="5846673" y="1886401"/>
            <a:chExt cx="1685925" cy="18573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6" name="Picture 8" descr="監視器鏡頭圖片PNG去背圖| 矢量圖案素材| 免费下载| Pngtree">
              <a:extLst>
                <a:ext uri="{FF2B5EF4-FFF2-40B4-BE49-F238E27FC236}">
                  <a16:creationId xmlns:a16="http://schemas.microsoft.com/office/drawing/2014/main" id="{BA73620F-5FE5-4A78-97A2-077A8B9DD8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screen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0" b="100000" l="0" r="100000">
                          <a14:backgroundMark x1="30508" y1="88718" x2="34463" y2="90769"/>
                          <a14:backgroundMark x1="38418" y1="88718" x2="49718" y2="9025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846673" y="1886401"/>
              <a:ext cx="1685925" cy="1857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BA47173E-C487-41A8-B3FC-360052DA7AFD}"/>
                </a:ext>
              </a:extLst>
            </p:cNvPr>
            <p:cNvSpPr/>
            <p:nvPr/>
          </p:nvSpPr>
          <p:spPr>
            <a:xfrm>
              <a:off x="6008599" y="2137861"/>
              <a:ext cx="1356360" cy="1356360"/>
            </a:xfrm>
            <a:prstGeom prst="ellipse">
              <a:avLst/>
            </a:prstGeom>
            <a:noFill/>
            <a:ln w="571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9" name="Picture 12" descr="112,988 張Mic icon 圖片、庫存照片和向量圖| Shutterstock">
            <a:extLst>
              <a:ext uri="{FF2B5EF4-FFF2-40B4-BE49-F238E27FC236}">
                <a16:creationId xmlns:a16="http://schemas.microsoft.com/office/drawing/2014/main" id="{B03C0F06-29AB-4398-B7A4-57074F420C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172" b="100000" l="0" r="100000">
                        <a14:foregroundMark x1="53503" y1="75000" x2="56688" y2="74138"/>
                      </a14:backgroundRemoval>
                    </a14:imgEffect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65350" y="4686380"/>
            <a:ext cx="829355" cy="122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平面樣式的箭頭箭頭符號網頁設計, 箭頭剪貼畫, 箭頭圖標, 網頁圖標向量圖案素材免費下載，PNG，EPS和AI素材下載- Pngtree | Logo  design free templates,">
            <a:extLst>
              <a:ext uri="{FF2B5EF4-FFF2-40B4-BE49-F238E27FC236}">
                <a16:creationId xmlns:a16="http://schemas.microsoft.com/office/drawing/2014/main" id="{C134F8F5-B7F6-45BA-9DEC-5FEBE8C8A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813" b="90000" l="10000" r="90000">
                        <a14:foregroundMark x1="74375" y1="9844" x2="74688" y2="7813"/>
                      </a14:backgroundRemoval>
                    </a14:imgEffect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972156" flipV="1">
            <a:off x="3225320" y="1968726"/>
            <a:ext cx="721173" cy="72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標題 1">
            <a:extLst>
              <a:ext uri="{FF2B5EF4-FFF2-40B4-BE49-F238E27FC236}">
                <a16:creationId xmlns:a16="http://schemas.microsoft.com/office/drawing/2014/main" id="{7116C999-C09E-3712-63C3-3A4523BF517F}"/>
              </a:ext>
            </a:extLst>
          </p:cNvPr>
          <p:cNvSpPr txBox="1">
            <a:spLocks/>
          </p:cNvSpPr>
          <p:nvPr/>
        </p:nvSpPr>
        <p:spPr>
          <a:xfrm>
            <a:off x="0" y="217344"/>
            <a:ext cx="12192000" cy="83560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dirty="0"/>
              <a:t>感測器比人多 </a:t>
            </a:r>
            <a:r>
              <a:rPr lang="en-US" altLang="zh-TW" dirty="0"/>
              <a:t>/</a:t>
            </a:r>
            <a:r>
              <a:rPr lang="zh-TW" altLang="en-US" dirty="0"/>
              <a:t> 每分鐘上傳</a:t>
            </a:r>
            <a:r>
              <a:rPr lang="en-US" altLang="zh-TW" dirty="0"/>
              <a:t>150</a:t>
            </a:r>
            <a:r>
              <a:rPr lang="zh-TW" altLang="en-US" dirty="0"/>
              <a:t>小時</a:t>
            </a:r>
          </a:p>
        </p:txBody>
      </p:sp>
      <p:pic>
        <p:nvPicPr>
          <p:cNvPr id="13" name="Picture 14" descr="平面樣式的箭頭箭頭符號網頁設計, 箭頭剪貼畫, 箭頭圖標, 網頁圖標向量圖案素材免費下載，PNG，EPS和AI素材下載- Pngtree | Logo  design free templates,">
            <a:extLst>
              <a:ext uri="{FF2B5EF4-FFF2-40B4-BE49-F238E27FC236}">
                <a16:creationId xmlns:a16="http://schemas.microsoft.com/office/drawing/2014/main" id="{1D223097-6577-B7BA-7E2D-F02B9BF6B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813" b="90000" l="10000" r="90000">
                        <a14:foregroundMark x1="74375" y1="9844" x2="74688" y2="7813"/>
                      </a14:backgroundRemoval>
                    </a14:imgEffect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766932" flipH="1" flipV="1">
            <a:off x="2120420" y="1730605"/>
            <a:ext cx="721173" cy="72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4" descr="平面樣式的箭頭箭頭符號網頁設計, 箭頭剪貼畫, 箭頭圖標, 網頁圖標向量圖案素材免費下載，PNG，EPS和AI素材下載- Pngtree | Logo  design free templates,">
            <a:extLst>
              <a:ext uri="{FF2B5EF4-FFF2-40B4-BE49-F238E27FC236}">
                <a16:creationId xmlns:a16="http://schemas.microsoft.com/office/drawing/2014/main" id="{FD090C09-8BDD-37C0-0EDA-FB17459E2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813" b="90000" l="10000" r="90000">
                        <a14:foregroundMark x1="74375" y1="9844" x2="74688" y2="7813"/>
                      </a14:backgroundRemoval>
                    </a14:imgEffect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121618">
            <a:off x="2682394" y="5054827"/>
            <a:ext cx="721173" cy="72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YouTube Shuts Down Original Content Group - Variety">
            <a:extLst>
              <a:ext uri="{FF2B5EF4-FFF2-40B4-BE49-F238E27FC236}">
                <a16:creationId xmlns:a16="http://schemas.microsoft.com/office/drawing/2014/main" id="{C5A50EC3-B5D4-BFD7-E591-57BF0C37A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48375" y="2190769"/>
            <a:ext cx="5334000" cy="3000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Blue wifi icon vector, Wireless internet sign isolated on white background,  Flat style for graphic and web design or template or pattern. 素材庫向量圖| Adobe  Stock">
            <a:extLst>
              <a:ext uri="{FF2B5EF4-FFF2-40B4-BE49-F238E27FC236}">
                <a16:creationId xmlns:a16="http://schemas.microsoft.com/office/drawing/2014/main" id="{7DCF5B0A-1EB4-C4F9-AB9E-030C0B8170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screen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848" b="89773" l="7493" r="89914">
                        <a14:foregroundMark x1="7493" y1="37689" x2="16571" y2="31061"/>
                        <a14:foregroundMark x1="27089" y1="50000" x2="53170" y2="42235"/>
                        <a14:foregroundMark x1="53170" y1="42235" x2="61383" y2="46023"/>
                        <a14:foregroundMark x1="61383" y1="46023" x2="65562" y2="52841"/>
                        <a14:foregroundMark x1="37464" y1="66667" x2="46974" y2="62500"/>
                        <a14:foregroundMark x1="46974" y1="62500" x2="58646" y2="62689"/>
                        <a14:foregroundMark x1="58646" y1="62689" x2="59798" y2="64394"/>
                        <a14:foregroundMark x1="47262" y1="83333" x2="49712" y2="810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95401" y="1352550"/>
            <a:ext cx="933450" cy="81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915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052722A-C175-4600-B222-6022679A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96669BEE-D73C-4793-AC37-44B6750D0B34}"/>
              </a:ext>
            </a:extLst>
          </p:cNvPr>
          <p:cNvSpPr txBox="1">
            <a:spLocks/>
          </p:cNvSpPr>
          <p:nvPr/>
        </p:nvSpPr>
        <p:spPr>
          <a:xfrm>
            <a:off x="0" y="136527"/>
            <a:ext cx="12191999" cy="97045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 err="1"/>
              <a:t>Youtube</a:t>
            </a:r>
            <a:r>
              <a:rPr lang="zh-TW" altLang="en-US" dirty="0"/>
              <a:t>每分鐘上傳量 </a:t>
            </a:r>
            <a:r>
              <a:rPr lang="en-US" altLang="zh-TW" dirty="0"/>
              <a:t>2012~2022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FE6319-6D33-706A-50FD-DF3749F278D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334" y="1476373"/>
            <a:ext cx="8149400" cy="4886328"/>
          </a:xfrm>
          <a:prstGeom prst="rect">
            <a:avLst/>
          </a:prstGeom>
        </p:spPr>
      </p:pic>
      <p:pic>
        <p:nvPicPr>
          <p:cNvPr id="6" name="Picture 4" descr="iPhone 6 - 技術規格- Apple 支援(台灣)">
            <a:extLst>
              <a:ext uri="{FF2B5EF4-FFF2-40B4-BE49-F238E27FC236}">
                <a16:creationId xmlns:a16="http://schemas.microsoft.com/office/drawing/2014/main" id="{6D083389-F00B-BC1C-5B97-9AE05D647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2113" y="1443038"/>
            <a:ext cx="2689155" cy="229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D7F68CE1-3E72-2EF1-2C58-620885B52A3A}"/>
              </a:ext>
            </a:extLst>
          </p:cNvPr>
          <p:cNvSpPr/>
          <p:nvPr/>
        </p:nvSpPr>
        <p:spPr>
          <a:xfrm>
            <a:off x="2600325" y="3905250"/>
            <a:ext cx="209550" cy="20955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手繪多邊形: 圖案 7">
            <a:extLst>
              <a:ext uri="{FF2B5EF4-FFF2-40B4-BE49-F238E27FC236}">
                <a16:creationId xmlns:a16="http://schemas.microsoft.com/office/drawing/2014/main" id="{4C7FEF1E-B544-4D36-8395-4367435EFB03}"/>
              </a:ext>
            </a:extLst>
          </p:cNvPr>
          <p:cNvSpPr/>
          <p:nvPr/>
        </p:nvSpPr>
        <p:spPr>
          <a:xfrm>
            <a:off x="2809875" y="3343275"/>
            <a:ext cx="6553200" cy="1115798"/>
          </a:xfrm>
          <a:custGeom>
            <a:avLst/>
            <a:gdLst>
              <a:gd name="connsiteX0" fmla="*/ 0 w 6553200"/>
              <a:gd name="connsiteY0" fmla="*/ 704850 h 1115798"/>
              <a:gd name="connsiteX1" fmla="*/ 4448175 w 6553200"/>
              <a:gd name="connsiteY1" fmla="*/ 1085850 h 1115798"/>
              <a:gd name="connsiteX2" fmla="*/ 6553200 w 6553200"/>
              <a:gd name="connsiteY2" fmla="*/ 0 h 1115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53200" h="1115798">
                <a:moveTo>
                  <a:pt x="0" y="704850"/>
                </a:moveTo>
                <a:cubicBezTo>
                  <a:pt x="1677987" y="954087"/>
                  <a:pt x="3355975" y="1203325"/>
                  <a:pt x="4448175" y="1085850"/>
                </a:cubicBezTo>
                <a:cubicBezTo>
                  <a:pt x="5540375" y="968375"/>
                  <a:pt x="6046787" y="484187"/>
                  <a:pt x="6553200" y="0"/>
                </a:cubicBezTo>
              </a:path>
            </a:pathLst>
          </a:custGeom>
          <a:noFill/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0DE270-65D2-3225-FBC0-74E54A46FC30}"/>
              </a:ext>
            </a:extLst>
          </p:cNvPr>
          <p:cNvSpPr txBox="1"/>
          <p:nvPr/>
        </p:nvSpPr>
        <p:spPr>
          <a:xfrm>
            <a:off x="5762625" y="39624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手機開始普及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2546EAD-486F-8567-98F6-DEDC6D6A36AC}"/>
              </a:ext>
            </a:extLst>
          </p:cNvPr>
          <p:cNvSpPr txBox="1"/>
          <p:nvPr/>
        </p:nvSpPr>
        <p:spPr>
          <a:xfrm>
            <a:off x="9886950" y="107632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iPhone 6 </a:t>
            </a:r>
            <a:r>
              <a:rPr lang="zh-TW" altLang="en-US" dirty="0"/>
              <a:t>剛出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A478DB4-44B5-C3B0-58A8-6068B83166DE}"/>
              </a:ext>
            </a:extLst>
          </p:cNvPr>
          <p:cNvSpPr txBox="1"/>
          <p:nvPr/>
        </p:nvSpPr>
        <p:spPr>
          <a:xfrm>
            <a:off x="9443355" y="5534025"/>
            <a:ext cx="25811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 err="1"/>
              <a:t>Youtube</a:t>
            </a:r>
            <a:r>
              <a:rPr lang="zh-TW" altLang="en-US" sz="2000" dirty="0"/>
              <a:t>分潤制度更新</a:t>
            </a:r>
            <a:endParaRPr lang="en-US" altLang="zh-TW" sz="2000" dirty="0"/>
          </a:p>
          <a:p>
            <a:pPr algn="ctr"/>
            <a:r>
              <a:rPr lang="zh-TW" altLang="en-US" sz="2000" dirty="0"/>
              <a:t>創作者更能拿到錢</a:t>
            </a:r>
          </a:p>
        </p:txBody>
      </p:sp>
      <p:pic>
        <p:nvPicPr>
          <p:cNvPr id="3078" name="Picture 6" descr="How to Join the YouTube Partner Program in 2024">
            <a:extLst>
              <a:ext uri="{FF2B5EF4-FFF2-40B4-BE49-F238E27FC236}">
                <a16:creationId xmlns:a16="http://schemas.microsoft.com/office/drawing/2014/main" id="{2A8953BC-1B61-D176-2442-CF171878F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14516" y="4257675"/>
            <a:ext cx="1951986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6FFD3B2B-6056-7CD5-1E31-3910E25B9B93}"/>
              </a:ext>
            </a:extLst>
          </p:cNvPr>
          <p:cNvSpPr/>
          <p:nvPr/>
        </p:nvSpPr>
        <p:spPr>
          <a:xfrm>
            <a:off x="7058025" y="4406572"/>
            <a:ext cx="2571750" cy="365453"/>
          </a:xfrm>
          <a:custGeom>
            <a:avLst/>
            <a:gdLst>
              <a:gd name="connsiteX0" fmla="*/ 0 w 2571750"/>
              <a:gd name="connsiteY0" fmla="*/ 32078 h 365453"/>
              <a:gd name="connsiteX1" fmla="*/ 1762125 w 2571750"/>
              <a:gd name="connsiteY1" fmla="*/ 32078 h 365453"/>
              <a:gd name="connsiteX2" fmla="*/ 2571750 w 2571750"/>
              <a:gd name="connsiteY2" fmla="*/ 365453 h 365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1750" h="365453">
                <a:moveTo>
                  <a:pt x="0" y="32078"/>
                </a:moveTo>
                <a:cubicBezTo>
                  <a:pt x="666750" y="4297"/>
                  <a:pt x="1333500" y="-23484"/>
                  <a:pt x="1762125" y="32078"/>
                </a:cubicBezTo>
                <a:cubicBezTo>
                  <a:pt x="2190750" y="87640"/>
                  <a:pt x="2381250" y="226546"/>
                  <a:pt x="2571750" y="365453"/>
                </a:cubicBezTo>
              </a:path>
            </a:pathLst>
          </a:custGeom>
          <a:noFill/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635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E1046C-03E5-4DDB-8BD3-A989FC6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97D97503-718A-4358-A76E-AE47E4527F65}"/>
              </a:ext>
            </a:extLst>
          </p:cNvPr>
          <p:cNvSpPr txBox="1">
            <a:spLocks/>
          </p:cNvSpPr>
          <p:nvPr/>
        </p:nvSpPr>
        <p:spPr>
          <a:xfrm>
            <a:off x="0" y="136527"/>
            <a:ext cx="12191999" cy="97045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dirty="0"/>
              <a:t>資訊爆炸年代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420FC33-5696-47FF-BD77-00BFB967D693}"/>
              </a:ext>
            </a:extLst>
          </p:cNvPr>
          <p:cNvSpPr txBox="1"/>
          <p:nvPr/>
        </p:nvSpPr>
        <p:spPr>
          <a:xfrm>
            <a:off x="2281316" y="1691495"/>
            <a:ext cx="1928733" cy="646986"/>
          </a:xfrm>
          <a:prstGeom prst="roundRect">
            <a:avLst/>
          </a:prstGeom>
          <a:solidFill>
            <a:srgbClr val="F8E9CC"/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3200"/>
            </a:lvl1pPr>
          </a:lstStyle>
          <a:p>
            <a:r>
              <a:rPr lang="zh-TW" altLang="en-US" dirty="0"/>
              <a:t>人工推薦 </a:t>
            </a:r>
          </a:p>
        </p:txBody>
      </p:sp>
      <p:sp>
        <p:nvSpPr>
          <p:cNvPr id="5" name="乘號 4">
            <a:extLst>
              <a:ext uri="{FF2B5EF4-FFF2-40B4-BE49-F238E27FC236}">
                <a16:creationId xmlns:a16="http://schemas.microsoft.com/office/drawing/2014/main" id="{3BB9DE84-0787-4019-92B7-EBF86D71C011}"/>
              </a:ext>
            </a:extLst>
          </p:cNvPr>
          <p:cNvSpPr/>
          <p:nvPr/>
        </p:nvSpPr>
        <p:spPr>
          <a:xfrm>
            <a:off x="1395999" y="1570109"/>
            <a:ext cx="842376" cy="842376"/>
          </a:xfrm>
          <a:prstGeom prst="mathMultiply">
            <a:avLst>
              <a:gd name="adj1" fmla="val 1212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8DC8189-7681-4A76-9A13-93BEF600AE92}"/>
              </a:ext>
            </a:extLst>
          </p:cNvPr>
          <p:cNvSpPr txBox="1"/>
          <p:nvPr/>
        </p:nvSpPr>
        <p:spPr>
          <a:xfrm>
            <a:off x="8186816" y="1691495"/>
            <a:ext cx="2252584" cy="64698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/>
              <a:t>機器推薦 </a:t>
            </a:r>
          </a:p>
        </p:txBody>
      </p:sp>
      <p:sp>
        <p:nvSpPr>
          <p:cNvPr id="9" name="圓形: 空心 8">
            <a:extLst>
              <a:ext uri="{FF2B5EF4-FFF2-40B4-BE49-F238E27FC236}">
                <a16:creationId xmlns:a16="http://schemas.microsoft.com/office/drawing/2014/main" id="{DAE4D444-D2BF-427A-B92F-B1D59A3B73FF}"/>
              </a:ext>
            </a:extLst>
          </p:cNvPr>
          <p:cNvSpPr/>
          <p:nvPr/>
        </p:nvSpPr>
        <p:spPr>
          <a:xfrm>
            <a:off x="7373690" y="1701269"/>
            <a:ext cx="584526" cy="584526"/>
          </a:xfrm>
          <a:prstGeom prst="donut">
            <a:avLst>
              <a:gd name="adj" fmla="val 13762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098" name="Picture 2" descr="已產生圖像">
            <a:extLst>
              <a:ext uri="{FF2B5EF4-FFF2-40B4-BE49-F238E27FC236}">
                <a16:creationId xmlns:a16="http://schemas.microsoft.com/office/drawing/2014/main" id="{37D6D0E8-95DB-12D8-0DCA-37EA931A1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05550" y="2428875"/>
            <a:ext cx="5000625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已產生圖像">
            <a:extLst>
              <a:ext uri="{FF2B5EF4-FFF2-40B4-BE49-F238E27FC236}">
                <a16:creationId xmlns:a16="http://schemas.microsoft.com/office/drawing/2014/main" id="{56BFD502-E76D-3E4C-F8A8-275C48995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6325" y="2759074"/>
            <a:ext cx="4233863" cy="282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263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55A5075-6BC5-401B-A576-C78F256B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  <p:pic>
        <p:nvPicPr>
          <p:cNvPr id="6146" name="Picture 2" descr="TIME Magazine Cover: Big Bang - Dec. 4, 1995 - Evolution - Science &amp;  Technology">
            <a:extLst>
              <a:ext uri="{FF2B5EF4-FFF2-40B4-BE49-F238E27FC236}">
                <a16:creationId xmlns:a16="http://schemas.microsoft.com/office/drawing/2014/main" id="{B02F2F19-24F9-4DDB-8819-F12CDC36E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0646" y="1520014"/>
            <a:ext cx="3264165" cy="430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6D836EC7-F84C-4367-884B-6CB3F33E75D4}"/>
              </a:ext>
            </a:extLst>
          </p:cNvPr>
          <p:cNvSpPr txBox="1">
            <a:spLocks/>
          </p:cNvSpPr>
          <p:nvPr/>
        </p:nvSpPr>
        <p:spPr>
          <a:xfrm>
            <a:off x="0" y="136527"/>
            <a:ext cx="12191999" cy="97045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dirty="0"/>
              <a:t>西元</a:t>
            </a:r>
            <a:r>
              <a:rPr lang="en-US" altLang="zh-TW" dirty="0"/>
              <a:t>5</a:t>
            </a:r>
            <a:r>
              <a:rPr lang="zh-TW" altLang="en-US" dirty="0"/>
              <a:t>億年前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8EA5C386-CDDD-4877-BDBE-6B5898E69AAE}"/>
              </a:ext>
            </a:extLst>
          </p:cNvPr>
          <p:cNvGrpSpPr/>
          <p:nvPr/>
        </p:nvGrpSpPr>
        <p:grpSpPr>
          <a:xfrm>
            <a:off x="4879124" y="1269427"/>
            <a:ext cx="7042556" cy="4744512"/>
            <a:chOff x="4012090" y="993593"/>
            <a:chExt cx="8002814" cy="5391429"/>
          </a:xfrm>
        </p:grpSpPr>
        <p:pic>
          <p:nvPicPr>
            <p:cNvPr id="6148" name="Picture 4" descr="地球的演化_腾讯新闻">
              <a:extLst>
                <a:ext uri="{FF2B5EF4-FFF2-40B4-BE49-F238E27FC236}">
                  <a16:creationId xmlns:a16="http://schemas.microsoft.com/office/drawing/2014/main" id="{E92432C4-2AB4-4466-90B7-5A527694B0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012090" y="1979486"/>
              <a:ext cx="8002814" cy="4405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地球的演化_腾讯新闻">
              <a:extLst>
                <a:ext uri="{FF2B5EF4-FFF2-40B4-BE49-F238E27FC236}">
                  <a16:creationId xmlns:a16="http://schemas.microsoft.com/office/drawing/2014/main" id="{BF4C3412-B16F-486F-B106-E4F92F7312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012090" y="993593"/>
              <a:ext cx="8002814" cy="9707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EF2F4A44-DA03-48C7-AE73-8EFDB981FFF3}"/>
              </a:ext>
            </a:extLst>
          </p:cNvPr>
          <p:cNvSpPr/>
          <p:nvPr/>
        </p:nvSpPr>
        <p:spPr>
          <a:xfrm>
            <a:off x="4161609" y="3034882"/>
            <a:ext cx="1133475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83E3EE-23B6-4756-BF63-49D59F35D389}"/>
              </a:ext>
            </a:extLst>
          </p:cNvPr>
          <p:cNvSpPr/>
          <p:nvPr/>
        </p:nvSpPr>
        <p:spPr>
          <a:xfrm>
            <a:off x="5529261" y="2964615"/>
            <a:ext cx="1133475" cy="4453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981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B221135-C601-4087-B4AB-514D3E43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B06FF6-A72F-4135-AD13-B0BD19D9C9F7}"/>
              </a:ext>
            </a:extLst>
          </p:cNvPr>
          <p:cNvSpPr/>
          <p:nvPr/>
        </p:nvSpPr>
        <p:spPr>
          <a:xfrm>
            <a:off x="4347300" y="525420"/>
            <a:ext cx="33906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dirty="0"/>
              <a:t>西元</a:t>
            </a:r>
            <a:r>
              <a:rPr lang="en-US" altLang="zh-TW" sz="4000" dirty="0"/>
              <a:t>5.4</a:t>
            </a:r>
            <a:r>
              <a:rPr lang="zh-TW" altLang="en-US" sz="4000" dirty="0"/>
              <a:t>億年前</a:t>
            </a:r>
            <a:endParaRPr lang="en-US" altLang="zh-TW" sz="4000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D31D6AD2-438A-41BA-84D8-B9B9C5D7F947}"/>
              </a:ext>
            </a:extLst>
          </p:cNvPr>
          <p:cNvCxnSpPr/>
          <p:nvPr/>
        </p:nvCxnSpPr>
        <p:spPr>
          <a:xfrm>
            <a:off x="6024280" y="1619250"/>
            <a:ext cx="0" cy="4400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id="{EF1D5F5A-DDF5-4BC1-A090-9AACBC580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698" y="2082175"/>
            <a:ext cx="3816427" cy="3572566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BBAFD528-B7C5-4FE4-94AC-E7C72E2DEB48}"/>
              </a:ext>
            </a:extLst>
          </p:cNvPr>
          <p:cNvSpPr txBox="1"/>
          <p:nvPr/>
        </p:nvSpPr>
        <p:spPr>
          <a:xfrm>
            <a:off x="2247900" y="54614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solidFill>
                  <a:srgbClr val="FF0000"/>
                </a:solidFill>
              </a:rPr>
              <a:t>前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823D7E9-0FFB-4B6E-83F9-F304EF1FAAD8}"/>
              </a:ext>
            </a:extLst>
          </p:cNvPr>
          <p:cNvSpPr txBox="1"/>
          <p:nvPr/>
        </p:nvSpPr>
        <p:spPr>
          <a:xfrm>
            <a:off x="9296400" y="54614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solidFill>
                  <a:srgbClr val="0000FF"/>
                </a:solidFill>
              </a:rPr>
              <a:t>後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C6297747-16F8-4822-AB80-E7C35A7571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6436" y="2286409"/>
            <a:ext cx="3029975" cy="3164098"/>
          </a:xfrm>
          <a:prstGeom prst="rect">
            <a:avLst/>
          </a:prstGeom>
        </p:spPr>
      </p:pic>
      <p:sp>
        <p:nvSpPr>
          <p:cNvPr id="26" name="橢圓 25">
            <a:extLst>
              <a:ext uri="{FF2B5EF4-FFF2-40B4-BE49-F238E27FC236}">
                <a16:creationId xmlns:a16="http://schemas.microsoft.com/office/drawing/2014/main" id="{85B8CB2F-0912-4D51-B728-039244274D3B}"/>
              </a:ext>
            </a:extLst>
          </p:cNvPr>
          <p:cNvSpPr/>
          <p:nvPr/>
        </p:nvSpPr>
        <p:spPr>
          <a:xfrm>
            <a:off x="9435231" y="2337954"/>
            <a:ext cx="238994" cy="23899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7E7AB90D-0FA5-4365-A44E-AD432BD4F0E1}"/>
              </a:ext>
            </a:extLst>
          </p:cNvPr>
          <p:cNvSpPr/>
          <p:nvPr/>
        </p:nvSpPr>
        <p:spPr>
          <a:xfrm>
            <a:off x="9514605" y="2377641"/>
            <a:ext cx="159620" cy="1596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122" name="Picture 2" descr="小精靈遊戲的趣味故事：為什麼長這樣？紅到做動畫、唱片、出國拿金牌| T客邦">
            <a:extLst>
              <a:ext uri="{FF2B5EF4-FFF2-40B4-BE49-F238E27FC236}">
                <a16:creationId xmlns:a16="http://schemas.microsoft.com/office/drawing/2014/main" id="{9CE4AC3B-3781-6054-C3C8-F3A2CC1BA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10776" y="3486150"/>
            <a:ext cx="1800224" cy="231457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1F2F638-DA2B-1BE1-DDA0-21525FDA0434}"/>
              </a:ext>
            </a:extLst>
          </p:cNvPr>
          <p:cNvSpPr txBox="1"/>
          <p:nvPr/>
        </p:nvSpPr>
        <p:spPr>
          <a:xfrm>
            <a:off x="8331200" y="1542473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(</a:t>
            </a:r>
            <a:r>
              <a:rPr lang="zh-TW" altLang="en-US" sz="2400" dirty="0"/>
              <a:t>感光細胞出現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BF869E-D50E-C18E-8F50-6663166650CA}"/>
              </a:ext>
            </a:extLst>
          </p:cNvPr>
          <p:cNvSpPr txBox="1"/>
          <p:nvPr/>
        </p:nvSpPr>
        <p:spPr>
          <a:xfrm>
            <a:off x="1223819" y="207356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一坨細胞</a:t>
            </a:r>
          </a:p>
        </p:txBody>
      </p:sp>
      <p:pic>
        <p:nvPicPr>
          <p:cNvPr id="1026" name="Picture 2" descr="香港meme代表】 「小廢柴」meme真身原來在香港！ 1歲被主人領養周邊得益捐動保機構- ACOO">
            <a:extLst>
              <a:ext uri="{FF2B5EF4-FFF2-40B4-BE49-F238E27FC236}">
                <a16:creationId xmlns:a16="http://schemas.microsoft.com/office/drawing/2014/main" id="{EB5C2B22-3F91-1C3B-4706-71AF38C0E9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19636" y="3462044"/>
            <a:ext cx="1113493" cy="133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香港meme代表】 「小廢柴」meme真身原來在香港！ 1歲被主人領養周邊得益捐動保機構- ACOO">
            <a:extLst>
              <a:ext uri="{FF2B5EF4-FFF2-40B4-BE49-F238E27FC236}">
                <a16:creationId xmlns:a16="http://schemas.microsoft.com/office/drawing/2014/main" id="{F7EB30FC-EF44-3452-939E-387DE66D8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4362" y="4479636"/>
            <a:ext cx="929951" cy="113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41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889B157-A0ED-43F3-B07D-E1002E9D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  <p:pic>
        <p:nvPicPr>
          <p:cNvPr id="7170" name="Picture 2" descr="undefined">
            <a:extLst>
              <a:ext uri="{FF2B5EF4-FFF2-40B4-BE49-F238E27FC236}">
                <a16:creationId xmlns:a16="http://schemas.microsoft.com/office/drawing/2014/main" id="{ADBC581A-33C3-4EB3-A888-4EB4D0AA5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9893" y="1196637"/>
            <a:ext cx="3164682" cy="505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amera Obscura and the World of Illusions - Matrise">
            <a:extLst>
              <a:ext uri="{FF2B5EF4-FFF2-40B4-BE49-F238E27FC236}">
                <a16:creationId xmlns:a16="http://schemas.microsoft.com/office/drawing/2014/main" id="{DD483C7D-3BF3-480F-9A10-E7D35BFD2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76002" y="1178076"/>
            <a:ext cx="3682497" cy="501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41D721FE-00A6-4E33-BC1F-4262F34619FE}"/>
              </a:ext>
            </a:extLst>
          </p:cNvPr>
          <p:cNvSpPr txBox="1">
            <a:spLocks/>
          </p:cNvSpPr>
          <p:nvPr/>
        </p:nvSpPr>
        <p:spPr>
          <a:xfrm>
            <a:off x="0" y="136527"/>
            <a:ext cx="12191999" cy="97045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/>
              <a:t>Camera Obscura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4BC9548-1D26-41BF-A2AF-AF345CF1F3A5}"/>
                  </a:ext>
                </a:extLst>
              </p:cNvPr>
              <p:cNvSpPr txBox="1"/>
              <p:nvPr/>
            </p:nvSpPr>
            <p:spPr>
              <a:xfrm>
                <a:off x="333953" y="1614920"/>
                <a:ext cx="2846485" cy="9618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/>
                  <a:t>Leonardo da Vinci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zh-TW" altLang="en-US" sz="2800" dirty="0"/>
                  <a:t> </a:t>
                </a:r>
                <a:r>
                  <a:rPr lang="en-US" altLang="zh-TW" sz="2800" dirty="0"/>
                  <a:t>Center, A.D.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4BC9548-1D26-41BF-A2AF-AF345CF1F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53" y="1614920"/>
                <a:ext cx="2846485" cy="961802"/>
              </a:xfrm>
              <a:prstGeom prst="rect">
                <a:avLst/>
              </a:prstGeom>
              <a:blipFill>
                <a:blip r:embed="rId4"/>
                <a:stretch>
                  <a:fillRect l="-4497" t="-6962" r="-2570" b="-170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488737FD-6E1F-4020-9938-C3FEE27CFADA}"/>
              </a:ext>
            </a:extLst>
          </p:cNvPr>
          <p:cNvSpPr txBox="1"/>
          <p:nvPr/>
        </p:nvSpPr>
        <p:spPr>
          <a:xfrm>
            <a:off x="586391" y="284451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透過光學成像</a:t>
            </a:r>
          </a:p>
        </p:txBody>
      </p:sp>
    </p:spTree>
    <p:extLst>
      <p:ext uri="{BB962C8B-B14F-4D97-AF65-F5344CB8AC3E}">
        <p14:creationId xmlns:p14="http://schemas.microsoft.com/office/powerpoint/2010/main" val="3811253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27BCCD-E35F-ED63-1F14-4746A1F8B604}"/>
              </a:ext>
            </a:extLst>
          </p:cNvPr>
          <p:cNvSpPr txBox="1">
            <a:spLocks/>
          </p:cNvSpPr>
          <p:nvPr/>
        </p:nvSpPr>
        <p:spPr>
          <a:xfrm>
            <a:off x="0" y="136527"/>
            <a:ext cx="12191999" cy="97045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/>
              <a:t>3D</a:t>
            </a:r>
            <a:r>
              <a:rPr lang="zh-TW" altLang="en-US" dirty="0"/>
              <a:t> 列印 暗箱</a:t>
            </a:r>
          </a:p>
        </p:txBody>
      </p:sp>
      <p:pic>
        <p:nvPicPr>
          <p:cNvPr id="6" name="圖片 5" descr="一張含有 辦公用品, 文字, 室內, 桌 的圖片&#10;&#10;AI 產生的內容可能不正確。">
            <a:extLst>
              <a:ext uri="{FF2B5EF4-FFF2-40B4-BE49-F238E27FC236}">
                <a16:creationId xmlns:a16="http://schemas.microsoft.com/office/drawing/2014/main" id="{B81C468A-04B6-D27A-E30E-91DCD17237F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995" y="1266825"/>
            <a:ext cx="6577116" cy="493395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D3C7509-3E73-B03C-3713-95687EE933A5}"/>
              </a:ext>
            </a:extLst>
          </p:cNvPr>
          <p:cNvSpPr txBox="1"/>
          <p:nvPr/>
        </p:nvSpPr>
        <p:spPr>
          <a:xfrm>
            <a:off x="4305300" y="32766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成像</a:t>
            </a: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B5DFB28E-D178-4131-023B-EF46567BCB04}"/>
              </a:ext>
            </a:extLst>
          </p:cNvPr>
          <p:cNvCxnSpPr/>
          <p:nvPr/>
        </p:nvCxnSpPr>
        <p:spPr>
          <a:xfrm>
            <a:off x="1685925" y="2266950"/>
            <a:ext cx="295275" cy="17335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546CFADB-6848-614F-B4FC-B92C66E31132}"/>
              </a:ext>
            </a:extLst>
          </p:cNvPr>
          <p:cNvCxnSpPr>
            <a:cxnSpLocks/>
          </p:cNvCxnSpPr>
          <p:nvPr/>
        </p:nvCxnSpPr>
        <p:spPr>
          <a:xfrm flipH="1">
            <a:off x="1981200" y="3648075"/>
            <a:ext cx="1209675" cy="333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8C73DB0E-D5DA-D0D0-DBF8-8DCD950101EE}"/>
              </a:ext>
            </a:extLst>
          </p:cNvPr>
          <p:cNvCxnSpPr>
            <a:cxnSpLocks/>
          </p:cNvCxnSpPr>
          <p:nvPr/>
        </p:nvCxnSpPr>
        <p:spPr>
          <a:xfrm flipH="1">
            <a:off x="1695450" y="2133600"/>
            <a:ext cx="1438275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EC717154-60D7-2732-1DFF-439889311DFF}"/>
              </a:ext>
            </a:extLst>
          </p:cNvPr>
          <p:cNvCxnSpPr>
            <a:cxnSpLocks/>
          </p:cNvCxnSpPr>
          <p:nvPr/>
        </p:nvCxnSpPr>
        <p:spPr>
          <a:xfrm>
            <a:off x="3114675" y="2133600"/>
            <a:ext cx="76200" cy="1524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EBEDB60D-969F-9BCC-782B-D176B0D8A066}"/>
              </a:ext>
            </a:extLst>
          </p:cNvPr>
          <p:cNvCxnSpPr>
            <a:cxnSpLocks/>
          </p:cNvCxnSpPr>
          <p:nvPr/>
        </p:nvCxnSpPr>
        <p:spPr>
          <a:xfrm flipH="1" flipV="1">
            <a:off x="3181350" y="3657600"/>
            <a:ext cx="2247900" cy="809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橢圓 27">
            <a:extLst>
              <a:ext uri="{FF2B5EF4-FFF2-40B4-BE49-F238E27FC236}">
                <a16:creationId xmlns:a16="http://schemas.microsoft.com/office/drawing/2014/main" id="{51D0A038-7A29-9594-2EB1-DEE9D854F6F2}"/>
              </a:ext>
            </a:extLst>
          </p:cNvPr>
          <p:cNvSpPr/>
          <p:nvPr/>
        </p:nvSpPr>
        <p:spPr>
          <a:xfrm>
            <a:off x="2381250" y="2924175"/>
            <a:ext cx="209550" cy="2095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914905E-5213-F062-F1B6-B13227131FEF}"/>
              </a:ext>
            </a:extLst>
          </p:cNvPr>
          <p:cNvSpPr txBox="1"/>
          <p:nvPr/>
        </p:nvSpPr>
        <p:spPr>
          <a:xfrm>
            <a:off x="1857375" y="25050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針孔</a:t>
            </a: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6EE7BD04-049D-1ADA-3F70-404950134FD5}"/>
              </a:ext>
            </a:extLst>
          </p:cNvPr>
          <p:cNvCxnSpPr>
            <a:cxnSpLocks/>
            <a:stCxn id="28" idx="4"/>
          </p:cNvCxnSpPr>
          <p:nvPr/>
        </p:nvCxnSpPr>
        <p:spPr>
          <a:xfrm>
            <a:off x="2486025" y="3133725"/>
            <a:ext cx="1676400" cy="12858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A3B80E47-47EA-1339-50AC-2B88FC43DC26}"/>
              </a:ext>
            </a:extLst>
          </p:cNvPr>
          <p:cNvCxnSpPr>
            <a:cxnSpLocks/>
            <a:stCxn id="28" idx="7"/>
          </p:cNvCxnSpPr>
          <p:nvPr/>
        </p:nvCxnSpPr>
        <p:spPr>
          <a:xfrm>
            <a:off x="2560112" y="2954863"/>
            <a:ext cx="16118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56992C98-91C3-CB1A-F9E9-3602B53AA852}"/>
              </a:ext>
            </a:extLst>
          </p:cNvPr>
          <p:cNvCxnSpPr>
            <a:cxnSpLocks/>
          </p:cNvCxnSpPr>
          <p:nvPr/>
        </p:nvCxnSpPr>
        <p:spPr>
          <a:xfrm flipH="1">
            <a:off x="4152900" y="2724150"/>
            <a:ext cx="971550" cy="2190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441B1BEA-0B93-4801-19A4-58071793E664}"/>
              </a:ext>
            </a:extLst>
          </p:cNvPr>
          <p:cNvCxnSpPr>
            <a:cxnSpLocks/>
          </p:cNvCxnSpPr>
          <p:nvPr/>
        </p:nvCxnSpPr>
        <p:spPr>
          <a:xfrm flipV="1">
            <a:off x="4838700" y="2724150"/>
            <a:ext cx="276225" cy="13525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F7266F80-4A48-AFCF-9C3D-8CBD78D2F091}"/>
              </a:ext>
            </a:extLst>
          </p:cNvPr>
          <p:cNvCxnSpPr>
            <a:cxnSpLocks/>
          </p:cNvCxnSpPr>
          <p:nvPr/>
        </p:nvCxnSpPr>
        <p:spPr>
          <a:xfrm flipH="1">
            <a:off x="4181475" y="4067175"/>
            <a:ext cx="657225" cy="3524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E5A558B9-1A30-E6C6-D2B1-92B92B25776D}"/>
              </a:ext>
            </a:extLst>
          </p:cNvPr>
          <p:cNvCxnSpPr>
            <a:cxnSpLocks/>
          </p:cNvCxnSpPr>
          <p:nvPr/>
        </p:nvCxnSpPr>
        <p:spPr>
          <a:xfrm>
            <a:off x="4171950" y="2933700"/>
            <a:ext cx="0" cy="14859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CD323EE8-BCFD-0CDE-E091-BDEE77C2D382}"/>
              </a:ext>
            </a:extLst>
          </p:cNvPr>
          <p:cNvCxnSpPr>
            <a:cxnSpLocks/>
          </p:cNvCxnSpPr>
          <p:nvPr/>
        </p:nvCxnSpPr>
        <p:spPr>
          <a:xfrm flipV="1">
            <a:off x="2571750" y="2733675"/>
            <a:ext cx="2514600" cy="2190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4-1_光的直線傳播">
            <a:extLst>
              <a:ext uri="{FF2B5EF4-FFF2-40B4-BE49-F238E27FC236}">
                <a16:creationId xmlns:a16="http://schemas.microsoft.com/office/drawing/2014/main" id="{9D762E0E-C65F-884C-B320-2260E4A39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2363" y="2728913"/>
            <a:ext cx="4491479" cy="180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228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1D107-A092-FBD2-60B0-F2261B0E8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B3B855-60A6-58C3-0F2F-81ADFE61674B}"/>
              </a:ext>
            </a:extLst>
          </p:cNvPr>
          <p:cNvSpPr txBox="1">
            <a:spLocks/>
          </p:cNvSpPr>
          <p:nvPr/>
        </p:nvSpPr>
        <p:spPr>
          <a:xfrm>
            <a:off x="0" y="136527"/>
            <a:ext cx="12191999" cy="97045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/>
              <a:t>3D</a:t>
            </a:r>
            <a:r>
              <a:rPr lang="zh-TW" altLang="en-US" dirty="0"/>
              <a:t> 列印 暗箱</a:t>
            </a:r>
          </a:p>
        </p:txBody>
      </p:sp>
      <p:pic>
        <p:nvPicPr>
          <p:cNvPr id="8" name="圖片 7" descr="一張含有 室內, 辦公大樓, 天花板, 桌 的圖片&#10;&#10;AI 產生的內容可能不正確。">
            <a:extLst>
              <a:ext uri="{FF2B5EF4-FFF2-40B4-BE49-F238E27FC236}">
                <a16:creationId xmlns:a16="http://schemas.microsoft.com/office/drawing/2014/main" id="{0B082B51-C1B7-947A-E3C8-C8A9D906C19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6776" y="2254047"/>
            <a:ext cx="3304469" cy="3092854"/>
          </a:xfrm>
          <a:prstGeom prst="rect">
            <a:avLst/>
          </a:prstGeom>
        </p:spPr>
      </p:pic>
      <p:pic>
        <p:nvPicPr>
          <p:cNvPr id="5" name="圖片 4" descr="一張含有 螢幕擷取畫面, 室內, 螢幕, 人員 的圖片&#10;&#10;AI 產生的內容可能不正確。">
            <a:extLst>
              <a:ext uri="{FF2B5EF4-FFF2-40B4-BE49-F238E27FC236}">
                <a16:creationId xmlns:a16="http://schemas.microsoft.com/office/drawing/2014/main" id="{16245516-8354-0E82-12CB-E02652BD19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86275" y="2252661"/>
            <a:ext cx="3286125" cy="3095626"/>
          </a:xfrm>
          <a:prstGeom prst="rect">
            <a:avLst/>
          </a:prstGeom>
        </p:spPr>
      </p:pic>
      <p:pic>
        <p:nvPicPr>
          <p:cNvPr id="7" name="圖片 6" descr="一張含有 螢幕擷取畫面, 室內, 螢幕, 人員 的圖片&#10;&#10;AI 產生的內容可能不正確。">
            <a:extLst>
              <a:ext uri="{FF2B5EF4-FFF2-40B4-BE49-F238E27FC236}">
                <a16:creationId xmlns:a16="http://schemas.microsoft.com/office/drawing/2014/main" id="{6C185317-4B78-98CC-308C-C44C0537A9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8105775" y="2252661"/>
            <a:ext cx="3286125" cy="309562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B2B2FA69-9105-DFFB-3416-E0301728FF75}"/>
              </a:ext>
            </a:extLst>
          </p:cNvPr>
          <p:cNvSpPr txBox="1"/>
          <p:nvPr/>
        </p:nvSpPr>
        <p:spPr>
          <a:xfrm>
            <a:off x="4991100" y="1459231"/>
            <a:ext cx="110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上下顛倒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左右相反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6A77549A-DF20-8AA2-D169-AEEEF7341BC7}"/>
              </a:ext>
            </a:extLst>
          </p:cNvPr>
          <p:cNvCxnSpPr>
            <a:cxnSpLocks/>
          </p:cNvCxnSpPr>
          <p:nvPr/>
        </p:nvCxnSpPr>
        <p:spPr>
          <a:xfrm>
            <a:off x="6457950" y="1819275"/>
            <a:ext cx="7524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C2F7FEA-C5B8-44DD-F11C-B3E3DCD908CB}"/>
              </a:ext>
            </a:extLst>
          </p:cNvPr>
          <p:cNvCxnSpPr>
            <a:cxnSpLocks/>
          </p:cNvCxnSpPr>
          <p:nvPr/>
        </p:nvCxnSpPr>
        <p:spPr>
          <a:xfrm flipV="1">
            <a:off x="6800850" y="1447800"/>
            <a:ext cx="0" cy="695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D70F3853-4A96-3528-57E7-5B44BB461C1A}"/>
              </a:ext>
            </a:extLst>
          </p:cNvPr>
          <p:cNvSpPr/>
          <p:nvPr/>
        </p:nvSpPr>
        <p:spPr>
          <a:xfrm>
            <a:off x="4057650" y="3590925"/>
            <a:ext cx="609600" cy="476250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CE5A3480-2779-2AE2-0509-ABBEFE629C75}"/>
              </a:ext>
            </a:extLst>
          </p:cNvPr>
          <p:cNvSpPr/>
          <p:nvPr/>
        </p:nvSpPr>
        <p:spPr>
          <a:xfrm>
            <a:off x="7658100" y="3600450"/>
            <a:ext cx="609600" cy="476250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597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汽水, 罐頭, 錫 的圖片&#10;&#10;AI 產生的內容可能不正確。">
            <a:extLst>
              <a:ext uri="{FF2B5EF4-FFF2-40B4-BE49-F238E27FC236}">
                <a16:creationId xmlns:a16="http://schemas.microsoft.com/office/drawing/2014/main" id="{6D21C46B-F3C4-9D5A-D0F6-0760F6AF0B3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584" y="1271443"/>
            <a:ext cx="3446013" cy="4593648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F733C7EA-E397-A960-C998-ABA3E8E8784E}"/>
              </a:ext>
            </a:extLst>
          </p:cNvPr>
          <p:cNvSpPr txBox="1">
            <a:spLocks/>
          </p:cNvSpPr>
          <p:nvPr/>
        </p:nvSpPr>
        <p:spPr>
          <a:xfrm>
            <a:off x="0" y="136527"/>
            <a:ext cx="12191999" cy="97045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dirty="0"/>
              <a:t>品客罐子 做針孔成像</a:t>
            </a:r>
          </a:p>
        </p:txBody>
      </p:sp>
      <p:pic>
        <p:nvPicPr>
          <p:cNvPr id="9" name="圖片 8" descr="一張含有 圓形, 材料性質 的圖片&#10;&#10;AI 產生的內容可能不正確。">
            <a:extLst>
              <a:ext uri="{FF2B5EF4-FFF2-40B4-BE49-F238E27FC236}">
                <a16:creationId xmlns:a16="http://schemas.microsoft.com/office/drawing/2014/main" id="{344BE428-BB40-42C0-9BC1-D60F0B8507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 flipH="1" flipV="1">
            <a:off x="7116496" y="4103543"/>
            <a:ext cx="2511966" cy="2479966"/>
          </a:xfrm>
          <a:prstGeom prst="rect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</p:pic>
      <p:pic>
        <p:nvPicPr>
          <p:cNvPr id="10" name="圖片 9" descr="一張含有 圓形, 材料性質 的圖片&#10;&#10;AI 產生的內容可能不正確。">
            <a:extLst>
              <a:ext uri="{FF2B5EF4-FFF2-40B4-BE49-F238E27FC236}">
                <a16:creationId xmlns:a16="http://schemas.microsoft.com/office/drawing/2014/main" id="{6269F2C0-AE25-4ADD-62FA-DFFBE8DB9D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8440471" y="1427018"/>
            <a:ext cx="2511966" cy="2479966"/>
          </a:xfrm>
          <a:prstGeom prst="rect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</p:pic>
      <p:pic>
        <p:nvPicPr>
          <p:cNvPr id="6" name="圖片 5" descr="一張含有 建築, 視窗, 採光, 天空 的圖片&#10;&#10;AI 產生的內容可能不正確。">
            <a:extLst>
              <a:ext uri="{FF2B5EF4-FFF2-40B4-BE49-F238E27FC236}">
                <a16:creationId xmlns:a16="http://schemas.microsoft.com/office/drawing/2014/main" id="{44E4C9F8-6033-88F0-9EA5-AC64FE0E290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5795961" y="1433276"/>
            <a:ext cx="2514606" cy="2467454"/>
          </a:xfrm>
          <a:prstGeom prst="rect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</p:pic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6AB5578A-4FD1-D05D-9F31-528490420E88}"/>
              </a:ext>
            </a:extLst>
          </p:cNvPr>
          <p:cNvSpPr/>
          <p:nvPr/>
        </p:nvSpPr>
        <p:spPr>
          <a:xfrm>
            <a:off x="8115300" y="2524125"/>
            <a:ext cx="561975" cy="390525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28CFEEAF-1CFA-F0E1-F93D-2A38506C86F1}"/>
              </a:ext>
            </a:extLst>
          </p:cNvPr>
          <p:cNvSpPr/>
          <p:nvPr/>
        </p:nvSpPr>
        <p:spPr>
          <a:xfrm rot="7200000">
            <a:off x="8648699" y="3895724"/>
            <a:ext cx="561975" cy="390525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C4CA153-7261-E82F-1507-59C9AC009885}"/>
              </a:ext>
            </a:extLst>
          </p:cNvPr>
          <p:cNvSpPr txBox="1"/>
          <p:nvPr/>
        </p:nvSpPr>
        <p:spPr>
          <a:xfrm>
            <a:off x="9772650" y="4135756"/>
            <a:ext cx="110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上下顛倒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左右相反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0DB8CC4-9EE2-DB74-6808-1D66805CFC21}"/>
              </a:ext>
            </a:extLst>
          </p:cNvPr>
          <p:cNvSpPr txBox="1"/>
          <p:nvPr/>
        </p:nvSpPr>
        <p:spPr>
          <a:xfrm>
            <a:off x="249381" y="6114471"/>
            <a:ext cx="653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製作方法參考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de-DE" altLang="zh-TW" sz="1400" dirty="0">
                <a:solidFill>
                  <a:srgbClr val="46788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https://youtube.com/shorts/lLsNIioS5pw?si=_7-M6O_</a:t>
            </a:r>
            <a:r>
              <a:rPr lang="de-DE" altLang="zh-TW" sz="1400" dirty="0">
                <a:solidFill>
                  <a:schemeClr val="tx2">
                    <a:lumMod val="50000"/>
                    <a:lumOff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DlL8OrbMx</a:t>
            </a:r>
            <a:endParaRPr lang="zh-TW" altLang="en-US" sz="1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797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054FD13-575E-46C9-9436-F4071203F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47509" y="6385022"/>
            <a:ext cx="753545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3255923-A501-4546-AD04-BD2DF851A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8688" y="1051805"/>
            <a:ext cx="7501273" cy="517945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62AA8F6-0C80-4C11-B3BE-3EEFA89F4290}"/>
              </a:ext>
            </a:extLst>
          </p:cNvPr>
          <p:cNvSpPr txBox="1"/>
          <p:nvPr/>
        </p:nvSpPr>
        <p:spPr>
          <a:xfrm>
            <a:off x="531458" y="3246675"/>
            <a:ext cx="4544834" cy="1422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/>
              <a:t>簡單細胞：響應光線方向</a:t>
            </a:r>
            <a:endParaRPr lang="en-US" altLang="zh-TW" sz="2000" dirty="0"/>
          </a:p>
          <a:p>
            <a:pPr>
              <a:lnSpc>
                <a:spcPct val="150000"/>
              </a:lnSpc>
            </a:pPr>
            <a:r>
              <a:rPr lang="zh-TW" altLang="en-US" sz="2000" dirty="0"/>
              <a:t>複雜細胞：對光線方向和運動作出反應</a:t>
            </a:r>
            <a:endParaRPr lang="en-US" altLang="zh-TW" sz="2000" dirty="0"/>
          </a:p>
          <a:p>
            <a:pPr>
              <a:lnSpc>
                <a:spcPct val="150000"/>
              </a:lnSpc>
            </a:pPr>
            <a:r>
              <a:rPr lang="zh-TW" altLang="en-US" sz="2000" dirty="0"/>
              <a:t>超複雜細胞：對有</a:t>
            </a:r>
            <a:r>
              <a:rPr lang="zh-TW" altLang="en-US" sz="2000" dirty="0">
                <a:solidFill>
                  <a:srgbClr val="FF0000"/>
                </a:solidFill>
              </a:rPr>
              <a:t>終點</a:t>
            </a:r>
            <a:r>
              <a:rPr lang="zh-TW" altLang="en-US" sz="2000" dirty="0"/>
              <a:t>的運動做出反應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27FB914-487C-4392-B7BA-08A00C9CF48E}"/>
              </a:ext>
            </a:extLst>
          </p:cNvPr>
          <p:cNvSpPr txBox="1"/>
          <p:nvPr/>
        </p:nvSpPr>
        <p:spPr>
          <a:xfrm>
            <a:off x="2895600" y="582524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rgbClr val="C00000"/>
                </a:solidFill>
              </a:rPr>
              <a:t>不響應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55A4A13-DA5C-48B9-A68D-8E9AA9D89710}"/>
              </a:ext>
            </a:extLst>
          </p:cNvPr>
          <p:cNvSpPr txBox="1"/>
          <p:nvPr/>
        </p:nvSpPr>
        <p:spPr>
          <a:xfrm>
            <a:off x="3844523" y="582524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rgbClr val="C00000"/>
                </a:solidFill>
              </a:rPr>
              <a:t>響應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EB2961A-111B-460D-B620-48D6F6E8455B}"/>
              </a:ext>
            </a:extLst>
          </p:cNvPr>
          <p:cNvSpPr txBox="1"/>
          <p:nvPr/>
        </p:nvSpPr>
        <p:spPr>
          <a:xfrm>
            <a:off x="6857267" y="2780722"/>
            <a:ext cx="1005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srgbClr val="002060"/>
                </a:solidFill>
              </a:rPr>
              <a:t>Stimulus</a:t>
            </a:r>
          </a:p>
          <a:p>
            <a:pPr algn="ctr"/>
            <a:r>
              <a:rPr lang="zh-TW" altLang="en-US" dirty="0">
                <a:solidFill>
                  <a:srgbClr val="002060"/>
                </a:solidFill>
              </a:rPr>
              <a:t>刺激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FD83FD-F63F-46F7-BD00-18D75DEF2327}"/>
              </a:ext>
            </a:extLst>
          </p:cNvPr>
          <p:cNvSpPr txBox="1"/>
          <p:nvPr/>
        </p:nvSpPr>
        <p:spPr>
          <a:xfrm>
            <a:off x="6139563" y="5815720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400" dirty="0">
                <a:solidFill>
                  <a:srgbClr val="002060"/>
                </a:solidFill>
              </a:rPr>
              <a:t>Stimulus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A7FC102-B3C8-4196-A654-EBF8E42322D5}"/>
              </a:ext>
            </a:extLst>
          </p:cNvPr>
          <p:cNvSpPr txBox="1"/>
          <p:nvPr/>
        </p:nvSpPr>
        <p:spPr>
          <a:xfrm>
            <a:off x="7145166" y="5640579"/>
            <a:ext cx="1435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>
                <a:solidFill>
                  <a:srgbClr val="C00000"/>
                </a:solidFill>
              </a:rPr>
              <a:t>Cell response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B6EE54A-74A5-4ACF-B876-A4D3910B3A4E}"/>
              </a:ext>
            </a:extLst>
          </p:cNvPr>
          <p:cNvSpPr txBox="1"/>
          <p:nvPr/>
        </p:nvSpPr>
        <p:spPr>
          <a:xfrm>
            <a:off x="6697742" y="1525566"/>
            <a:ext cx="1577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solidFill>
                  <a:schemeClr val="bg1"/>
                </a:solidFill>
              </a:rPr>
              <a:t>Recoding electrode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B89F668-EC50-4AFE-BB8B-EFCAF9723C1C}"/>
              </a:ext>
            </a:extLst>
          </p:cNvPr>
          <p:cNvSpPr txBox="1"/>
          <p:nvPr/>
        </p:nvSpPr>
        <p:spPr>
          <a:xfrm>
            <a:off x="7141170" y="1825872"/>
            <a:ext cx="1033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solidFill>
                  <a:schemeClr val="bg1"/>
                </a:solidFill>
              </a:rPr>
              <a:t>Visual area </a:t>
            </a:r>
          </a:p>
          <a:p>
            <a:pPr algn="ctr"/>
            <a:r>
              <a:rPr lang="en-US" altLang="zh-TW" sz="1400" dirty="0">
                <a:solidFill>
                  <a:schemeClr val="bg1"/>
                </a:solidFill>
              </a:rPr>
              <a:t>of brain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B758EA8-205E-4CF7-A351-D7A96346DF8B}"/>
              </a:ext>
            </a:extLst>
          </p:cNvPr>
          <p:cNvSpPr txBox="1"/>
          <p:nvPr/>
        </p:nvSpPr>
        <p:spPr>
          <a:xfrm>
            <a:off x="8454908" y="1022313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solidFill>
                  <a:schemeClr val="bg1"/>
                </a:solidFill>
              </a:rPr>
              <a:t>Electrical signal </a:t>
            </a:r>
          </a:p>
          <a:p>
            <a:pPr algn="ctr"/>
            <a:r>
              <a:rPr lang="en-US" altLang="zh-TW" sz="1400" dirty="0">
                <a:solidFill>
                  <a:schemeClr val="bg1"/>
                </a:solidFill>
              </a:rPr>
              <a:t>from brain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5D2A9B26-A9A0-957A-1D0E-26909B7DEDD7}"/>
              </a:ext>
            </a:extLst>
          </p:cNvPr>
          <p:cNvSpPr txBox="1">
            <a:spLocks/>
          </p:cNvSpPr>
          <p:nvPr/>
        </p:nvSpPr>
        <p:spPr>
          <a:xfrm>
            <a:off x="0" y="136527"/>
            <a:ext cx="12191999" cy="97045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/>
              <a:t>1959</a:t>
            </a:r>
            <a:r>
              <a:rPr lang="zh-TW" altLang="en-US" dirty="0"/>
              <a:t>年 </a:t>
            </a:r>
            <a:r>
              <a:rPr lang="en-US" altLang="zh-TW" dirty="0"/>
              <a:t>Hubel &amp; Wiesel</a:t>
            </a:r>
            <a:r>
              <a:rPr lang="zh-TW" altLang="en-US" dirty="0"/>
              <a:t> 發表「特徵檢測」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EB952B8-F404-5BE5-61A6-77325556146E}"/>
              </a:ext>
            </a:extLst>
          </p:cNvPr>
          <p:cNvSpPr txBox="1"/>
          <p:nvPr/>
        </p:nvSpPr>
        <p:spPr>
          <a:xfrm>
            <a:off x="6437746" y="983734"/>
            <a:ext cx="3186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0000FF"/>
                </a:solidFill>
              </a:rPr>
              <a:t>1981</a:t>
            </a:r>
            <a:r>
              <a:rPr lang="zh-TW" altLang="en-US" dirty="0">
                <a:solidFill>
                  <a:srgbClr val="0000FF"/>
                </a:solidFill>
              </a:rPr>
              <a:t> 年 獲得諾貝爾醫學獎</a:t>
            </a:r>
          </a:p>
        </p:txBody>
      </p:sp>
    </p:spTree>
    <p:extLst>
      <p:ext uri="{BB962C8B-B14F-4D97-AF65-F5344CB8AC3E}">
        <p14:creationId xmlns:p14="http://schemas.microsoft.com/office/powerpoint/2010/main" val="2020278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D694B66-34D8-41B2-B2AB-2CE0B5FD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</a:t>
            </a:fld>
            <a:endParaRPr lang="en-US" dirty="0"/>
          </a:p>
        </p:txBody>
      </p:sp>
      <p:pic>
        <p:nvPicPr>
          <p:cNvPr id="9218" name="Picture 2" descr="Quick History of Machine Vision">
            <a:extLst>
              <a:ext uri="{FF2B5EF4-FFF2-40B4-BE49-F238E27FC236}">
                <a16:creationId xmlns:a16="http://schemas.microsoft.com/office/drawing/2014/main" id="{F0B5CB3A-2247-442F-A5A0-55B800D5DD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777968" y="1159792"/>
            <a:ext cx="4530972" cy="534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1689387F-FA6B-13AB-DC31-92ED2CB41010}"/>
              </a:ext>
            </a:extLst>
          </p:cNvPr>
          <p:cNvSpPr txBox="1">
            <a:spLocks/>
          </p:cNvSpPr>
          <p:nvPr/>
        </p:nvSpPr>
        <p:spPr>
          <a:xfrm>
            <a:off x="0" y="136527"/>
            <a:ext cx="12191999" cy="97045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dirty="0"/>
              <a:t>第一篇電腦視覺博論 </a:t>
            </a:r>
            <a:r>
              <a:rPr lang="en-US" altLang="zh-TW" dirty="0"/>
              <a:t>Block world</a:t>
            </a:r>
            <a:r>
              <a:rPr lang="zh-TW" altLang="en-US" dirty="0"/>
              <a:t> </a:t>
            </a:r>
            <a:r>
              <a:rPr lang="en-US" altLang="zh-TW" dirty="0"/>
              <a:t>(Larry Roberts, 1963)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2246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A9DE46C-4DFB-4FFE-BF46-87FCD251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14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F7CC14E-75D5-410B-BB19-CCC21B99D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7623" y="955798"/>
            <a:ext cx="8419604" cy="560202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0C7EA33B-CF55-A7EB-85B9-DDD32C8CEE09}"/>
              </a:ext>
            </a:extLst>
          </p:cNvPr>
          <p:cNvSpPr txBox="1">
            <a:spLocks/>
          </p:cNvSpPr>
          <p:nvPr/>
        </p:nvSpPr>
        <p:spPr>
          <a:xfrm>
            <a:off x="0" y="136527"/>
            <a:ext cx="12191999" cy="97045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TW" dirty="0"/>
              <a:t>1966</a:t>
            </a:r>
            <a:r>
              <a:rPr lang="zh-TW" altLang="en-US" dirty="0"/>
              <a:t>年 麻省理工想用一個暑假解決 </a:t>
            </a:r>
            <a:r>
              <a:rPr lang="en-US" altLang="zh-TW" dirty="0"/>
              <a:t>computer vision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3F8857-C3CC-2A0D-D4B8-CA8D39D643FF}"/>
              </a:ext>
            </a:extLst>
          </p:cNvPr>
          <p:cNvSpPr/>
          <p:nvPr/>
        </p:nvSpPr>
        <p:spPr>
          <a:xfrm>
            <a:off x="4972050" y="3286125"/>
            <a:ext cx="2324100" cy="352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2BAF77-FAB5-7AC4-C44A-AF28A9803118}"/>
              </a:ext>
            </a:extLst>
          </p:cNvPr>
          <p:cNvSpPr txBox="1"/>
          <p:nvPr/>
        </p:nvSpPr>
        <p:spPr>
          <a:xfrm>
            <a:off x="7581900" y="3152775"/>
            <a:ext cx="29418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Summer Project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48431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6A93BF9-940E-4116-AB64-8B779F53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660CE7A-6E4F-2C64-D5EE-5A306AD3DC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7250" y="1485900"/>
            <a:ext cx="3946176" cy="50577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92E876C8-BDD4-E674-2721-E35AA1FA936F}"/>
              </a:ext>
            </a:extLst>
          </p:cNvPr>
          <p:cNvSpPr txBox="1">
            <a:spLocks/>
          </p:cNvSpPr>
          <p:nvPr/>
        </p:nvSpPr>
        <p:spPr>
          <a:xfrm>
            <a:off x="0" y="136527"/>
            <a:ext cx="12191999" cy="97045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dirty="0"/>
              <a:t>劃時代的書 </a:t>
            </a:r>
            <a:r>
              <a:rPr lang="en-US" altLang="zh-TW" dirty="0"/>
              <a:t>VISION (David Marr, 1970s)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DB63136-B3C7-3F8C-E60C-A86EDDF2D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3500" y="1630864"/>
            <a:ext cx="6815111" cy="471201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CF561A8-BFBE-9160-506F-AD9191F240DD}"/>
              </a:ext>
            </a:extLst>
          </p:cNvPr>
          <p:cNvSpPr txBox="1"/>
          <p:nvPr/>
        </p:nvSpPr>
        <p:spPr>
          <a:xfrm>
            <a:off x="7277100" y="1139309"/>
            <a:ext cx="2667000" cy="510778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/>
              <a:t>視覺應該要分層</a:t>
            </a:r>
          </a:p>
        </p:txBody>
      </p:sp>
    </p:spTree>
    <p:extLst>
      <p:ext uri="{BB962C8B-B14F-4D97-AF65-F5344CB8AC3E}">
        <p14:creationId xmlns:p14="http://schemas.microsoft.com/office/powerpoint/2010/main" val="2504964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10D467C-29DE-4C46-A37E-EEF5C854CD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9909" y="2278174"/>
            <a:ext cx="3619500" cy="444447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EB38077-BD16-45E8-9E79-F34E97B7197A}"/>
              </a:ext>
            </a:extLst>
          </p:cNvPr>
          <p:cNvSpPr txBox="1"/>
          <p:nvPr/>
        </p:nvSpPr>
        <p:spPr>
          <a:xfrm>
            <a:off x="1989909" y="931717"/>
            <a:ext cx="3708066" cy="1237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3200" dirty="0"/>
              <a:t>Generalized Cylinder</a:t>
            </a:r>
          </a:p>
          <a:p>
            <a:pPr algn="ctr">
              <a:lnSpc>
                <a:spcPct val="150000"/>
              </a:lnSpc>
            </a:pPr>
            <a:r>
              <a:rPr lang="en-US" altLang="zh-TW" sz="2000" dirty="0"/>
              <a:t>Brooks &amp; Binford,1979</a:t>
            </a:r>
            <a:endParaRPr lang="zh-TW" altLang="en-US" sz="20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FEA89C0-3E2D-4513-B3B2-4C2AFE004B10}"/>
              </a:ext>
            </a:extLst>
          </p:cNvPr>
          <p:cNvSpPr txBox="1"/>
          <p:nvPr/>
        </p:nvSpPr>
        <p:spPr>
          <a:xfrm>
            <a:off x="6949641" y="931718"/>
            <a:ext cx="3180679" cy="1237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3200" dirty="0"/>
              <a:t>Pictorial Structure</a:t>
            </a:r>
          </a:p>
          <a:p>
            <a:pPr algn="ctr">
              <a:lnSpc>
                <a:spcPct val="150000"/>
              </a:lnSpc>
            </a:pPr>
            <a:r>
              <a:rPr lang="en-US" altLang="zh-TW" sz="2000" dirty="0" err="1"/>
              <a:t>Fischler</a:t>
            </a:r>
            <a:r>
              <a:rPr lang="en-US" altLang="zh-TW" sz="2000" dirty="0"/>
              <a:t>  &amp; Elschlager,1973</a:t>
            </a:r>
            <a:endParaRPr lang="zh-TW" altLang="en-US" sz="2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9E04E24-C41E-4EA2-A518-68F73485EAF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06393" y="2278175"/>
            <a:ext cx="4067176" cy="4444469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9CA8A9F2-30C9-EC4F-88CB-E26DC7EFC79F}"/>
              </a:ext>
            </a:extLst>
          </p:cNvPr>
          <p:cNvSpPr txBox="1">
            <a:spLocks/>
          </p:cNvSpPr>
          <p:nvPr/>
        </p:nvSpPr>
        <p:spPr>
          <a:xfrm>
            <a:off x="0" y="136527"/>
            <a:ext cx="12191999" cy="97045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dirty="0"/>
              <a:t>透過邊緣偵測幾何，辨識物體</a:t>
            </a:r>
          </a:p>
        </p:txBody>
      </p:sp>
    </p:spTree>
    <p:extLst>
      <p:ext uri="{BB962C8B-B14F-4D97-AF65-F5344CB8AC3E}">
        <p14:creationId xmlns:p14="http://schemas.microsoft.com/office/powerpoint/2010/main" val="2549900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17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4ADE77C-8A84-4DBE-BE72-FDA2773012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5439" y="2319772"/>
            <a:ext cx="10162122" cy="38385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DFD98DB-F096-48EF-A9A2-7DF7338ACBDB}"/>
              </a:ext>
            </a:extLst>
          </p:cNvPr>
          <p:cNvSpPr txBox="1"/>
          <p:nvPr/>
        </p:nvSpPr>
        <p:spPr>
          <a:xfrm>
            <a:off x="3053289" y="230744"/>
            <a:ext cx="6112571" cy="1482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3200" dirty="0"/>
              <a:t>David Lowe, 1987</a:t>
            </a:r>
            <a:r>
              <a:rPr lang="zh-TW" altLang="en-US" sz="3200" dirty="0"/>
              <a:t> 博士論文</a:t>
            </a:r>
            <a:endParaRPr lang="en-US" altLang="zh-TW" sz="3200" dirty="0"/>
          </a:p>
          <a:p>
            <a:pPr algn="ctr">
              <a:lnSpc>
                <a:spcPct val="150000"/>
              </a:lnSpc>
            </a:pPr>
            <a:r>
              <a:rPr lang="zh-TW" altLang="en-US" sz="3200" dirty="0"/>
              <a:t>從單張 </a:t>
            </a:r>
            <a:r>
              <a:rPr lang="en-US" altLang="zh-TW" sz="3200" dirty="0"/>
              <a:t>2D </a:t>
            </a:r>
            <a:r>
              <a:rPr lang="zh-TW" altLang="en-US" sz="3200" dirty="0"/>
              <a:t>影像進行 </a:t>
            </a:r>
            <a:r>
              <a:rPr lang="en-US" altLang="zh-TW" sz="3200" dirty="0"/>
              <a:t>3D </a:t>
            </a:r>
            <a:r>
              <a:rPr lang="zh-TW" altLang="en-US" sz="3200" dirty="0"/>
              <a:t>物體辨識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80F5CE-E9C3-C91E-2A1B-180EBDDB96D7}"/>
              </a:ext>
            </a:extLst>
          </p:cNvPr>
          <p:cNvSpPr txBox="1"/>
          <p:nvPr/>
        </p:nvSpPr>
        <p:spPr>
          <a:xfrm>
            <a:off x="2400299" y="1825156"/>
            <a:ext cx="7477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(Three-Dimensional Object Recognition from Single Two-Dimensional Images)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9004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18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32B8CA7-25AE-43A6-8E43-396F13C68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4508" y="1183073"/>
            <a:ext cx="7319631" cy="515823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B23E343-A559-7299-0DCD-A29591784E64}"/>
              </a:ext>
            </a:extLst>
          </p:cNvPr>
          <p:cNvSpPr txBox="1"/>
          <p:nvPr/>
        </p:nvSpPr>
        <p:spPr>
          <a:xfrm>
            <a:off x="0" y="300243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dirty="0"/>
              <a:t>人腦會考慮「哪一些部分屬於同一個整體</a:t>
            </a:r>
            <a:r>
              <a:rPr lang="de-DE" altLang="zh-TW" sz="3200" dirty="0"/>
              <a:t>(Globality)</a:t>
            </a:r>
            <a:r>
              <a:rPr lang="zh-TW" altLang="en-US" sz="3200" dirty="0"/>
              <a:t>」的特性</a:t>
            </a:r>
          </a:p>
        </p:txBody>
      </p:sp>
    </p:spTree>
    <p:extLst>
      <p:ext uri="{BB962C8B-B14F-4D97-AF65-F5344CB8AC3E}">
        <p14:creationId xmlns:p14="http://schemas.microsoft.com/office/powerpoint/2010/main" val="2550535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19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34339A1-C825-401D-8E4C-A3B2CCEAD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7417" y="910044"/>
            <a:ext cx="7886144" cy="545381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9A714D1-038F-67DA-92B6-448E2A8B1B0A}"/>
              </a:ext>
            </a:extLst>
          </p:cNvPr>
          <p:cNvSpPr txBox="1"/>
          <p:nvPr/>
        </p:nvSpPr>
        <p:spPr>
          <a:xfrm>
            <a:off x="0" y="25410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「即使角度、大小變了，人也能靠局部特徵點認出同一物體」</a:t>
            </a:r>
          </a:p>
        </p:txBody>
      </p:sp>
    </p:spTree>
    <p:extLst>
      <p:ext uri="{BB962C8B-B14F-4D97-AF65-F5344CB8AC3E}">
        <p14:creationId xmlns:p14="http://schemas.microsoft.com/office/powerpoint/2010/main" val="1909461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20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B2E193A-AFEE-4FF0-A40E-03AA148C3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873" y="320288"/>
            <a:ext cx="8839834" cy="616193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AF6ABAF-8682-7C1E-BDE7-54E5BFB52ADD}"/>
              </a:ext>
            </a:extLst>
          </p:cNvPr>
          <p:cNvSpPr txBox="1"/>
          <p:nvPr/>
        </p:nvSpPr>
        <p:spPr>
          <a:xfrm>
            <a:off x="9467272" y="951346"/>
            <a:ext cx="26323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早期</a:t>
            </a:r>
            <a:r>
              <a:rPr lang="en-US" altLang="zh-TW" sz="2400" dirty="0"/>
              <a:t>Apple </a:t>
            </a:r>
            <a:r>
              <a:rPr lang="zh-TW" altLang="en-US" sz="2400" dirty="0"/>
              <a:t>相機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sz="2400" dirty="0"/>
              <a:t>2016</a:t>
            </a:r>
            <a:r>
              <a:rPr lang="zh-TW" altLang="en-US" sz="2400" dirty="0"/>
              <a:t>改用深度學習</a:t>
            </a:r>
          </a:p>
        </p:txBody>
      </p:sp>
      <p:pic>
        <p:nvPicPr>
          <p:cNvPr id="2050" name="Picture 2" descr="为了让iPhone实时运行人脸检测算法，苹果原来做了这么多努力| 雷峰网">
            <a:extLst>
              <a:ext uri="{FF2B5EF4-FFF2-40B4-BE49-F238E27FC236}">
                <a16:creationId xmlns:a16="http://schemas.microsoft.com/office/drawing/2014/main" id="{93079F5E-588C-A76C-7231-846BD00C50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50983" y="2299853"/>
            <a:ext cx="2401261" cy="3671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644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21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60BF280-A99A-4006-BED9-1A6236F73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238" y="1252265"/>
            <a:ext cx="7743277" cy="519324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D577884-40DC-54B0-E26B-DEF7A40025C8}"/>
              </a:ext>
            </a:extLst>
          </p:cNvPr>
          <p:cNvSpPr txBox="1"/>
          <p:nvPr/>
        </p:nvSpPr>
        <p:spPr>
          <a:xfrm>
            <a:off x="0" y="38337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「先看大局，再看細節，還要記得東西在哪裡」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D41149-3958-5EE3-A3B8-398EA33E153C}"/>
              </a:ext>
            </a:extLst>
          </p:cNvPr>
          <p:cNvSpPr txBox="1"/>
          <p:nvPr/>
        </p:nvSpPr>
        <p:spPr>
          <a:xfrm>
            <a:off x="877454" y="3528290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統計 </a:t>
            </a:r>
            <a:r>
              <a:rPr lang="zh-TW" altLang="en-US" dirty="0">
                <a:solidFill>
                  <a:srgbClr val="FF0000"/>
                </a:solidFill>
              </a:rPr>
              <a:t>局部特徵的出現頻率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8976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22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A654D3D-6A52-46D8-B062-CC38B6234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5963" y="1211550"/>
            <a:ext cx="8091787" cy="500837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B294917-3F8B-044D-A51D-5FF470CC50C4}"/>
              </a:ext>
            </a:extLst>
          </p:cNvPr>
          <p:cNvSpPr txBox="1"/>
          <p:nvPr/>
        </p:nvSpPr>
        <p:spPr>
          <a:xfrm>
            <a:off x="0" y="281771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/>
              <a:t>用邊緣方向統計特徵，解決了行人偵測</a:t>
            </a:r>
          </a:p>
        </p:txBody>
      </p:sp>
    </p:spTree>
    <p:extLst>
      <p:ext uri="{BB962C8B-B14F-4D97-AF65-F5344CB8AC3E}">
        <p14:creationId xmlns:p14="http://schemas.microsoft.com/office/powerpoint/2010/main" val="1039302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23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1420404-516A-452B-8037-9A000F49B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7595" y="1080654"/>
            <a:ext cx="8528582" cy="538884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33B4677-0B74-1DF1-E78D-54D588B6BA2F}"/>
              </a:ext>
            </a:extLst>
          </p:cNvPr>
          <p:cNvSpPr txBox="1"/>
          <p:nvPr/>
        </p:nvSpPr>
        <p:spPr>
          <a:xfrm>
            <a:off x="0" y="37413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歐盟建立統一的 </a:t>
            </a:r>
            <a:r>
              <a:rPr lang="de-DE" altLang="zh-TW" sz="3600" dirty="0"/>
              <a:t>benchmark </a:t>
            </a:r>
            <a:r>
              <a:rPr lang="zh-TW" altLang="en-US" sz="3600" dirty="0"/>
              <a:t>與方法比較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26AB0DC-8140-EEF4-73D4-0D9FE4EB979B}"/>
              </a:ext>
            </a:extLst>
          </p:cNvPr>
          <p:cNvSpPr txBox="1"/>
          <p:nvPr/>
        </p:nvSpPr>
        <p:spPr>
          <a:xfrm>
            <a:off x="886692" y="1870425"/>
            <a:ext cx="3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20 </a:t>
            </a:r>
            <a:r>
              <a:rPr lang="zh-TW" altLang="en-US" sz="2400" dirty="0">
                <a:solidFill>
                  <a:srgbClr val="0000FF"/>
                </a:solidFill>
              </a:rPr>
              <a:t>個類別、幾千張圖</a:t>
            </a:r>
          </a:p>
        </p:txBody>
      </p:sp>
    </p:spTree>
    <p:extLst>
      <p:ext uri="{BB962C8B-B14F-4D97-AF65-F5344CB8AC3E}">
        <p14:creationId xmlns:p14="http://schemas.microsoft.com/office/powerpoint/2010/main" val="2195027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24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AE7B659-2A94-4A69-A6AE-756F0218A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0654" y="1224380"/>
            <a:ext cx="7469506" cy="520058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A484F68-A321-948D-1D87-44853CF003B7}"/>
              </a:ext>
            </a:extLst>
          </p:cNvPr>
          <p:cNvSpPr txBox="1"/>
          <p:nvPr/>
        </p:nvSpPr>
        <p:spPr>
          <a:xfrm>
            <a:off x="1339273" y="3218934"/>
            <a:ext cx="314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20000</a:t>
            </a:r>
            <a:r>
              <a:rPr lang="zh-TW" altLang="en-US" dirty="0">
                <a:solidFill>
                  <a:srgbClr val="0000FF"/>
                </a:solidFill>
              </a:rPr>
              <a:t>個類別 </a:t>
            </a:r>
            <a:r>
              <a:rPr lang="en-US" altLang="zh-TW" dirty="0">
                <a:solidFill>
                  <a:srgbClr val="0000FF"/>
                </a:solidFill>
              </a:rPr>
              <a:t>1,400 </a:t>
            </a:r>
            <a:r>
              <a:rPr lang="zh-TW" altLang="en-US" dirty="0">
                <a:solidFill>
                  <a:srgbClr val="0000FF"/>
                </a:solidFill>
              </a:rPr>
              <a:t>萬張影像</a:t>
            </a:r>
          </a:p>
        </p:txBody>
      </p:sp>
      <p:pic>
        <p:nvPicPr>
          <p:cNvPr id="3074" name="Picture 2" descr="The Worlds I See' by AI visionary Fei-Fei Li '99 selected as Princeton  Pre-read">
            <a:extLst>
              <a:ext uri="{FF2B5EF4-FFF2-40B4-BE49-F238E27FC236}">
                <a16:creationId xmlns:a16="http://schemas.microsoft.com/office/drawing/2014/main" id="{569718E0-DA4B-DDBE-D7B4-DA51124AB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4938" y="1212782"/>
            <a:ext cx="1958507" cy="260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879880B-C975-EB0F-6574-F5EB104481D3}"/>
              </a:ext>
            </a:extLst>
          </p:cNvPr>
          <p:cNvSpPr txBox="1"/>
          <p:nvPr/>
        </p:nvSpPr>
        <p:spPr>
          <a:xfrm>
            <a:off x="0" y="37413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建立 更大型的統一資料集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EC1F651-A135-9F55-4CEC-61FB5A381396}"/>
              </a:ext>
            </a:extLst>
          </p:cNvPr>
          <p:cNvSpPr txBox="1"/>
          <p:nvPr/>
        </p:nvSpPr>
        <p:spPr>
          <a:xfrm>
            <a:off x="9651999" y="3971691"/>
            <a:ext cx="123738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de-DE" altLang="zh-TW" b="0" i="0" strike="noStrike" dirty="0">
                <a:effectLst/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Fei-Fei Li</a:t>
            </a:r>
          </a:p>
        </p:txBody>
      </p:sp>
    </p:spTree>
    <p:extLst>
      <p:ext uri="{BB962C8B-B14F-4D97-AF65-F5344CB8AC3E}">
        <p14:creationId xmlns:p14="http://schemas.microsoft.com/office/powerpoint/2010/main" val="10142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25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0E59FC6-94E8-49D7-8D78-4683D620B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9164" y="1181842"/>
            <a:ext cx="7608051" cy="528601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7B20333-8234-2F6B-A4EE-51A0BFD97945}"/>
              </a:ext>
            </a:extLst>
          </p:cNvPr>
          <p:cNvSpPr txBox="1"/>
          <p:nvPr/>
        </p:nvSpPr>
        <p:spPr>
          <a:xfrm>
            <a:off x="0" y="37413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600" dirty="0"/>
              <a:t>LSVRC</a:t>
            </a:r>
            <a:r>
              <a:rPr lang="zh-TW" altLang="en-US" sz="3600" dirty="0"/>
              <a:t> 挑戰</a:t>
            </a:r>
          </a:p>
        </p:txBody>
      </p:sp>
    </p:spTree>
    <p:extLst>
      <p:ext uri="{BB962C8B-B14F-4D97-AF65-F5344CB8AC3E}">
        <p14:creationId xmlns:p14="http://schemas.microsoft.com/office/powerpoint/2010/main" val="29860854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26</a:t>
            </a:fld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F1D9D8D-54BE-F075-C27B-4A31A2ABF5D2}"/>
              </a:ext>
            </a:extLst>
          </p:cNvPr>
          <p:cNvSpPr txBox="1"/>
          <p:nvPr/>
        </p:nvSpPr>
        <p:spPr>
          <a:xfrm>
            <a:off x="0" y="37413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電腦識別圖像 錯誤率逐年下降</a:t>
            </a:r>
          </a:p>
        </p:txBody>
      </p:sp>
      <p:pic>
        <p:nvPicPr>
          <p:cNvPr id="4098" name="Picture 2" descr="Comparison between of ILSVRC winners and human error rate in... | Download  Scientific Diagram">
            <a:extLst>
              <a:ext uri="{FF2B5EF4-FFF2-40B4-BE49-F238E27FC236}">
                <a16:creationId xmlns:a16="http://schemas.microsoft.com/office/drawing/2014/main" id="{CCC84F57-DC71-9D3A-701D-F2718A718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8355" y="1471451"/>
            <a:ext cx="10708932" cy="452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E485AB8-AFAF-861C-6538-80A575333B41}"/>
              </a:ext>
            </a:extLst>
          </p:cNvPr>
          <p:cNvSpPr txBox="1"/>
          <p:nvPr/>
        </p:nvSpPr>
        <p:spPr>
          <a:xfrm>
            <a:off x="3140364" y="2290617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GPU</a:t>
            </a:r>
            <a:r>
              <a:rPr lang="zh-TW" altLang="en-US" dirty="0">
                <a:solidFill>
                  <a:srgbClr val="FF0000"/>
                </a:solidFill>
              </a:rPr>
              <a:t> 運算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BB639A6D-734A-1876-6907-1585833B952A}"/>
              </a:ext>
            </a:extLst>
          </p:cNvPr>
          <p:cNvCxnSpPr/>
          <p:nvPr/>
        </p:nvCxnSpPr>
        <p:spPr>
          <a:xfrm>
            <a:off x="3676073" y="2632364"/>
            <a:ext cx="0" cy="3232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828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27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75B8D9F-635D-4A29-A200-5F0762BDF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0400" y="299613"/>
            <a:ext cx="8511200" cy="590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52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28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18D2887-CF8E-4198-B85F-2D91A5072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6589" y="412308"/>
            <a:ext cx="8458822" cy="600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95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29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F3429A9-2170-4179-93B4-F3FADEF64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0392" y="271025"/>
            <a:ext cx="8511215" cy="594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53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30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3515C39-55F3-4420-BE71-E7376D7AA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2022" y="1196532"/>
            <a:ext cx="7568596" cy="534542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4B6EDE4-A02A-458C-AACA-E8120471B406}"/>
              </a:ext>
            </a:extLst>
          </p:cNvPr>
          <p:cNvSpPr txBox="1"/>
          <p:nvPr/>
        </p:nvSpPr>
        <p:spPr>
          <a:xfrm>
            <a:off x="0" y="37413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影像處理 不同應用</a:t>
            </a:r>
          </a:p>
        </p:txBody>
      </p:sp>
    </p:spTree>
    <p:extLst>
      <p:ext uri="{BB962C8B-B14F-4D97-AF65-F5344CB8AC3E}">
        <p14:creationId xmlns:p14="http://schemas.microsoft.com/office/powerpoint/2010/main" val="1719998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31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2F19C98-CEDD-49BE-BEA9-F50C21CFC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7637" y="1226955"/>
            <a:ext cx="7420940" cy="513457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6D9CAF4-2397-0001-3194-83C384288EBA}"/>
              </a:ext>
            </a:extLst>
          </p:cNvPr>
          <p:cNvSpPr txBox="1"/>
          <p:nvPr/>
        </p:nvSpPr>
        <p:spPr>
          <a:xfrm>
            <a:off x="0" y="37413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影像處理 不同應用</a:t>
            </a:r>
          </a:p>
        </p:txBody>
      </p:sp>
    </p:spTree>
    <p:extLst>
      <p:ext uri="{BB962C8B-B14F-4D97-AF65-F5344CB8AC3E}">
        <p14:creationId xmlns:p14="http://schemas.microsoft.com/office/powerpoint/2010/main" val="14174032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E05A2B-940F-4044-B260-1EC4FD44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32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A9D618E-3B7E-4A1C-8151-E7972B124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0473" y="1098824"/>
            <a:ext cx="8062073" cy="549069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4C5B3DF-2A1C-6ED1-7551-167BF8CB56CE}"/>
              </a:ext>
            </a:extLst>
          </p:cNvPr>
          <p:cNvSpPr txBox="1"/>
          <p:nvPr/>
        </p:nvSpPr>
        <p:spPr>
          <a:xfrm>
            <a:off x="0" y="37413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影像處理 先識別 在決定之間關係</a:t>
            </a:r>
          </a:p>
        </p:txBody>
      </p:sp>
    </p:spTree>
    <p:extLst>
      <p:ext uri="{BB962C8B-B14F-4D97-AF65-F5344CB8AC3E}">
        <p14:creationId xmlns:p14="http://schemas.microsoft.com/office/powerpoint/2010/main" val="23235869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3818C31-F4B9-4C2F-B2E8-E8DCA000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33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D12186D-E2AE-49B7-B228-52C0E51BC9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972" y="2062908"/>
            <a:ext cx="10733474" cy="378371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E735FFDC-0DB7-4882-BA95-7E61B90DA035}"/>
              </a:ext>
            </a:extLst>
          </p:cNvPr>
          <p:cNvSpPr txBox="1"/>
          <p:nvPr/>
        </p:nvSpPr>
        <p:spPr>
          <a:xfrm>
            <a:off x="1518692" y="1312217"/>
            <a:ext cx="4882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Fei-Fei, lyer, Koch, Perona, </a:t>
            </a:r>
            <a:r>
              <a:rPr lang="en-US" altLang="zh-TW" sz="2400" i="1" dirty="0"/>
              <a:t>JoV,</a:t>
            </a:r>
            <a:r>
              <a:rPr lang="en-US" altLang="zh-TW" sz="2400" dirty="0"/>
              <a:t> 2007</a:t>
            </a:r>
            <a:endParaRPr lang="zh-TW" altLang="en-US" sz="2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4574D2-AE01-BCDF-14FE-B948569EA2A8}"/>
              </a:ext>
            </a:extLst>
          </p:cNvPr>
          <p:cNvSpPr txBox="1"/>
          <p:nvPr/>
        </p:nvSpPr>
        <p:spPr>
          <a:xfrm>
            <a:off x="0" y="37413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/>
              <a:t>人類能在極短時間 識別影像內容</a:t>
            </a:r>
          </a:p>
        </p:txBody>
      </p:sp>
    </p:spTree>
    <p:extLst>
      <p:ext uri="{BB962C8B-B14F-4D97-AF65-F5344CB8AC3E}">
        <p14:creationId xmlns:p14="http://schemas.microsoft.com/office/powerpoint/2010/main" val="3358014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DB0BD4C-3E3E-4EFE-B954-B8F0614D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34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9FBEE1E-E2E1-4A00-B96F-F1ED0C7BC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186" y="1579420"/>
            <a:ext cx="5065109" cy="486756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476B323-9551-4B7B-9E6A-13684C66ACE4}"/>
              </a:ext>
            </a:extLst>
          </p:cNvPr>
          <p:cNvSpPr txBox="1"/>
          <p:nvPr/>
        </p:nvSpPr>
        <p:spPr>
          <a:xfrm>
            <a:off x="1355841" y="755918"/>
            <a:ext cx="2314596" cy="71508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/>
              <a:t>取自</a:t>
            </a:r>
            <a:r>
              <a:rPr lang="en-US" altLang="zh-TW" dirty="0"/>
              <a:t>2012</a:t>
            </a:r>
            <a:r>
              <a:rPr lang="zh-TW" altLang="en-US" dirty="0"/>
              <a:t>年</a:t>
            </a:r>
            <a:endParaRPr lang="en-US" altLang="zh-TW" dirty="0"/>
          </a:p>
          <a:p>
            <a:pPr algn="ctr"/>
            <a:r>
              <a:rPr lang="en-US" altLang="zh-TW" dirty="0"/>
              <a:t>Andrej </a:t>
            </a:r>
            <a:r>
              <a:rPr lang="en-US" altLang="zh-TW" dirty="0" err="1"/>
              <a:t>Karpathy</a:t>
            </a:r>
            <a:r>
              <a:rPr lang="en-US" altLang="zh-TW" dirty="0"/>
              <a:t> Blog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8D1F6CB-2428-1FAB-CE3D-068A8BAD8E91}"/>
              </a:ext>
            </a:extLst>
          </p:cNvPr>
          <p:cNvSpPr txBox="1"/>
          <p:nvPr/>
        </p:nvSpPr>
        <p:spPr>
          <a:xfrm>
            <a:off x="0" y="37413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600" dirty="0"/>
              <a:t>AI</a:t>
            </a:r>
            <a:r>
              <a:rPr lang="zh-TW" altLang="en-US" sz="3600" dirty="0"/>
              <a:t> 超速發展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71B02CE-A051-8690-17F5-06B6E47B7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6463" y="3740670"/>
            <a:ext cx="6345810" cy="237380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88AECA5-7466-DC20-B9AF-1CEC04017881}"/>
              </a:ext>
            </a:extLst>
          </p:cNvPr>
          <p:cNvSpPr txBox="1"/>
          <p:nvPr/>
        </p:nvSpPr>
        <p:spPr>
          <a:xfrm>
            <a:off x="7712364" y="3731492"/>
            <a:ext cx="3245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2023</a:t>
            </a:r>
            <a:r>
              <a:rPr lang="zh-TW" altLang="en-US" dirty="0">
                <a:solidFill>
                  <a:srgbClr val="FF0000"/>
                </a:solidFill>
              </a:rPr>
              <a:t>年 用</a:t>
            </a:r>
            <a:r>
              <a:rPr lang="en-US" altLang="zh-TW" dirty="0">
                <a:solidFill>
                  <a:srgbClr val="FF0000"/>
                </a:solidFill>
              </a:rPr>
              <a:t>ChatGPT </a:t>
            </a:r>
            <a:r>
              <a:rPr lang="zh-TW" altLang="en-US" dirty="0">
                <a:solidFill>
                  <a:srgbClr val="FF0000"/>
                </a:solidFill>
              </a:rPr>
              <a:t>就能看出來</a:t>
            </a:r>
          </a:p>
        </p:txBody>
      </p:sp>
      <p:pic>
        <p:nvPicPr>
          <p:cNvPr id="6146" name="Picture 2" descr="Andrej Karpathy - YouTube">
            <a:extLst>
              <a:ext uri="{FF2B5EF4-FFF2-40B4-BE49-F238E27FC236}">
                <a16:creationId xmlns:a16="http://schemas.microsoft.com/office/drawing/2014/main" id="{647D5DD6-0B65-635B-3C3F-B211E9446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54255" y="1249219"/>
            <a:ext cx="2112818" cy="2112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207927E0-F539-0EB4-6FC9-A5D267453DA1}"/>
              </a:ext>
            </a:extLst>
          </p:cNvPr>
          <p:cNvCxnSpPr/>
          <p:nvPr/>
        </p:nvCxnSpPr>
        <p:spPr>
          <a:xfrm>
            <a:off x="9698182" y="4405746"/>
            <a:ext cx="183803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326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917BEA2-475C-4F33-96EE-4AE703DF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35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BC424E8-FE4A-4313-8934-0F42EFC26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2792" y="294837"/>
            <a:ext cx="8473116" cy="59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252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DE33932-6762-1729-49AE-6A36E95D5827}"/>
              </a:ext>
            </a:extLst>
          </p:cNvPr>
          <p:cNvSpPr txBox="1"/>
          <p:nvPr/>
        </p:nvSpPr>
        <p:spPr>
          <a:xfrm>
            <a:off x="0" y="446113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1.1 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甚麼是數位影像處理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3" name="Picture 2" descr="The Shiba Inu dog from the doge meme turns 16, celebration post goes viral  | Trending - Hindustan Times">
            <a:extLst>
              <a:ext uri="{FF2B5EF4-FFF2-40B4-BE49-F238E27FC236}">
                <a16:creationId xmlns:a16="http://schemas.microsoft.com/office/drawing/2014/main" id="{0B3130A0-EDBD-ABEF-73A3-B87A0704E8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16404" y="2362986"/>
            <a:ext cx="2612571" cy="2932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The Shiba Inu dog from the doge meme turns 16, celebration post goes viral  | Trending - Hindustan Times">
            <a:extLst>
              <a:ext uri="{FF2B5EF4-FFF2-40B4-BE49-F238E27FC236}">
                <a16:creationId xmlns:a16="http://schemas.microsoft.com/office/drawing/2014/main" id="{3DB52051-8005-28C7-8F55-F95744ECBC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026832" y="2913281"/>
            <a:ext cx="1744403" cy="1774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A9DBF0D-C98C-EAE1-1A6C-275FDF95F30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04639" y="3192218"/>
            <a:ext cx="1271451" cy="1200150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64122509-AD0E-D849-AFFA-FA752495D0A6}"/>
              </a:ext>
            </a:extLst>
          </p:cNvPr>
          <p:cNvSpPr/>
          <p:nvPr/>
        </p:nvSpPr>
        <p:spPr>
          <a:xfrm>
            <a:off x="2114550" y="2373671"/>
            <a:ext cx="571500" cy="5715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224FDA8A-32C1-BCA9-887B-44AB5FC14A89}"/>
              </a:ext>
            </a:extLst>
          </p:cNvPr>
          <p:cNvSpPr/>
          <p:nvPr/>
        </p:nvSpPr>
        <p:spPr>
          <a:xfrm>
            <a:off x="5246392" y="3249368"/>
            <a:ext cx="393142" cy="39314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92C79BF0-273F-2EAB-9219-1FFA3AA999DC}"/>
              </a:ext>
            </a:extLst>
          </p:cNvPr>
          <p:cNvSpPr/>
          <p:nvPr/>
        </p:nvSpPr>
        <p:spPr>
          <a:xfrm>
            <a:off x="3399900" y="3631829"/>
            <a:ext cx="473273" cy="337320"/>
          </a:xfrm>
          <a:prstGeom prst="rightArrow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FDEBDCD6-42E1-6AD6-1C9A-C2FEF3FE8BFA}"/>
              </a:ext>
            </a:extLst>
          </p:cNvPr>
          <p:cNvSpPr/>
          <p:nvPr/>
        </p:nvSpPr>
        <p:spPr>
          <a:xfrm>
            <a:off x="5892727" y="3631829"/>
            <a:ext cx="473273" cy="337320"/>
          </a:xfrm>
          <a:prstGeom prst="rightArrow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2FB038CC-7638-1256-50AC-A5F90D4A76BF}"/>
              </a:ext>
            </a:extLst>
          </p:cNvPr>
          <p:cNvSpPr/>
          <p:nvPr/>
        </p:nvSpPr>
        <p:spPr>
          <a:xfrm>
            <a:off x="8226012" y="3631829"/>
            <a:ext cx="473273" cy="337320"/>
          </a:xfrm>
          <a:prstGeom prst="rightArrow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C2977A5A-EA7E-DA0F-21C5-AE40C42542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1106" y="2569923"/>
            <a:ext cx="1747068" cy="1651774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E578EB9-8E5B-1140-1BA1-E518564CBA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78245" y="2973632"/>
            <a:ext cx="1755010" cy="1659714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43F429B-4E4F-C8D1-1A0F-B81B67C9F4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3326" y="3363668"/>
            <a:ext cx="1755012" cy="1651774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D633FA71-76EC-02E0-07C8-3F1CB63D2E2A}"/>
              </a:ext>
            </a:extLst>
          </p:cNvPr>
          <p:cNvSpPr txBox="1"/>
          <p:nvPr/>
        </p:nvSpPr>
        <p:spPr>
          <a:xfrm>
            <a:off x="8363599" y="2973632"/>
            <a:ext cx="76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R(red)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A34928D-F174-CED9-3477-B4F8E0D5A49E}"/>
              </a:ext>
            </a:extLst>
          </p:cNvPr>
          <p:cNvSpPr txBox="1"/>
          <p:nvPr/>
        </p:nvSpPr>
        <p:spPr>
          <a:xfrm>
            <a:off x="8778411" y="2569923"/>
            <a:ext cx="101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B050"/>
                </a:solidFill>
              </a:rPr>
              <a:t>G(green)</a:t>
            </a:r>
            <a:endParaRPr lang="zh-TW" altLang="en-US" dirty="0">
              <a:solidFill>
                <a:srgbClr val="00B05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2B99836-ACD6-5A19-CB73-710677ED15EB}"/>
              </a:ext>
            </a:extLst>
          </p:cNvPr>
          <p:cNvSpPr txBox="1"/>
          <p:nvPr/>
        </p:nvSpPr>
        <p:spPr>
          <a:xfrm>
            <a:off x="9079090" y="2139342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</a:rPr>
              <a:t>B(blue)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80AFD4D5-A6ED-2C24-97BC-DE66569B8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592116"/>
              </p:ext>
            </p:extLst>
          </p:nvPr>
        </p:nvGraphicFramePr>
        <p:xfrm>
          <a:off x="6594430" y="3192218"/>
          <a:ext cx="1281660" cy="12001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415">
                  <a:extLst>
                    <a:ext uri="{9D8B030D-6E8A-4147-A177-3AD203B41FA5}">
                      <a16:colId xmlns:a16="http://schemas.microsoft.com/office/drawing/2014/main" val="3288341895"/>
                    </a:ext>
                  </a:extLst>
                </a:gridCol>
                <a:gridCol w="320415">
                  <a:extLst>
                    <a:ext uri="{9D8B030D-6E8A-4147-A177-3AD203B41FA5}">
                      <a16:colId xmlns:a16="http://schemas.microsoft.com/office/drawing/2014/main" val="4089639487"/>
                    </a:ext>
                  </a:extLst>
                </a:gridCol>
                <a:gridCol w="320415">
                  <a:extLst>
                    <a:ext uri="{9D8B030D-6E8A-4147-A177-3AD203B41FA5}">
                      <a16:colId xmlns:a16="http://schemas.microsoft.com/office/drawing/2014/main" val="1456691696"/>
                    </a:ext>
                  </a:extLst>
                </a:gridCol>
                <a:gridCol w="320415">
                  <a:extLst>
                    <a:ext uri="{9D8B030D-6E8A-4147-A177-3AD203B41FA5}">
                      <a16:colId xmlns:a16="http://schemas.microsoft.com/office/drawing/2014/main" val="3764906772"/>
                    </a:ext>
                  </a:extLst>
                </a:gridCol>
              </a:tblGrid>
              <a:tr h="300038">
                <a:tc>
                  <a:txBody>
                    <a:bodyPr/>
                    <a:lstStyle/>
                    <a:p>
                      <a:endParaRPr lang="zh-TW" altLang="en-US" sz="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098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53768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6812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892817"/>
                  </a:ext>
                </a:extLst>
              </a:tr>
            </a:tbl>
          </a:graphicData>
        </a:graphic>
      </p:graphicFrame>
      <p:sp>
        <p:nvSpPr>
          <p:cNvPr id="18" name="文字方塊 17">
            <a:extLst>
              <a:ext uri="{FF2B5EF4-FFF2-40B4-BE49-F238E27FC236}">
                <a16:creationId xmlns:a16="http://schemas.microsoft.com/office/drawing/2014/main" id="{6245AF7E-7044-56BA-7E61-4DA51AF8FC3F}"/>
              </a:ext>
            </a:extLst>
          </p:cNvPr>
          <p:cNvSpPr txBox="1"/>
          <p:nvPr/>
        </p:nvSpPr>
        <p:spPr>
          <a:xfrm>
            <a:off x="6781449" y="2728615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(4*4*3)</a:t>
            </a:r>
            <a:endParaRPr lang="zh-TW" altLang="en-US" dirty="0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A767E96-46DE-09E7-A5CA-C0BB2A9D026F}"/>
              </a:ext>
            </a:extLst>
          </p:cNvPr>
          <p:cNvCxnSpPr/>
          <p:nvPr/>
        </p:nvCxnSpPr>
        <p:spPr>
          <a:xfrm flipH="1">
            <a:off x="8555525" y="4687698"/>
            <a:ext cx="706170" cy="843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FEBB003-75AD-34A7-F876-168743CFEF1C}"/>
              </a:ext>
            </a:extLst>
          </p:cNvPr>
          <p:cNvSpPr txBox="1"/>
          <p:nvPr/>
        </p:nvSpPr>
        <p:spPr>
          <a:xfrm>
            <a:off x="7757870" y="5549325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強度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(intensity)</a:t>
            </a: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5F9B4B8-04DC-84BE-071E-CD5C8FFE7540}"/>
              </a:ext>
            </a:extLst>
          </p:cNvPr>
          <p:cNvCxnSpPr/>
          <p:nvPr/>
        </p:nvCxnSpPr>
        <p:spPr>
          <a:xfrm flipH="1">
            <a:off x="6032961" y="4265713"/>
            <a:ext cx="706170" cy="843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B622E51-4CC8-367C-5323-70E08FA01FF0}"/>
              </a:ext>
            </a:extLst>
          </p:cNvPr>
          <p:cNvSpPr txBox="1"/>
          <p:nvPr/>
        </p:nvSpPr>
        <p:spPr>
          <a:xfrm>
            <a:off x="5402019" y="5127340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像素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(pixel)</a:t>
            </a:r>
          </a:p>
        </p:txBody>
      </p:sp>
    </p:spTree>
    <p:extLst>
      <p:ext uri="{BB962C8B-B14F-4D97-AF65-F5344CB8AC3E}">
        <p14:creationId xmlns:p14="http://schemas.microsoft.com/office/powerpoint/2010/main" val="11987425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DE33932-6762-1729-49AE-6A36E95D5827}"/>
              </a:ext>
            </a:extLst>
          </p:cNvPr>
          <p:cNvSpPr txBox="1"/>
          <p:nvPr/>
        </p:nvSpPr>
        <p:spPr>
          <a:xfrm>
            <a:off x="0" y="446113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1.1 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甚麼是數位影像處理</a:t>
            </a:r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CBE73030-FB20-376A-8B47-5ECDB10CF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302" y="2254531"/>
            <a:ext cx="3323424" cy="3323424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0EDFB7A0-C274-25BC-0F8C-415D208E7404}"/>
              </a:ext>
            </a:extLst>
          </p:cNvPr>
          <p:cNvSpPr txBox="1"/>
          <p:nvPr/>
        </p:nvSpPr>
        <p:spPr>
          <a:xfrm>
            <a:off x="5075192" y="2186427"/>
            <a:ext cx="1063744" cy="646986"/>
          </a:xfrm>
          <a:prstGeom prst="roundRect">
            <a:avLst/>
          </a:prstGeom>
          <a:solidFill>
            <a:srgbClr val="FFE6B3"/>
          </a:solidFill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低階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FC903EA-6A73-7619-8D4F-8FA69A455532}"/>
              </a:ext>
            </a:extLst>
          </p:cNvPr>
          <p:cNvSpPr txBox="1"/>
          <p:nvPr/>
        </p:nvSpPr>
        <p:spPr>
          <a:xfrm>
            <a:off x="5075192" y="3397233"/>
            <a:ext cx="1063744" cy="646986"/>
          </a:xfrm>
          <a:prstGeom prst="roundRect">
            <a:avLst/>
          </a:prstGeom>
          <a:solidFill>
            <a:srgbClr val="FFE6B3"/>
          </a:solidFill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中階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AB2DF01-4939-A4DC-55A9-BD3D7213A4E9}"/>
              </a:ext>
            </a:extLst>
          </p:cNvPr>
          <p:cNvSpPr txBox="1"/>
          <p:nvPr/>
        </p:nvSpPr>
        <p:spPr>
          <a:xfrm>
            <a:off x="5075192" y="4628888"/>
            <a:ext cx="1063744" cy="646986"/>
          </a:xfrm>
          <a:prstGeom prst="roundRect">
            <a:avLst/>
          </a:prstGeom>
          <a:solidFill>
            <a:srgbClr val="FFE6B3"/>
          </a:solidFill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高階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790F2A9-C276-8AE6-258E-17851E3CE440}"/>
              </a:ext>
            </a:extLst>
          </p:cNvPr>
          <p:cNvSpPr txBox="1"/>
          <p:nvPr/>
        </p:nvSpPr>
        <p:spPr>
          <a:xfrm>
            <a:off x="6502553" y="2254531"/>
            <a:ext cx="1456849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減少雜訊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93F48CC-4311-F54F-9838-6C4A9927B669}"/>
              </a:ext>
            </a:extLst>
          </p:cNvPr>
          <p:cNvSpPr txBox="1"/>
          <p:nvPr/>
        </p:nvSpPr>
        <p:spPr>
          <a:xfrm>
            <a:off x="8086510" y="2254531"/>
            <a:ext cx="1456849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增強對比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5B0F728-13DA-94CF-CAA8-53C1E6656052}"/>
              </a:ext>
            </a:extLst>
          </p:cNvPr>
          <p:cNvSpPr txBox="1"/>
          <p:nvPr/>
        </p:nvSpPr>
        <p:spPr>
          <a:xfrm>
            <a:off x="9670467" y="2254531"/>
            <a:ext cx="846653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銳化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319FF64-BC86-6AEA-B6B4-31575A1F5A6C}"/>
              </a:ext>
            </a:extLst>
          </p:cNvPr>
          <p:cNvSpPr txBox="1"/>
          <p:nvPr/>
        </p:nvSpPr>
        <p:spPr>
          <a:xfrm>
            <a:off x="6502553" y="3465337"/>
            <a:ext cx="846653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邊緣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5410BA7-7728-6527-DB71-C6B6E3442F19}"/>
              </a:ext>
            </a:extLst>
          </p:cNvPr>
          <p:cNvSpPr txBox="1"/>
          <p:nvPr/>
        </p:nvSpPr>
        <p:spPr>
          <a:xfrm>
            <a:off x="7483067" y="3465337"/>
            <a:ext cx="846653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輪廓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EB1BD9F-7F36-7219-0923-94C0C596BDBC}"/>
              </a:ext>
            </a:extLst>
          </p:cNvPr>
          <p:cNvSpPr txBox="1"/>
          <p:nvPr/>
        </p:nvSpPr>
        <p:spPr>
          <a:xfrm>
            <a:off x="8463581" y="3465337"/>
            <a:ext cx="846653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分割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B91E7EE-F62B-6695-1D7B-9DF3CDA68161}"/>
              </a:ext>
            </a:extLst>
          </p:cNvPr>
          <p:cNvSpPr txBox="1"/>
          <p:nvPr/>
        </p:nvSpPr>
        <p:spPr>
          <a:xfrm>
            <a:off x="9444096" y="3465337"/>
            <a:ext cx="1456849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特徵提取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DB994DB-3D93-61A4-3897-B83209CD68DD}"/>
              </a:ext>
            </a:extLst>
          </p:cNvPr>
          <p:cNvSpPr txBox="1"/>
          <p:nvPr/>
        </p:nvSpPr>
        <p:spPr>
          <a:xfrm>
            <a:off x="8089666" y="4696992"/>
            <a:ext cx="846653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理解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589000D2-5D28-6F5B-8AA3-5F3FC6B6D09F}"/>
              </a:ext>
            </a:extLst>
          </p:cNvPr>
          <p:cNvSpPr txBox="1"/>
          <p:nvPr/>
        </p:nvSpPr>
        <p:spPr>
          <a:xfrm>
            <a:off x="9060271" y="4696992"/>
            <a:ext cx="1456849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視覺認知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9AEF34E-C45B-CAA7-E38A-C044E58299A4}"/>
              </a:ext>
            </a:extLst>
          </p:cNvPr>
          <p:cNvSpPr txBox="1"/>
          <p:nvPr/>
        </p:nvSpPr>
        <p:spPr>
          <a:xfrm>
            <a:off x="6508865" y="4696992"/>
            <a:ext cx="1456849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物件辨識</a:t>
            </a:r>
          </a:p>
        </p:txBody>
      </p:sp>
    </p:spTree>
    <p:extLst>
      <p:ext uri="{BB962C8B-B14F-4D97-AF65-F5344CB8AC3E}">
        <p14:creationId xmlns:p14="http://schemas.microsoft.com/office/powerpoint/2010/main" val="17175622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DE33932-6762-1729-49AE-6A36E95D5827}"/>
              </a:ext>
            </a:extLst>
          </p:cNvPr>
          <p:cNvSpPr txBox="1"/>
          <p:nvPr/>
        </p:nvSpPr>
        <p:spPr>
          <a:xfrm>
            <a:off x="0" y="446113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1.2 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數位影像處理起源</a:t>
            </a:r>
            <a:endParaRPr lang="en-US" altLang="zh-TW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F5FD31-BF91-14AD-5DF0-230358617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7276" y="2502129"/>
            <a:ext cx="3221915" cy="2554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892A91-486F-3269-F416-40EE42073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0988" y="2417676"/>
            <a:ext cx="2284474" cy="263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1B2999-8E7A-B716-0407-96EBF9F4A8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25489" y="1657183"/>
            <a:ext cx="4345664" cy="3839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045AEC5-41AE-6070-A952-8D0E14064305}"/>
              </a:ext>
            </a:extLst>
          </p:cNvPr>
          <p:cNvSpPr txBox="1"/>
          <p:nvPr/>
        </p:nvSpPr>
        <p:spPr>
          <a:xfrm>
            <a:off x="6880633" y="5676286"/>
            <a:ext cx="480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電纜傳送圖，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個色調，從倫敦傳到紐約</a:t>
            </a:r>
          </a:p>
        </p:txBody>
      </p:sp>
    </p:spTree>
    <p:extLst>
      <p:ext uri="{BB962C8B-B14F-4D97-AF65-F5344CB8AC3E}">
        <p14:creationId xmlns:p14="http://schemas.microsoft.com/office/powerpoint/2010/main" val="1264472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DE33932-6762-1729-49AE-6A36E95D5827}"/>
              </a:ext>
            </a:extLst>
          </p:cNvPr>
          <p:cNvSpPr txBox="1"/>
          <p:nvPr/>
        </p:nvSpPr>
        <p:spPr>
          <a:xfrm>
            <a:off x="0" y="210723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1.3 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數位影像處理應用領域</a:t>
            </a:r>
            <a:endParaRPr lang="en-US" altLang="zh-TW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656ECD5A-D325-349E-031A-63D538F672E9}"/>
              </a:ext>
            </a:extLst>
          </p:cNvPr>
          <p:cNvGrpSpPr/>
          <p:nvPr/>
        </p:nvGrpSpPr>
        <p:grpSpPr>
          <a:xfrm>
            <a:off x="942893" y="1339010"/>
            <a:ext cx="10172493" cy="4968099"/>
            <a:chOff x="897625" y="1284689"/>
            <a:chExt cx="10172493" cy="4968099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10457DA-7E9F-0A77-48EF-340BCEAE05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625" y="1284689"/>
              <a:ext cx="10085614" cy="4968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BB951B6A-815A-B7E6-67DE-713610504C30}"/>
                </a:ext>
              </a:extLst>
            </p:cNvPr>
            <p:cNvSpPr txBox="1"/>
            <p:nvPr/>
          </p:nvSpPr>
          <p:spPr>
            <a:xfrm>
              <a:off x="8868037" y="5668013"/>
              <a:ext cx="1059906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600" dirty="0"/>
                <a:t>X-ray</a:t>
              </a:r>
            </a:p>
            <a:p>
              <a:pPr algn="ctr"/>
              <a:r>
                <a:rPr lang="en-US" altLang="zh-TW" sz="1600" dirty="0"/>
                <a:t>machines</a:t>
              </a:r>
              <a:endParaRPr lang="zh-TW" altLang="en-US" sz="1600" dirty="0"/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44ABB86F-FAF5-4562-AC75-F3E5F46523D0}"/>
                </a:ext>
              </a:extLst>
            </p:cNvPr>
            <p:cNvSpPr txBox="1"/>
            <p:nvPr/>
          </p:nvSpPr>
          <p:spPr>
            <a:xfrm>
              <a:off x="9841064" y="5668013"/>
              <a:ext cx="1229054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600" dirty="0"/>
                <a:t>Radioactive</a:t>
              </a:r>
            </a:p>
            <a:p>
              <a:pPr algn="ctr"/>
              <a:r>
                <a:rPr lang="en-US" altLang="zh-TW" sz="1600" dirty="0"/>
                <a:t>Elements</a:t>
              </a:r>
              <a:endParaRPr lang="zh-TW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931054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7470" y="1023042"/>
            <a:ext cx="5394031" cy="5438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CE68D059-BBD3-17A1-ED5C-6D64AB598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79490" y="968562"/>
            <a:ext cx="4942376" cy="5565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B2B85A9-DC8E-5255-9384-BDDD1CB1071E}"/>
              </a:ext>
            </a:extLst>
          </p:cNvPr>
          <p:cNvSpPr txBox="1"/>
          <p:nvPr/>
        </p:nvSpPr>
        <p:spPr>
          <a:xfrm>
            <a:off x="2598344" y="276433"/>
            <a:ext cx="2305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射線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72E6F05-B638-52D9-4D07-76B51CDF1372}"/>
              </a:ext>
            </a:extLst>
          </p:cNvPr>
          <p:cNvSpPr txBox="1"/>
          <p:nvPr/>
        </p:nvSpPr>
        <p:spPr>
          <a:xfrm>
            <a:off x="8833394" y="276433"/>
            <a:ext cx="1712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光成像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718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21314" y="1772816"/>
            <a:ext cx="7835127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309EAF76-874B-B072-6F77-433375B962D7}"/>
              </a:ext>
            </a:extLst>
          </p:cNvPr>
          <p:cNvSpPr txBox="1"/>
          <p:nvPr/>
        </p:nvSpPr>
        <p:spPr>
          <a:xfrm>
            <a:off x="5430991" y="1116033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紫外線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245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20655" y="946613"/>
            <a:ext cx="6467163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84837AC8-1018-6256-2ECE-F52F2B1F9128}"/>
              </a:ext>
            </a:extLst>
          </p:cNvPr>
          <p:cNvSpPr txBox="1"/>
          <p:nvPr/>
        </p:nvSpPr>
        <p:spPr>
          <a:xfrm>
            <a:off x="3948613" y="222335"/>
            <a:ext cx="4801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可見光與紅外光頻帶 成像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7703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29841" y="973354"/>
            <a:ext cx="7132318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D900AB2F-CCAF-A461-1DC2-A5B0D164914D}"/>
              </a:ext>
            </a:extLst>
          </p:cNvPr>
          <p:cNvSpPr txBox="1"/>
          <p:nvPr/>
        </p:nvSpPr>
        <p:spPr>
          <a:xfrm>
            <a:off x="3948613" y="222335"/>
            <a:ext cx="4801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可見光與紅外光頻帶 成像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4756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52665" y="885437"/>
            <a:ext cx="6755704" cy="5623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412C0B7-50C4-F71F-1A4F-813F6E215B9D}"/>
              </a:ext>
            </a:extLst>
          </p:cNvPr>
          <p:cNvSpPr txBox="1"/>
          <p:nvPr/>
        </p:nvSpPr>
        <p:spPr>
          <a:xfrm>
            <a:off x="3948613" y="222335"/>
            <a:ext cx="4801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可見光與紅外光頻帶 成像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1804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86606" y="1261745"/>
            <a:ext cx="9999032" cy="4849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ED7E174-0EE7-50B6-40E4-BE15EE47C904}"/>
              </a:ext>
            </a:extLst>
          </p:cNvPr>
          <p:cNvSpPr txBox="1"/>
          <p:nvPr/>
        </p:nvSpPr>
        <p:spPr>
          <a:xfrm>
            <a:off x="0" y="37304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微波頻帶的成像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4735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29385" y="1246110"/>
            <a:ext cx="8733230" cy="5055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F023D2D-9A0A-AEBA-DC55-DF6CB67B9080}"/>
              </a:ext>
            </a:extLst>
          </p:cNvPr>
          <p:cNvSpPr txBox="1"/>
          <p:nvPr/>
        </p:nvSpPr>
        <p:spPr>
          <a:xfrm>
            <a:off x="0" y="37304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無線電波的成像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6202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573" y="1907789"/>
            <a:ext cx="11326853" cy="3042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105720FC-7CF6-F23C-AE75-F2086E7793D4}"/>
              </a:ext>
            </a:extLst>
          </p:cNvPr>
          <p:cNvSpPr txBox="1"/>
          <p:nvPr/>
        </p:nvSpPr>
        <p:spPr>
          <a:xfrm>
            <a:off x="0" y="68085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比較各種電磁波頻譜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8262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2143" y="1851435"/>
            <a:ext cx="10321674" cy="3481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762209F-BA80-8300-833B-0F76BAB13E8E}"/>
              </a:ext>
            </a:extLst>
          </p:cNvPr>
          <p:cNvSpPr txBox="1"/>
          <p:nvPr/>
        </p:nvSpPr>
        <p:spPr>
          <a:xfrm>
            <a:off x="0" y="68085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 Hz 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聲音頻譜 轉換為影像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2672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3701" y="1090523"/>
            <a:ext cx="8962464" cy="5292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811225F0-22BD-C996-7FEF-2219F87CB96A}"/>
              </a:ext>
            </a:extLst>
          </p:cNvPr>
          <p:cNvSpPr txBox="1"/>
          <p:nvPr/>
        </p:nvSpPr>
        <p:spPr>
          <a:xfrm>
            <a:off x="0" y="336825"/>
            <a:ext cx="11561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超音波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6193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12353" y="1091732"/>
            <a:ext cx="8171560" cy="4972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A4E30FC-C7CE-AC8F-3211-91ADE669D10D}"/>
              </a:ext>
            </a:extLst>
          </p:cNvPr>
          <p:cNvSpPr txBox="1"/>
          <p:nvPr/>
        </p:nvSpPr>
        <p:spPr>
          <a:xfrm>
            <a:off x="6561096" y="613818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https://www.youtube.com/watch?v=sb0a65By69w</a:t>
            </a:r>
            <a:endParaRPr lang="zh-TW" altLang="en-US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CD75B05-29CF-FD34-46ED-6BD8BBF2BE08}"/>
              </a:ext>
            </a:extLst>
          </p:cNvPr>
          <p:cNvSpPr txBox="1"/>
          <p:nvPr/>
        </p:nvSpPr>
        <p:spPr>
          <a:xfrm>
            <a:off x="0" y="43323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電子顯微鏡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0D679C7-34FE-7F7C-1CA1-991AEF0E151B}"/>
              </a:ext>
            </a:extLst>
          </p:cNvPr>
          <p:cNvSpPr txBox="1"/>
          <p:nvPr/>
        </p:nvSpPr>
        <p:spPr>
          <a:xfrm>
            <a:off x="5342247" y="6138188"/>
            <a:ext cx="1218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SEM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原理 </a:t>
            </a:r>
          </a:p>
        </p:txBody>
      </p:sp>
    </p:spTree>
    <p:extLst>
      <p:ext uri="{BB962C8B-B14F-4D97-AF65-F5344CB8AC3E}">
        <p14:creationId xmlns:p14="http://schemas.microsoft.com/office/powerpoint/2010/main" val="25835222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DE33932-6762-1729-49AE-6A36E95D5827}"/>
              </a:ext>
            </a:extLst>
          </p:cNvPr>
          <p:cNvSpPr txBox="1"/>
          <p:nvPr/>
        </p:nvSpPr>
        <p:spPr>
          <a:xfrm>
            <a:off x="0" y="150343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1.4 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數位影像處理基本步驟</a:t>
            </a:r>
            <a:endParaRPr lang="en-US" altLang="zh-TW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D5D7D-952A-B784-C8CA-68BE625710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2433"/>
          <a:stretch/>
        </p:blipFill>
        <p:spPr bwMode="auto">
          <a:xfrm>
            <a:off x="2363193" y="1144294"/>
            <a:ext cx="7465614" cy="5559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30998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DE33932-6762-1729-49AE-6A36E95D5827}"/>
              </a:ext>
            </a:extLst>
          </p:cNvPr>
          <p:cNvSpPr txBox="1"/>
          <p:nvPr/>
        </p:nvSpPr>
        <p:spPr>
          <a:xfrm>
            <a:off x="0" y="14051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1.5 </a:t>
            </a:r>
            <a:r>
              <a:rPr lang="zh-TW" altLang="en-US" sz="4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影像處理系統的組成單元</a:t>
            </a:r>
            <a:endParaRPr lang="en-US" altLang="zh-TW" sz="4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2185F8-AA0B-3534-F052-9E9E916466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2871"/>
          <a:stretch/>
        </p:blipFill>
        <p:spPr bwMode="auto">
          <a:xfrm>
            <a:off x="3704253" y="1107305"/>
            <a:ext cx="4942960" cy="5643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1906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 7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675</Words>
  <Application>Microsoft Office PowerPoint</Application>
  <PresentationFormat>寬螢幕</PresentationFormat>
  <Paragraphs>164</Paragraphs>
  <Slides>52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52</vt:i4>
      </vt:variant>
    </vt:vector>
  </HeadingPairs>
  <TitlesOfParts>
    <vt:vector size="57" baseType="lpstr">
      <vt:lpstr>Arial</vt:lpstr>
      <vt:lpstr>Cambria Math</vt:lpstr>
      <vt:lpstr>Times New Roman</vt:lpstr>
      <vt:lpstr>Wingdings</vt:lpstr>
      <vt:lpstr>Office 佈景主題</vt:lpstr>
      <vt:lpstr>PowerPoint 簡報</vt:lpstr>
      <vt:lpstr>初入視覺世代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51</cp:revision>
  <dcterms:created xsi:type="dcterms:W3CDTF">2024-09-17T11:26:55Z</dcterms:created>
  <dcterms:modified xsi:type="dcterms:W3CDTF">2025-09-23T16:37:56Z</dcterms:modified>
</cp:coreProperties>
</file>