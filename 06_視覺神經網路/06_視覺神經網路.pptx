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9"/>
  </p:notesMasterIdLst>
  <p:sldIdLst>
    <p:sldId id="256" r:id="rId3"/>
    <p:sldId id="541" r:id="rId4"/>
    <p:sldId id="490" r:id="rId5"/>
    <p:sldId id="491" r:id="rId6"/>
    <p:sldId id="492" r:id="rId7"/>
    <p:sldId id="493" r:id="rId8"/>
    <p:sldId id="494" r:id="rId9"/>
    <p:sldId id="497" r:id="rId10"/>
    <p:sldId id="496" r:id="rId11"/>
    <p:sldId id="509" r:id="rId12"/>
    <p:sldId id="501" r:id="rId13"/>
    <p:sldId id="499" r:id="rId14"/>
    <p:sldId id="500" r:id="rId15"/>
    <p:sldId id="502" r:id="rId16"/>
    <p:sldId id="510" r:id="rId17"/>
    <p:sldId id="503" r:id="rId18"/>
    <p:sldId id="520" r:id="rId19"/>
    <p:sldId id="536" r:id="rId20"/>
    <p:sldId id="537" r:id="rId21"/>
    <p:sldId id="538" r:id="rId22"/>
    <p:sldId id="539" r:id="rId23"/>
    <p:sldId id="540" r:id="rId24"/>
    <p:sldId id="505" r:id="rId25"/>
    <p:sldId id="542" r:id="rId26"/>
    <p:sldId id="260" r:id="rId27"/>
    <p:sldId id="258" r:id="rId28"/>
    <p:sldId id="261" r:id="rId29"/>
    <p:sldId id="262" r:id="rId30"/>
    <p:sldId id="263" r:id="rId31"/>
    <p:sldId id="535" r:id="rId32"/>
    <p:sldId id="543" r:id="rId33"/>
    <p:sldId id="544" r:id="rId34"/>
    <p:sldId id="545" r:id="rId35"/>
    <p:sldId id="546" r:id="rId36"/>
    <p:sldId id="547" r:id="rId37"/>
    <p:sldId id="531" r:id="rId3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  <a:srgbClr val="0000FF"/>
    <a:srgbClr val="ED3338"/>
    <a:srgbClr val="E7F7E1"/>
    <a:srgbClr val="FDE3E4"/>
    <a:srgbClr val="FFDDFF"/>
    <a:srgbClr val="F9EBF7"/>
    <a:srgbClr val="C7FFF8"/>
    <a:srgbClr val="00A85A"/>
    <a:srgbClr val="DD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8F9B9-6A7E-4E29-98DE-E39F17521E07}" v="967" dt="2025-12-10T04:41:05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6F9FAB1B-BF87-4C86-8CBB-A04DB701A215}"/>
    <pc:docChg chg="undo custSel addSld delSld modSld">
      <pc:chgData name="蕭兆翔" userId="c09afb0b-60c9-45d8-81f2-4d7aa859f4bf" providerId="ADAL" clId="{6F9FAB1B-BF87-4C86-8CBB-A04DB701A215}" dt="2025-12-10T04:41:21.084" v="3007" actId="1076"/>
      <pc:docMkLst>
        <pc:docMk/>
      </pc:docMkLst>
      <pc:sldChg chg="modSp mod">
        <pc:chgData name="蕭兆翔" userId="c09afb0b-60c9-45d8-81f2-4d7aa859f4bf" providerId="ADAL" clId="{6F9FAB1B-BF87-4C86-8CBB-A04DB701A215}" dt="2025-12-09T16:08:31.641" v="382" actId="20577"/>
        <pc:sldMkLst>
          <pc:docMk/>
          <pc:sldMk cId="1343009528" sldId="256"/>
        </pc:sldMkLst>
        <pc:spChg chg="mod">
          <ac:chgData name="蕭兆翔" userId="c09afb0b-60c9-45d8-81f2-4d7aa859f4bf" providerId="ADAL" clId="{6F9FAB1B-BF87-4C86-8CBB-A04DB701A215}" dt="2025-12-02T04:37:06.769" v="136" actId="20577"/>
          <ac:spMkLst>
            <pc:docMk/>
            <pc:sldMk cId="1343009528" sldId="256"/>
            <ac:spMk id="5" creationId="{F5AE22FC-AF5D-80D6-CC9F-1199F201F39A}"/>
          </ac:spMkLst>
        </pc:spChg>
        <pc:spChg chg="mod">
          <ac:chgData name="蕭兆翔" userId="c09afb0b-60c9-45d8-81f2-4d7aa859f4bf" providerId="ADAL" clId="{6F9FAB1B-BF87-4C86-8CBB-A04DB701A215}" dt="2025-12-09T16:08:31.641" v="382" actId="20577"/>
          <ac:spMkLst>
            <pc:docMk/>
            <pc:sldMk cId="1343009528" sldId="256"/>
            <ac:spMk id="9" creationId="{B49B9DE3-2C0C-4512-514F-D92557F4E5E7}"/>
          </ac:spMkLst>
        </pc:spChg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730443094" sldId="257"/>
        </pc:sldMkLst>
      </pc:sldChg>
      <pc:sldChg chg="add">
        <pc:chgData name="蕭兆翔" userId="c09afb0b-60c9-45d8-81f2-4d7aa859f4bf" providerId="ADAL" clId="{6F9FAB1B-BF87-4C86-8CBB-A04DB701A215}" dt="2025-12-10T03:12:09.276" v="1441"/>
        <pc:sldMkLst>
          <pc:docMk/>
          <pc:sldMk cId="4245577303" sldId="258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685594156" sldId="259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527372765" sldId="260"/>
        </pc:sldMkLst>
      </pc:sldChg>
      <pc:sldChg chg="add">
        <pc:chgData name="蕭兆翔" userId="c09afb0b-60c9-45d8-81f2-4d7aa859f4bf" providerId="ADAL" clId="{6F9FAB1B-BF87-4C86-8CBB-A04DB701A215}" dt="2025-12-10T03:12:09.276" v="1441"/>
        <pc:sldMkLst>
          <pc:docMk/>
          <pc:sldMk cId="3284967522" sldId="260"/>
        </pc:sldMkLst>
      </pc:sldChg>
      <pc:sldChg chg="add">
        <pc:chgData name="蕭兆翔" userId="c09afb0b-60c9-45d8-81f2-4d7aa859f4bf" providerId="ADAL" clId="{6F9FAB1B-BF87-4C86-8CBB-A04DB701A215}" dt="2025-12-10T03:12:09.276" v="1441"/>
        <pc:sldMkLst>
          <pc:docMk/>
          <pc:sldMk cId="1245661390" sldId="261"/>
        </pc:sldMkLst>
      </pc:sldChg>
      <pc:sldChg chg="add">
        <pc:chgData name="蕭兆翔" userId="c09afb0b-60c9-45d8-81f2-4d7aa859f4bf" providerId="ADAL" clId="{6F9FAB1B-BF87-4C86-8CBB-A04DB701A215}" dt="2025-12-10T03:12:09.276" v="1441"/>
        <pc:sldMkLst>
          <pc:docMk/>
          <pc:sldMk cId="1245902309" sldId="262"/>
        </pc:sldMkLst>
      </pc:sldChg>
      <pc:sldChg chg="add">
        <pc:chgData name="蕭兆翔" userId="c09afb0b-60c9-45d8-81f2-4d7aa859f4bf" providerId="ADAL" clId="{6F9FAB1B-BF87-4C86-8CBB-A04DB701A215}" dt="2025-12-10T03:12:09.276" v="1441"/>
        <pc:sldMkLst>
          <pc:docMk/>
          <pc:sldMk cId="2837375128" sldId="263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979135620" sldId="264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2372458448" sldId="268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527147766" sldId="269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2706572330" sldId="273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192488509" sldId="287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815835487" sldId="291"/>
        </pc:sldMkLst>
      </pc:sldChg>
      <pc:sldChg chg="addSp delSp modSp del mod">
        <pc:chgData name="蕭兆翔" userId="c09afb0b-60c9-45d8-81f2-4d7aa859f4bf" providerId="ADAL" clId="{6F9FAB1B-BF87-4C86-8CBB-A04DB701A215}" dt="2025-12-09T16:18:01.353" v="383" actId="47"/>
        <pc:sldMkLst>
          <pc:docMk/>
          <pc:sldMk cId="1858062111" sldId="301"/>
        </pc:sldMkLst>
      </pc:sldChg>
      <pc:sldChg chg="modSp del mod">
        <pc:chgData name="蕭兆翔" userId="c09afb0b-60c9-45d8-81f2-4d7aa859f4bf" providerId="ADAL" clId="{6F9FAB1B-BF87-4C86-8CBB-A04DB701A215}" dt="2025-12-09T16:18:01.353" v="383" actId="47"/>
        <pc:sldMkLst>
          <pc:docMk/>
          <pc:sldMk cId="1781944770" sldId="314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113006125" sldId="322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798496417" sldId="323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925345255" sldId="324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2613590936" sldId="325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753462151" sldId="326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749226856" sldId="327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2477226628" sldId="328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2879111948" sldId="329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608973864" sldId="330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615148816" sldId="332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2930956379" sldId="333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682023600" sldId="334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743749273" sldId="335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303513368" sldId="337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828935818" sldId="338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049916099" sldId="339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239015385" sldId="340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770422284" sldId="341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4090659215" sldId="342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869237068" sldId="343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734047109" sldId="345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509095717" sldId="346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681588070" sldId="347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223767976" sldId="348"/>
        </pc:sldMkLst>
      </pc:sldChg>
      <pc:sldChg chg="modSp del mod">
        <pc:chgData name="蕭兆翔" userId="c09afb0b-60c9-45d8-81f2-4d7aa859f4bf" providerId="ADAL" clId="{6F9FAB1B-BF87-4C86-8CBB-A04DB701A215}" dt="2025-12-09T16:18:01.353" v="383" actId="47"/>
        <pc:sldMkLst>
          <pc:docMk/>
          <pc:sldMk cId="829063449" sldId="350"/>
        </pc:sldMkLst>
      </pc:sldChg>
      <pc:sldChg chg="modSp del">
        <pc:chgData name="蕭兆翔" userId="c09afb0b-60c9-45d8-81f2-4d7aa859f4bf" providerId="ADAL" clId="{6F9FAB1B-BF87-4C86-8CBB-A04DB701A215}" dt="2025-12-09T16:18:01.353" v="383" actId="47"/>
        <pc:sldMkLst>
          <pc:docMk/>
          <pc:sldMk cId="172403905" sldId="352"/>
        </pc:sldMkLst>
      </pc:sldChg>
      <pc:sldChg chg="modSp del">
        <pc:chgData name="蕭兆翔" userId="c09afb0b-60c9-45d8-81f2-4d7aa859f4bf" providerId="ADAL" clId="{6F9FAB1B-BF87-4C86-8CBB-A04DB701A215}" dt="2025-12-09T16:18:01.353" v="383" actId="47"/>
        <pc:sldMkLst>
          <pc:docMk/>
          <pc:sldMk cId="2730371793" sldId="353"/>
        </pc:sldMkLst>
      </pc:sldChg>
      <pc:sldChg chg="modSp del">
        <pc:chgData name="蕭兆翔" userId="c09afb0b-60c9-45d8-81f2-4d7aa859f4bf" providerId="ADAL" clId="{6F9FAB1B-BF87-4C86-8CBB-A04DB701A215}" dt="2025-12-09T16:18:01.353" v="383" actId="47"/>
        <pc:sldMkLst>
          <pc:docMk/>
          <pc:sldMk cId="933998459" sldId="354"/>
        </pc:sldMkLst>
      </pc:sldChg>
      <pc:sldChg chg="modSp del mod">
        <pc:chgData name="蕭兆翔" userId="c09afb0b-60c9-45d8-81f2-4d7aa859f4bf" providerId="ADAL" clId="{6F9FAB1B-BF87-4C86-8CBB-A04DB701A215}" dt="2025-12-09T16:18:01.353" v="383" actId="47"/>
        <pc:sldMkLst>
          <pc:docMk/>
          <pc:sldMk cId="3553910099" sldId="355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267499806" sldId="356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2723020223" sldId="384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15754070" sldId="385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633042638" sldId="386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371804138" sldId="388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1555902403" sldId="389"/>
        </pc:sldMkLst>
      </pc:sldChg>
      <pc:sldChg chg="addSp delSp modSp del mod">
        <pc:chgData name="蕭兆翔" userId="c09afb0b-60c9-45d8-81f2-4d7aa859f4bf" providerId="ADAL" clId="{6F9FAB1B-BF87-4C86-8CBB-A04DB701A215}" dt="2025-12-09T16:18:01.353" v="383" actId="47"/>
        <pc:sldMkLst>
          <pc:docMk/>
          <pc:sldMk cId="3557900746" sldId="390"/>
        </pc:sldMkLst>
      </pc:sldChg>
      <pc:sldChg chg="addSp modSp del mod">
        <pc:chgData name="蕭兆翔" userId="c09afb0b-60c9-45d8-81f2-4d7aa859f4bf" providerId="ADAL" clId="{6F9FAB1B-BF87-4C86-8CBB-A04DB701A215}" dt="2025-12-09T16:18:01.353" v="383" actId="47"/>
        <pc:sldMkLst>
          <pc:docMk/>
          <pc:sldMk cId="2605921587" sldId="391"/>
        </pc:sldMkLst>
      </pc:sldChg>
      <pc:sldChg chg="del">
        <pc:chgData name="蕭兆翔" userId="c09afb0b-60c9-45d8-81f2-4d7aa859f4bf" providerId="ADAL" clId="{6F9FAB1B-BF87-4C86-8CBB-A04DB701A215}" dt="2025-12-09T16:18:01.353" v="383" actId="47"/>
        <pc:sldMkLst>
          <pc:docMk/>
          <pc:sldMk cId="2319472876" sldId="392"/>
        </pc:sldMkLst>
      </pc:sldChg>
      <pc:sldChg chg="addSp delSp modSp new del mod">
        <pc:chgData name="蕭兆翔" userId="c09afb0b-60c9-45d8-81f2-4d7aa859f4bf" providerId="ADAL" clId="{6F9FAB1B-BF87-4C86-8CBB-A04DB701A215}" dt="2025-12-09T16:18:01.353" v="383" actId="47"/>
        <pc:sldMkLst>
          <pc:docMk/>
          <pc:sldMk cId="803859305" sldId="393"/>
        </pc:sldMkLst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0" sldId="490"/>
        </pc:sldMkLst>
      </pc:sldChg>
      <pc:sldChg chg="modSp add del mod">
        <pc:chgData name="蕭兆翔" userId="c09afb0b-60c9-45d8-81f2-4d7aa859f4bf" providerId="ADAL" clId="{6F9FAB1B-BF87-4C86-8CBB-A04DB701A215}" dt="2025-12-09T16:18:29.418" v="387" actId="2711"/>
        <pc:sldMkLst>
          <pc:docMk/>
          <pc:sldMk cId="2031969261" sldId="491"/>
        </pc:sldMkLst>
        <pc:spChg chg="mod">
          <ac:chgData name="蕭兆翔" userId="c09afb0b-60c9-45d8-81f2-4d7aa859f4bf" providerId="ADAL" clId="{6F9FAB1B-BF87-4C86-8CBB-A04DB701A215}" dt="2025-12-09T16:18:29.418" v="387" actId="2711"/>
          <ac:spMkLst>
            <pc:docMk/>
            <pc:sldMk cId="2031969261" sldId="491"/>
            <ac:spMk id="3" creationId="{2DF6E769-028A-4C34-A3CA-8EBDDB37A3AD}"/>
          </ac:spMkLst>
        </pc:spChg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3762480404" sldId="492"/>
        </pc:sldMkLst>
      </pc:sldChg>
      <pc:sldChg chg="modSp add del mod">
        <pc:chgData name="蕭兆翔" userId="c09afb0b-60c9-45d8-81f2-4d7aa859f4bf" providerId="ADAL" clId="{6F9FAB1B-BF87-4C86-8CBB-A04DB701A215}" dt="2025-12-09T16:18:58.026" v="393" actId="1076"/>
        <pc:sldMkLst>
          <pc:docMk/>
          <pc:sldMk cId="2140602835" sldId="493"/>
        </pc:sldMkLst>
        <pc:spChg chg="mod">
          <ac:chgData name="蕭兆翔" userId="c09afb0b-60c9-45d8-81f2-4d7aa859f4bf" providerId="ADAL" clId="{6F9FAB1B-BF87-4C86-8CBB-A04DB701A215}" dt="2025-12-09T16:18:58.026" v="393" actId="1076"/>
          <ac:spMkLst>
            <pc:docMk/>
            <pc:sldMk cId="2140602835" sldId="493"/>
            <ac:spMk id="32" creationId="{4049F265-4E51-4866-B028-0551CFE5D416}"/>
          </ac:spMkLst>
        </pc:sp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84" creationId="{E612380A-4232-4543-A981-B0C29F126D8E}"/>
          </ac:cxnSpMkLst>
        </pc:cxn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93" creationId="{1578C0B9-772C-4D3A-8F9B-72E5F533B0C1}"/>
          </ac:cxnSpMkLst>
        </pc:cxn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133" creationId="{8B353404-2A64-4E7E-A821-113BF14DFD89}"/>
          </ac:cxnSpMkLst>
        </pc:cxn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151" creationId="{6EDED4F7-E7D3-41DD-81D7-EC7155A30957}"/>
          </ac:cxnSpMkLst>
        </pc:cxn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179" creationId="{1B53519E-DEC4-46E8-BB53-C722354A7559}"/>
          </ac:cxnSpMkLst>
        </pc:cxnChg>
        <pc:cxnChg chg="mod">
          <ac:chgData name="蕭兆翔" userId="c09afb0b-60c9-45d8-81f2-4d7aa859f4bf" providerId="ADAL" clId="{6F9FAB1B-BF87-4C86-8CBB-A04DB701A215}" dt="2025-12-09T16:18:48.338" v="390" actId="1076"/>
          <ac:cxnSpMkLst>
            <pc:docMk/>
            <pc:sldMk cId="2140602835" sldId="493"/>
            <ac:cxnSpMk id="189" creationId="{43106AD9-1057-4278-A6D2-4EC920C68F2F}"/>
          </ac:cxnSpMkLst>
        </pc:cxnChg>
        <pc:cxnChg chg="mod">
          <ac:chgData name="蕭兆翔" userId="c09afb0b-60c9-45d8-81f2-4d7aa859f4bf" providerId="ADAL" clId="{6F9FAB1B-BF87-4C86-8CBB-A04DB701A215}" dt="2025-12-09T16:18:49.490" v="391" actId="1076"/>
          <ac:cxnSpMkLst>
            <pc:docMk/>
            <pc:sldMk cId="2140602835" sldId="493"/>
            <ac:cxnSpMk id="190" creationId="{8966116E-FB1E-493D-9485-FD451BA58590}"/>
          </ac:cxnSpMkLst>
        </pc:cxnChg>
        <pc:cxnChg chg="mod">
          <ac:chgData name="蕭兆翔" userId="c09afb0b-60c9-45d8-81f2-4d7aa859f4bf" providerId="ADAL" clId="{6F9FAB1B-BF87-4C86-8CBB-A04DB701A215}" dt="2025-12-09T16:18:43.017" v="389" actId="14100"/>
          <ac:cxnSpMkLst>
            <pc:docMk/>
            <pc:sldMk cId="2140602835" sldId="493"/>
            <ac:cxnSpMk id="202" creationId="{676E5D65-868E-4182-926D-39AE7B35FEBA}"/>
          </ac:cxnSpMkLst>
        </pc:cxn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213" creationId="{1CAE4EB8-2156-41F0-AF56-E2AE3650D377}"/>
          </ac:cxnSpMkLst>
        </pc:cxn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279" creationId="{4A8CC700-D6DC-4FD6-9A00-E33529009AB2}"/>
          </ac:cxnSpMkLst>
        </pc:cxn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312" creationId="{DBA85C18-B2C2-4732-8188-5763521F5281}"/>
          </ac:cxnSpMkLst>
        </pc:cxnChg>
        <pc:cxnChg chg="mod">
          <ac:chgData name="蕭兆翔" userId="c09afb0b-60c9-45d8-81f2-4d7aa859f4bf" providerId="ADAL" clId="{6F9FAB1B-BF87-4C86-8CBB-A04DB701A215}" dt="2025-12-09T16:18:58.026" v="393" actId="1076"/>
          <ac:cxnSpMkLst>
            <pc:docMk/>
            <pc:sldMk cId="2140602835" sldId="493"/>
            <ac:cxnSpMk id="335" creationId="{00046301-851E-4187-A2C1-9F8BFC3B2030}"/>
          </ac:cxnSpMkLst>
        </pc:cxnChg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1674216504" sldId="494"/>
        </pc:sldMkLst>
      </pc:sldChg>
      <pc:sldChg chg="addSp modSp add del">
        <pc:chgData name="蕭兆翔" userId="c09afb0b-60c9-45d8-81f2-4d7aa859f4bf" providerId="ADAL" clId="{6F9FAB1B-BF87-4C86-8CBB-A04DB701A215}" dt="2025-12-09T16:55:45.927" v="559"/>
        <pc:sldMkLst>
          <pc:docMk/>
          <pc:sldMk cId="447429388" sldId="496"/>
        </pc:sldMkLst>
        <pc:spChg chg="add mod">
          <ac:chgData name="蕭兆翔" userId="c09afb0b-60c9-45d8-81f2-4d7aa859f4bf" providerId="ADAL" clId="{6F9FAB1B-BF87-4C86-8CBB-A04DB701A215}" dt="2025-12-09T16:55:45.927" v="559"/>
          <ac:spMkLst>
            <pc:docMk/>
            <pc:sldMk cId="447429388" sldId="496"/>
            <ac:spMk id="3" creationId="{68EF0477-0DFF-A37A-B416-1254462A1B3D}"/>
          </ac:spMkLst>
        </pc:spChg>
      </pc:sldChg>
      <pc:sldChg chg="modSp add del mod">
        <pc:chgData name="蕭兆翔" userId="c09afb0b-60c9-45d8-81f2-4d7aa859f4bf" providerId="ADAL" clId="{6F9FAB1B-BF87-4C86-8CBB-A04DB701A215}" dt="2025-12-10T04:39:23.021" v="2970" actId="1076"/>
        <pc:sldMkLst>
          <pc:docMk/>
          <pc:sldMk cId="2721628191" sldId="497"/>
        </pc:sldMkLst>
        <pc:spChg chg="mod">
          <ac:chgData name="蕭兆翔" userId="c09afb0b-60c9-45d8-81f2-4d7aa859f4bf" providerId="ADAL" clId="{6F9FAB1B-BF87-4C86-8CBB-A04DB701A215}" dt="2025-12-10T04:39:23.021" v="2970" actId="1076"/>
          <ac:spMkLst>
            <pc:docMk/>
            <pc:sldMk cId="2721628191" sldId="497"/>
            <ac:spMk id="73" creationId="{5C44B017-122F-495F-8725-831AA8F9222B}"/>
          </ac:spMkLst>
        </pc:spChg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3604172306" sldId="499"/>
        </pc:sldMkLst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3231780985" sldId="500"/>
        </pc:sldMkLst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3020854006" sldId="501"/>
        </pc:sldMkLst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3394876995" sldId="502"/>
        </pc:sldMkLst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4033795510" sldId="503"/>
        </pc:sldMkLst>
      </pc:sldChg>
      <pc:sldChg chg="addSp delSp modSp add mod">
        <pc:chgData name="蕭兆翔" userId="c09afb0b-60c9-45d8-81f2-4d7aa859f4bf" providerId="ADAL" clId="{6F9FAB1B-BF87-4C86-8CBB-A04DB701A215}" dt="2025-12-10T03:08:05.088" v="1419" actId="20577"/>
        <pc:sldMkLst>
          <pc:docMk/>
          <pc:sldMk cId="1756225529" sldId="505"/>
        </pc:sldMkLst>
        <pc:spChg chg="add mod">
          <ac:chgData name="蕭兆翔" userId="c09afb0b-60c9-45d8-81f2-4d7aa859f4bf" providerId="ADAL" clId="{6F9FAB1B-BF87-4C86-8CBB-A04DB701A215}" dt="2025-12-10T02:44:54.337" v="1108" actId="1076"/>
          <ac:spMkLst>
            <pc:docMk/>
            <pc:sldMk cId="1756225529" sldId="505"/>
            <ac:spMk id="2" creationId="{1646EE44-5216-2ABC-C9D4-6C8AE8881DCD}"/>
          </ac:spMkLst>
        </pc:spChg>
        <pc:spChg chg="add mod">
          <ac:chgData name="蕭兆翔" userId="c09afb0b-60c9-45d8-81f2-4d7aa859f4bf" providerId="ADAL" clId="{6F9FAB1B-BF87-4C86-8CBB-A04DB701A215}" dt="2025-12-10T02:44:54.337" v="1108" actId="1076"/>
          <ac:spMkLst>
            <pc:docMk/>
            <pc:sldMk cId="1756225529" sldId="505"/>
            <ac:spMk id="3" creationId="{47B8BD1A-EA1A-DD62-D216-09693FCE1A57}"/>
          </ac:spMkLst>
        </pc:spChg>
        <pc:spChg chg="add mod">
          <ac:chgData name="蕭兆翔" userId="c09afb0b-60c9-45d8-81f2-4d7aa859f4bf" providerId="ADAL" clId="{6F9FAB1B-BF87-4C86-8CBB-A04DB701A215}" dt="2025-12-10T02:44:54.337" v="1108" actId="1076"/>
          <ac:spMkLst>
            <pc:docMk/>
            <pc:sldMk cId="1756225529" sldId="505"/>
            <ac:spMk id="6" creationId="{AB31911C-80C8-4DD4-BC68-3EED852A2EFD}"/>
          </ac:spMkLst>
        </pc:spChg>
        <pc:spChg chg="mod">
          <ac:chgData name="蕭兆翔" userId="c09afb0b-60c9-45d8-81f2-4d7aa859f4bf" providerId="ADAL" clId="{6F9FAB1B-BF87-4C86-8CBB-A04DB701A215}" dt="2025-12-10T03:01:17.421" v="1417" actId="1076"/>
          <ac:spMkLst>
            <pc:docMk/>
            <pc:sldMk cId="1756225529" sldId="505"/>
            <ac:spMk id="10" creationId="{8F41D68F-CB50-4F82-A884-EFE4AD1C6075}"/>
          </ac:spMkLst>
        </pc:spChg>
        <pc:spChg chg="mod">
          <ac:chgData name="蕭兆翔" userId="c09afb0b-60c9-45d8-81f2-4d7aa859f4bf" providerId="ADAL" clId="{6F9FAB1B-BF87-4C86-8CBB-A04DB701A215}" dt="2025-12-10T03:08:05.088" v="1419" actId="20577"/>
          <ac:spMkLst>
            <pc:docMk/>
            <pc:sldMk cId="1756225529" sldId="505"/>
            <ac:spMk id="11" creationId="{9BF9E4C2-819C-458A-A4CF-D38B0041D9C7}"/>
          </ac:spMkLst>
        </pc:spChg>
        <pc:spChg chg="add del">
          <ac:chgData name="蕭兆翔" userId="c09afb0b-60c9-45d8-81f2-4d7aa859f4bf" providerId="ADAL" clId="{6F9FAB1B-BF87-4C86-8CBB-A04DB701A215}" dt="2025-12-10T02:45:16.452" v="1118" actId="478"/>
          <ac:spMkLst>
            <pc:docMk/>
            <pc:sldMk cId="1756225529" sldId="505"/>
            <ac:spMk id="32" creationId="{C9903621-D619-0256-1F8D-3801A36C5218}"/>
          </ac:spMkLst>
        </pc:spChg>
        <pc:spChg chg="del mod">
          <ac:chgData name="蕭兆翔" userId="c09afb0b-60c9-45d8-81f2-4d7aa859f4bf" providerId="ADAL" clId="{6F9FAB1B-BF87-4C86-8CBB-A04DB701A215}" dt="2025-12-10T02:46:08.046" v="1142" actId="478"/>
          <ac:spMkLst>
            <pc:docMk/>
            <pc:sldMk cId="1756225529" sldId="505"/>
            <ac:spMk id="35" creationId="{AD9F42C4-82F1-5A62-09C9-FFDEB388D2A6}"/>
          </ac:spMkLst>
        </pc:spChg>
        <pc:spChg chg="add del mod">
          <ac:chgData name="蕭兆翔" userId="c09afb0b-60c9-45d8-81f2-4d7aa859f4bf" providerId="ADAL" clId="{6F9FAB1B-BF87-4C86-8CBB-A04DB701A215}" dt="2025-12-10T02:45:58.943" v="1140" actId="478"/>
          <ac:spMkLst>
            <pc:docMk/>
            <pc:sldMk cId="1756225529" sldId="505"/>
            <ac:spMk id="36" creationId="{D79179FF-A47D-860E-308D-93327524B6BC}"/>
          </ac:spMkLst>
        </pc:spChg>
        <pc:spChg chg="del">
          <ac:chgData name="蕭兆翔" userId="c09afb0b-60c9-45d8-81f2-4d7aa859f4bf" providerId="ADAL" clId="{6F9FAB1B-BF87-4C86-8CBB-A04DB701A215}" dt="2025-12-10T02:44:59.703" v="1110" actId="478"/>
          <ac:spMkLst>
            <pc:docMk/>
            <pc:sldMk cId="1756225529" sldId="505"/>
            <ac:spMk id="37" creationId="{A8D4FF06-FAE2-C693-5FD4-BDB86234D08A}"/>
          </ac:spMkLst>
        </pc:spChg>
        <pc:spChg chg="del">
          <ac:chgData name="蕭兆翔" userId="c09afb0b-60c9-45d8-81f2-4d7aa859f4bf" providerId="ADAL" clId="{6F9FAB1B-BF87-4C86-8CBB-A04DB701A215}" dt="2025-12-10T02:44:58.468" v="1109" actId="478"/>
          <ac:spMkLst>
            <pc:docMk/>
            <pc:sldMk cId="1756225529" sldId="505"/>
            <ac:spMk id="38" creationId="{BD74CA8E-1684-12A5-AD1C-445F13147EB4}"/>
          </ac:spMkLst>
        </pc:spChg>
        <pc:spChg chg="del">
          <ac:chgData name="蕭兆翔" userId="c09afb0b-60c9-45d8-81f2-4d7aa859f4bf" providerId="ADAL" clId="{6F9FAB1B-BF87-4C86-8CBB-A04DB701A215}" dt="2025-12-10T02:45:00.749" v="1111" actId="478"/>
          <ac:spMkLst>
            <pc:docMk/>
            <pc:sldMk cId="1756225529" sldId="505"/>
            <ac:spMk id="40" creationId="{7CE515CC-1CEF-C98D-6132-0D0BAB64B455}"/>
          </ac:spMkLst>
        </pc:spChg>
        <pc:spChg chg="add del mod">
          <ac:chgData name="蕭兆翔" userId="c09afb0b-60c9-45d8-81f2-4d7aa859f4bf" providerId="ADAL" clId="{6F9FAB1B-BF87-4C86-8CBB-A04DB701A215}" dt="2025-12-10T02:45:27.540" v="1128" actId="478"/>
          <ac:spMkLst>
            <pc:docMk/>
            <pc:sldMk cId="1756225529" sldId="505"/>
            <ac:spMk id="41" creationId="{6E08BC3D-2F1C-35EC-D9CC-FE8014A3D569}"/>
          </ac:spMkLst>
        </pc:spChg>
        <pc:spChg chg="add del mod">
          <ac:chgData name="蕭兆翔" userId="c09afb0b-60c9-45d8-81f2-4d7aa859f4bf" providerId="ADAL" clId="{6F9FAB1B-BF87-4C86-8CBB-A04DB701A215}" dt="2025-12-10T02:45:22.596" v="1124"/>
          <ac:spMkLst>
            <pc:docMk/>
            <pc:sldMk cId="1756225529" sldId="505"/>
            <ac:spMk id="42" creationId="{12823E3B-F68F-FE51-3807-527576BB8821}"/>
          </ac:spMkLst>
        </pc:spChg>
        <pc:spChg chg="del mod">
          <ac:chgData name="蕭兆翔" userId="c09afb0b-60c9-45d8-81f2-4d7aa859f4bf" providerId="ADAL" clId="{6F9FAB1B-BF87-4C86-8CBB-A04DB701A215}" dt="2025-12-10T02:45:25.493" v="1126" actId="478"/>
          <ac:spMkLst>
            <pc:docMk/>
            <pc:sldMk cId="1756225529" sldId="505"/>
            <ac:spMk id="43" creationId="{B613BEA5-61B8-BCDA-8F25-5FC34CAF5784}"/>
          </ac:spMkLst>
        </pc:spChg>
        <pc:spChg chg="del mod">
          <ac:chgData name="蕭兆翔" userId="c09afb0b-60c9-45d8-81f2-4d7aa859f4bf" providerId="ADAL" clId="{6F9FAB1B-BF87-4C86-8CBB-A04DB701A215}" dt="2025-12-10T02:45:22.596" v="1122" actId="478"/>
          <ac:spMkLst>
            <pc:docMk/>
            <pc:sldMk cId="1756225529" sldId="505"/>
            <ac:spMk id="44" creationId="{155301B9-F1EA-A3CA-1731-945DABB8D0D3}"/>
          </ac:spMkLst>
        </pc:spChg>
        <pc:spChg chg="del">
          <ac:chgData name="蕭兆翔" userId="c09afb0b-60c9-45d8-81f2-4d7aa859f4bf" providerId="ADAL" clId="{6F9FAB1B-BF87-4C86-8CBB-A04DB701A215}" dt="2025-12-10T02:45:50.599" v="1134" actId="478"/>
          <ac:spMkLst>
            <pc:docMk/>
            <pc:sldMk cId="1756225529" sldId="505"/>
            <ac:spMk id="45" creationId="{9D129184-F2DE-C301-CCE7-C7AB8B244A0A}"/>
          </ac:spMkLst>
        </pc:spChg>
        <pc:spChg chg="del">
          <ac:chgData name="蕭兆翔" userId="c09afb0b-60c9-45d8-81f2-4d7aa859f4bf" providerId="ADAL" clId="{6F9FAB1B-BF87-4C86-8CBB-A04DB701A215}" dt="2025-12-10T02:45:51.773" v="1135" actId="478"/>
          <ac:spMkLst>
            <pc:docMk/>
            <pc:sldMk cId="1756225529" sldId="505"/>
            <ac:spMk id="46" creationId="{710C214B-38B6-F03A-1018-65DF52793AF4}"/>
          </ac:spMkLst>
        </pc:spChg>
        <pc:spChg chg="del">
          <ac:chgData name="蕭兆翔" userId="c09afb0b-60c9-45d8-81f2-4d7aa859f4bf" providerId="ADAL" clId="{6F9FAB1B-BF87-4C86-8CBB-A04DB701A215}" dt="2025-12-10T02:45:17.655" v="1119" actId="478"/>
          <ac:spMkLst>
            <pc:docMk/>
            <pc:sldMk cId="1756225529" sldId="505"/>
            <ac:spMk id="47" creationId="{082977BA-F1D8-1FC3-1732-86FD799853D9}"/>
          </ac:spMkLst>
        </pc:spChg>
        <pc:spChg chg="del">
          <ac:chgData name="蕭兆翔" userId="c09afb0b-60c9-45d8-81f2-4d7aa859f4bf" providerId="ADAL" clId="{6F9FAB1B-BF87-4C86-8CBB-A04DB701A215}" dt="2025-12-10T02:45:14.148" v="1116" actId="478"/>
          <ac:spMkLst>
            <pc:docMk/>
            <pc:sldMk cId="1756225529" sldId="505"/>
            <ac:spMk id="48" creationId="{683F59CB-2EB3-B80C-652F-587C360117A5}"/>
          </ac:spMkLst>
        </pc:spChg>
        <pc:spChg chg="del">
          <ac:chgData name="蕭兆翔" userId="c09afb0b-60c9-45d8-81f2-4d7aa859f4bf" providerId="ADAL" clId="{6F9FAB1B-BF87-4C86-8CBB-A04DB701A215}" dt="2025-12-10T02:45:48.317" v="1133" actId="478"/>
          <ac:spMkLst>
            <pc:docMk/>
            <pc:sldMk cId="1756225529" sldId="505"/>
            <ac:spMk id="49" creationId="{9F1D1D87-985D-DAC2-D981-AF2C639C1E36}"/>
          </ac:spMkLst>
        </pc:spChg>
        <pc:spChg chg="del">
          <ac:chgData name="蕭兆翔" userId="c09afb0b-60c9-45d8-81f2-4d7aa859f4bf" providerId="ADAL" clId="{6F9FAB1B-BF87-4C86-8CBB-A04DB701A215}" dt="2025-12-10T02:45:11.138" v="1114" actId="478"/>
          <ac:spMkLst>
            <pc:docMk/>
            <pc:sldMk cId="1756225529" sldId="505"/>
            <ac:spMk id="50" creationId="{2C189616-0B5A-CE0D-0E00-A1CAF7721C78}"/>
          </ac:spMkLst>
        </pc:spChg>
        <pc:spChg chg="del">
          <ac:chgData name="蕭兆翔" userId="c09afb0b-60c9-45d8-81f2-4d7aa859f4bf" providerId="ADAL" clId="{6F9FAB1B-BF87-4C86-8CBB-A04DB701A215}" dt="2025-12-10T02:45:47.067" v="1132" actId="478"/>
          <ac:spMkLst>
            <pc:docMk/>
            <pc:sldMk cId="1756225529" sldId="505"/>
            <ac:spMk id="51" creationId="{2E237001-91A9-8CC8-A857-137236FD39C8}"/>
          </ac:spMkLst>
        </pc:spChg>
        <pc:spChg chg="del">
          <ac:chgData name="蕭兆翔" userId="c09afb0b-60c9-45d8-81f2-4d7aa859f4bf" providerId="ADAL" clId="{6F9FAB1B-BF87-4C86-8CBB-A04DB701A215}" dt="2025-12-10T02:45:12.359" v="1115" actId="478"/>
          <ac:spMkLst>
            <pc:docMk/>
            <pc:sldMk cId="1756225529" sldId="505"/>
            <ac:spMk id="52" creationId="{1E9EB3CA-03A1-F6E3-3533-838F86F0B2EF}"/>
          </ac:spMkLst>
        </pc:spChg>
        <pc:spChg chg="add del mod">
          <ac:chgData name="蕭兆翔" userId="c09afb0b-60c9-45d8-81f2-4d7aa859f4bf" providerId="ADAL" clId="{6F9FAB1B-BF87-4C86-8CBB-A04DB701A215}" dt="2025-12-10T02:45:53.107" v="1136" actId="478"/>
          <ac:spMkLst>
            <pc:docMk/>
            <pc:sldMk cId="1756225529" sldId="505"/>
            <ac:spMk id="53" creationId="{DFE7830E-A455-14C2-EA45-2CDBEEF0B8DC}"/>
          </ac:spMkLst>
        </pc:spChg>
        <pc:spChg chg="del">
          <ac:chgData name="蕭兆翔" userId="c09afb0b-60c9-45d8-81f2-4d7aa859f4bf" providerId="ADAL" clId="{6F9FAB1B-BF87-4C86-8CBB-A04DB701A215}" dt="2025-12-10T02:45:56.964" v="1139" actId="478"/>
          <ac:spMkLst>
            <pc:docMk/>
            <pc:sldMk cId="1756225529" sldId="505"/>
            <ac:spMk id="54" creationId="{B951506D-FEA6-E297-1CEC-7E30E547543B}"/>
          </ac:spMkLst>
        </pc:spChg>
        <pc:spChg chg="add del mod">
          <ac:chgData name="蕭兆翔" userId="c09afb0b-60c9-45d8-81f2-4d7aa859f4bf" providerId="ADAL" clId="{6F9FAB1B-BF87-4C86-8CBB-A04DB701A215}" dt="2025-12-10T02:45:54.742" v="1137" actId="478"/>
          <ac:spMkLst>
            <pc:docMk/>
            <pc:sldMk cId="1756225529" sldId="505"/>
            <ac:spMk id="55" creationId="{3FA58620-E120-1E1D-B5D0-47752CEDF78D}"/>
          </ac:spMkLst>
        </pc:spChg>
        <pc:spChg chg="add del mod">
          <ac:chgData name="蕭兆翔" userId="c09afb0b-60c9-45d8-81f2-4d7aa859f4bf" providerId="ADAL" clId="{6F9FAB1B-BF87-4C86-8CBB-A04DB701A215}" dt="2025-12-10T02:45:55.757" v="1138" actId="478"/>
          <ac:spMkLst>
            <pc:docMk/>
            <pc:sldMk cId="1756225529" sldId="505"/>
            <ac:spMk id="56" creationId="{4C7A8D47-7E1B-ACC5-F5AA-3AB8360B30F2}"/>
          </ac:spMkLst>
        </pc:spChg>
        <pc:spChg chg="mod">
          <ac:chgData name="蕭兆翔" userId="c09afb0b-60c9-45d8-81f2-4d7aa859f4bf" providerId="ADAL" clId="{6F9FAB1B-BF87-4C86-8CBB-A04DB701A215}" dt="2025-12-10T02:41:20.166" v="1097" actId="20577"/>
          <ac:spMkLst>
            <pc:docMk/>
            <pc:sldMk cId="1756225529" sldId="505"/>
            <ac:spMk id="57" creationId="{FE601569-AF31-4187-934F-A13169551D08}"/>
          </ac:spMkLst>
        </pc:spChg>
        <pc:spChg chg="add del mod">
          <ac:chgData name="蕭兆翔" userId="c09afb0b-60c9-45d8-81f2-4d7aa859f4bf" providerId="ADAL" clId="{6F9FAB1B-BF87-4C86-8CBB-A04DB701A215}" dt="2025-12-10T02:45:44.234" v="1130" actId="478"/>
          <ac:spMkLst>
            <pc:docMk/>
            <pc:sldMk cId="1756225529" sldId="505"/>
            <ac:spMk id="58" creationId="{1A349F91-297D-2D54-841D-30C32FB1DC47}"/>
          </ac:spMkLst>
        </pc:spChg>
        <pc:spChg chg="del">
          <ac:chgData name="蕭兆翔" userId="c09afb0b-60c9-45d8-81f2-4d7aa859f4bf" providerId="ADAL" clId="{6F9FAB1B-BF87-4C86-8CBB-A04DB701A215}" dt="2025-12-10T02:45:45.468" v="1131" actId="478"/>
          <ac:spMkLst>
            <pc:docMk/>
            <pc:sldMk cId="1756225529" sldId="505"/>
            <ac:spMk id="59" creationId="{9CB66BD2-53BB-2E99-3B93-55D991450BFE}"/>
          </ac:spMkLst>
        </pc:spChg>
        <pc:spChg chg="add mod">
          <ac:chgData name="蕭兆翔" userId="c09afb0b-60c9-45d8-81f2-4d7aa859f4bf" providerId="ADAL" clId="{6F9FAB1B-BF87-4C86-8CBB-A04DB701A215}" dt="2025-12-10T02:49:34.177" v="1163" actId="1076"/>
          <ac:spMkLst>
            <pc:docMk/>
            <pc:sldMk cId="1756225529" sldId="505"/>
            <ac:spMk id="60" creationId="{1EC6A4E3-D77E-F3DA-0D4C-78EDCE296657}"/>
          </ac:spMkLst>
        </pc:spChg>
        <pc:picChg chg="del mod">
          <ac:chgData name="蕭兆翔" userId="c09afb0b-60c9-45d8-81f2-4d7aa859f4bf" providerId="ADAL" clId="{6F9FAB1B-BF87-4C86-8CBB-A04DB701A215}" dt="2025-12-10T02:41:10.389" v="1087" actId="478"/>
          <ac:picMkLst>
            <pc:docMk/>
            <pc:sldMk cId="1756225529" sldId="505"/>
            <ac:picMk id="29" creationId="{34813DBD-6732-4672-AEDA-8E5F3B81BD47}"/>
          </ac:picMkLst>
        </pc:picChg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1287782436" sldId="509"/>
        </pc:sldMkLst>
      </pc:sldChg>
      <pc:sldChg chg="add del">
        <pc:chgData name="蕭兆翔" userId="c09afb0b-60c9-45d8-81f2-4d7aa859f4bf" providerId="ADAL" clId="{6F9FAB1B-BF87-4C86-8CBB-A04DB701A215}" dt="2025-12-09T16:18:06.451" v="386"/>
        <pc:sldMkLst>
          <pc:docMk/>
          <pc:sldMk cId="3501591994" sldId="510"/>
        </pc:sldMkLst>
      </pc:sldChg>
      <pc:sldChg chg="addSp delSp modSp add mod">
        <pc:chgData name="蕭兆翔" userId="c09afb0b-60c9-45d8-81f2-4d7aa859f4bf" providerId="ADAL" clId="{6F9FAB1B-BF87-4C86-8CBB-A04DB701A215}" dt="2025-12-10T02:52:14.383" v="1170" actId="20577"/>
        <pc:sldMkLst>
          <pc:docMk/>
          <pc:sldMk cId="1722364698" sldId="520"/>
        </pc:sldMkLst>
        <pc:spChg chg="add del mod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2" creationId="{72876787-E166-1707-2F29-46DF62ACD400}"/>
          </ac:spMkLst>
        </pc:spChg>
        <pc:spChg chg="mod">
          <ac:chgData name="蕭兆翔" userId="c09afb0b-60c9-45d8-81f2-4d7aa859f4bf" providerId="ADAL" clId="{6F9FAB1B-BF87-4C86-8CBB-A04DB701A215}" dt="2025-12-10T02:52:14.383" v="1170" actId="20577"/>
          <ac:spMkLst>
            <pc:docMk/>
            <pc:sldMk cId="1722364698" sldId="520"/>
            <ac:spMk id="3" creationId="{395A91F7-C7AB-40BC-BA8C-4D011B83B3C3}"/>
          </ac:spMkLst>
        </pc:spChg>
        <pc:spChg chg="add mod">
          <ac:chgData name="蕭兆翔" userId="c09afb0b-60c9-45d8-81f2-4d7aa859f4bf" providerId="ADAL" clId="{6F9FAB1B-BF87-4C86-8CBB-A04DB701A215}" dt="2025-12-09T16:39:04.208" v="463" actId="1076"/>
          <ac:spMkLst>
            <pc:docMk/>
            <pc:sldMk cId="1722364698" sldId="520"/>
            <ac:spMk id="4" creationId="{47A233C8-03CD-83A1-ABAF-11F06F015BED}"/>
          </ac:spMkLst>
        </pc:spChg>
        <pc:spChg chg="add del">
          <ac:chgData name="蕭兆翔" userId="c09afb0b-60c9-45d8-81f2-4d7aa859f4bf" providerId="ADAL" clId="{6F9FAB1B-BF87-4C86-8CBB-A04DB701A215}" dt="2025-12-09T16:32:57.427" v="427" actId="22"/>
          <ac:spMkLst>
            <pc:docMk/>
            <pc:sldMk cId="1722364698" sldId="520"/>
            <ac:spMk id="6" creationId="{A9BB752C-7B82-B76A-5D81-10F8EA9748B9}"/>
          </ac:spMkLst>
        </pc:spChg>
        <pc:spChg chg="del mod">
          <ac:chgData name="蕭兆翔" userId="c09afb0b-60c9-45d8-81f2-4d7aa859f4bf" providerId="ADAL" clId="{6F9FAB1B-BF87-4C86-8CBB-A04DB701A215}" dt="2025-12-09T16:27:20.149" v="397" actId="478"/>
          <ac:spMkLst>
            <pc:docMk/>
            <pc:sldMk cId="1722364698" sldId="520"/>
            <ac:spMk id="8" creationId="{E789D54B-F8B6-4A42-BC14-B98DDF560AE9}"/>
          </ac:spMkLst>
        </pc:spChg>
        <pc:spChg chg="del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10" creationId="{5D6BAE24-B1DD-4B47-8927-1B66683DBABE}"/>
          </ac:spMkLst>
        </pc:spChg>
        <pc:spChg chg="del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11" creationId="{B28F1053-1C22-4987-B43F-97C78342D382}"/>
          </ac:spMkLst>
        </pc:spChg>
        <pc:spChg chg="del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12" creationId="{B841B12F-D2FB-4331-91F7-61D491EB36EA}"/>
          </ac:spMkLst>
        </pc:spChg>
        <pc:spChg chg="del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13" creationId="{B8C63BB0-CB97-4DE9-A41D-5FF2095A0C85}"/>
          </ac:spMkLst>
        </pc:spChg>
        <pc:spChg chg="del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14" creationId="{676C21D0-AB0D-44DD-A512-FDF97BC6F8A1}"/>
          </ac:spMkLst>
        </pc:spChg>
        <pc:spChg chg="del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15" creationId="{31CDE53F-E62A-4ECC-B9A3-C82F1F7958F2}"/>
          </ac:spMkLst>
        </pc:spChg>
        <pc:spChg chg="del">
          <ac:chgData name="蕭兆翔" userId="c09afb0b-60c9-45d8-81f2-4d7aa859f4bf" providerId="ADAL" clId="{6F9FAB1B-BF87-4C86-8CBB-A04DB701A215}" dt="2025-12-09T16:38:37.110" v="457" actId="478"/>
          <ac:spMkLst>
            <pc:docMk/>
            <pc:sldMk cId="1722364698" sldId="520"/>
            <ac:spMk id="16" creationId="{D2955AC8-0547-42EC-88C8-307C763F2BB0}"/>
          </ac:spMkLst>
        </pc:spChg>
        <pc:spChg chg="del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17" creationId="{03B19637-C008-4B27-8A47-1F18FEB1A0D1}"/>
          </ac:spMkLst>
        </pc:spChg>
        <pc:spChg chg="add del mod">
          <ac:chgData name="蕭兆翔" userId="c09afb0b-60c9-45d8-81f2-4d7aa859f4bf" providerId="ADAL" clId="{6F9FAB1B-BF87-4C86-8CBB-A04DB701A215}" dt="2025-12-09T16:48:27.087" v="530" actId="478"/>
          <ac:spMkLst>
            <pc:docMk/>
            <pc:sldMk cId="1722364698" sldId="520"/>
            <ac:spMk id="18" creationId="{ACCA2C69-6CBF-B9BF-5EE3-13368BFAC429}"/>
          </ac:spMkLst>
        </pc:spChg>
        <pc:spChg chg="del">
          <ac:chgData name="蕭兆翔" userId="c09afb0b-60c9-45d8-81f2-4d7aa859f4bf" providerId="ADAL" clId="{6F9FAB1B-BF87-4C86-8CBB-A04DB701A215}" dt="2025-12-09T16:38:40.459" v="460" actId="478"/>
          <ac:spMkLst>
            <pc:docMk/>
            <pc:sldMk cId="1722364698" sldId="520"/>
            <ac:spMk id="19" creationId="{37819C12-09CC-4CF9-AA36-EC3E7B7E10AE}"/>
          </ac:spMkLst>
        </pc:spChg>
        <pc:spChg chg="add del mod">
          <ac:chgData name="蕭兆翔" userId="c09afb0b-60c9-45d8-81f2-4d7aa859f4bf" providerId="ADAL" clId="{6F9FAB1B-BF87-4C86-8CBB-A04DB701A215}" dt="2025-12-09T16:37:47.057" v="444" actId="478"/>
          <ac:spMkLst>
            <pc:docMk/>
            <pc:sldMk cId="1722364698" sldId="520"/>
            <ac:spMk id="21" creationId="{CD78C587-F9C4-DF07-E3F3-F82FDE01F06E}"/>
          </ac:spMkLst>
        </pc:spChg>
        <pc:spChg chg="add del mod">
          <ac:chgData name="蕭兆翔" userId="c09afb0b-60c9-45d8-81f2-4d7aa859f4bf" providerId="ADAL" clId="{6F9FAB1B-BF87-4C86-8CBB-A04DB701A215}" dt="2025-12-09T16:37:55.685" v="447" actId="478"/>
          <ac:spMkLst>
            <pc:docMk/>
            <pc:sldMk cId="1722364698" sldId="520"/>
            <ac:spMk id="23" creationId="{0863C69A-A75F-7FE3-7F3E-95ED067E395D}"/>
          </ac:spMkLst>
        </pc:spChg>
        <pc:spChg chg="add del mod">
          <ac:chgData name="蕭兆翔" userId="c09afb0b-60c9-45d8-81f2-4d7aa859f4bf" providerId="ADAL" clId="{6F9FAB1B-BF87-4C86-8CBB-A04DB701A215}" dt="2025-12-09T16:38:16.207" v="455" actId="478"/>
          <ac:spMkLst>
            <pc:docMk/>
            <pc:sldMk cId="1722364698" sldId="520"/>
            <ac:spMk id="25" creationId="{DBDDF83D-5938-53CA-377C-BC5AD625B254}"/>
          </ac:spMkLst>
        </pc:spChg>
        <pc:spChg chg="add mod">
          <ac:chgData name="蕭兆翔" userId="c09afb0b-60c9-45d8-81f2-4d7aa859f4bf" providerId="ADAL" clId="{6F9FAB1B-BF87-4C86-8CBB-A04DB701A215}" dt="2025-12-09T16:49:25.321" v="538" actId="20577"/>
          <ac:spMkLst>
            <pc:docMk/>
            <pc:sldMk cId="1722364698" sldId="520"/>
            <ac:spMk id="27" creationId="{16B08521-7F8D-87F0-4A93-A134B9C3D20D}"/>
          </ac:spMkLst>
        </pc:spChg>
        <pc:spChg chg="add del mod">
          <ac:chgData name="蕭兆翔" userId="c09afb0b-60c9-45d8-81f2-4d7aa859f4bf" providerId="ADAL" clId="{6F9FAB1B-BF87-4C86-8CBB-A04DB701A215}" dt="2025-12-09T16:41:31.485" v="508" actId="478"/>
          <ac:spMkLst>
            <pc:docMk/>
            <pc:sldMk cId="1722364698" sldId="520"/>
            <ac:spMk id="28" creationId="{68683BAC-4119-F14B-A3A4-F5481FE4EE69}"/>
          </ac:spMkLst>
        </pc:spChg>
        <pc:spChg chg="add mod">
          <ac:chgData name="蕭兆翔" userId="c09afb0b-60c9-45d8-81f2-4d7aa859f4bf" providerId="ADAL" clId="{6F9FAB1B-BF87-4C86-8CBB-A04DB701A215}" dt="2025-12-09T17:02:58.507" v="664" actId="1076"/>
          <ac:spMkLst>
            <pc:docMk/>
            <pc:sldMk cId="1722364698" sldId="520"/>
            <ac:spMk id="40" creationId="{699678C0-37D3-850B-DC8F-4E457408B8E7}"/>
          </ac:spMkLst>
        </pc:spChg>
        <pc:spChg chg="add">
          <ac:chgData name="蕭兆翔" userId="c09afb0b-60c9-45d8-81f2-4d7aa859f4bf" providerId="ADAL" clId="{6F9FAB1B-BF87-4C86-8CBB-A04DB701A215}" dt="2025-12-09T16:51:59.572" v="541"/>
          <ac:spMkLst>
            <pc:docMk/>
            <pc:sldMk cId="1722364698" sldId="520"/>
            <ac:spMk id="41" creationId="{411FFA54-9C61-C996-73C6-5EE3B7B87560}"/>
          </ac:spMkLst>
        </pc:spChg>
        <pc:spChg chg="add">
          <ac:chgData name="蕭兆翔" userId="c09afb0b-60c9-45d8-81f2-4d7aa859f4bf" providerId="ADAL" clId="{6F9FAB1B-BF87-4C86-8CBB-A04DB701A215}" dt="2025-12-09T16:52:01.708" v="542"/>
          <ac:spMkLst>
            <pc:docMk/>
            <pc:sldMk cId="1722364698" sldId="520"/>
            <ac:spMk id="42" creationId="{5C8CE6D6-835F-C893-A095-D4327BE3AFC7}"/>
          </ac:spMkLst>
        </pc:spChg>
        <pc:spChg chg="add">
          <ac:chgData name="蕭兆翔" userId="c09afb0b-60c9-45d8-81f2-4d7aa859f4bf" providerId="ADAL" clId="{6F9FAB1B-BF87-4C86-8CBB-A04DB701A215}" dt="2025-12-09T16:52:09.019" v="543"/>
          <ac:spMkLst>
            <pc:docMk/>
            <pc:sldMk cId="1722364698" sldId="520"/>
            <ac:spMk id="43" creationId="{AC362AFE-9B95-2391-8F7E-09F0DDF04B7A}"/>
          </ac:spMkLst>
        </pc:spChg>
        <pc:spChg chg="add">
          <ac:chgData name="蕭兆翔" userId="c09afb0b-60c9-45d8-81f2-4d7aa859f4bf" providerId="ADAL" clId="{6F9FAB1B-BF87-4C86-8CBB-A04DB701A215}" dt="2025-12-09T16:52:16.730" v="544"/>
          <ac:spMkLst>
            <pc:docMk/>
            <pc:sldMk cId="1722364698" sldId="520"/>
            <ac:spMk id="44" creationId="{A593C8A6-C021-62B2-2FE0-526573C0597A}"/>
          </ac:spMkLst>
        </pc:spChg>
        <pc:spChg chg="add">
          <ac:chgData name="蕭兆翔" userId="c09afb0b-60c9-45d8-81f2-4d7aa859f4bf" providerId="ADAL" clId="{6F9FAB1B-BF87-4C86-8CBB-A04DB701A215}" dt="2025-12-09T16:52:22.929" v="545"/>
          <ac:spMkLst>
            <pc:docMk/>
            <pc:sldMk cId="1722364698" sldId="520"/>
            <ac:spMk id="45" creationId="{230D3B19-BD09-499B-C16A-1895B1720A7E}"/>
          </ac:spMkLst>
        </pc:spChg>
        <pc:spChg chg="add del mod">
          <ac:chgData name="蕭兆翔" userId="c09afb0b-60c9-45d8-81f2-4d7aa859f4bf" providerId="ADAL" clId="{6F9FAB1B-BF87-4C86-8CBB-A04DB701A215}" dt="2025-12-09T16:52:36.601" v="549"/>
          <ac:spMkLst>
            <pc:docMk/>
            <pc:sldMk cId="1722364698" sldId="520"/>
            <ac:spMk id="46" creationId="{00E2D078-9951-5A91-E5D4-92E7E526181C}"/>
          </ac:spMkLst>
        </pc:spChg>
        <pc:spChg chg="add del">
          <ac:chgData name="蕭兆翔" userId="c09afb0b-60c9-45d8-81f2-4d7aa859f4bf" providerId="ADAL" clId="{6F9FAB1B-BF87-4C86-8CBB-A04DB701A215}" dt="2025-12-09T16:52:45.320" v="551" actId="22"/>
          <ac:spMkLst>
            <pc:docMk/>
            <pc:sldMk cId="1722364698" sldId="520"/>
            <ac:spMk id="48" creationId="{5E1D88C2-B58C-B81B-F59E-3CC15237C67E}"/>
          </ac:spMkLst>
        </pc:spChg>
        <pc:spChg chg="add del mod">
          <ac:chgData name="蕭兆翔" userId="c09afb0b-60c9-45d8-81f2-4d7aa859f4bf" providerId="ADAL" clId="{6F9FAB1B-BF87-4C86-8CBB-A04DB701A215}" dt="2025-12-09T17:14:00.461" v="753" actId="478"/>
          <ac:spMkLst>
            <pc:docMk/>
            <pc:sldMk cId="1722364698" sldId="520"/>
            <ac:spMk id="50" creationId="{44EE2B93-ED99-A824-B7D5-ECE69D929EA2}"/>
          </ac:spMkLst>
        </pc:spChg>
        <pc:spChg chg="add del mod">
          <ac:chgData name="蕭兆翔" userId="c09afb0b-60c9-45d8-81f2-4d7aa859f4bf" providerId="ADAL" clId="{6F9FAB1B-BF87-4C86-8CBB-A04DB701A215}" dt="2025-12-09T17:02:52.019" v="660" actId="478"/>
          <ac:spMkLst>
            <pc:docMk/>
            <pc:sldMk cId="1722364698" sldId="520"/>
            <ac:spMk id="51" creationId="{F0B5FD9A-E631-7AC8-7CFD-8739C9D93452}"/>
          </ac:spMkLst>
        </pc:spChg>
        <pc:spChg chg="add del mod">
          <ac:chgData name="蕭兆翔" userId="c09afb0b-60c9-45d8-81f2-4d7aa859f4bf" providerId="ADAL" clId="{6F9FAB1B-BF87-4C86-8CBB-A04DB701A215}" dt="2025-12-09T16:56:24.176" v="568" actId="478"/>
          <ac:spMkLst>
            <pc:docMk/>
            <pc:sldMk cId="1722364698" sldId="520"/>
            <ac:spMk id="53" creationId="{4B8654E5-431A-4DD1-A894-E9328A134D26}"/>
          </ac:spMkLst>
        </pc:spChg>
        <pc:spChg chg="add del mod">
          <ac:chgData name="蕭兆翔" userId="c09afb0b-60c9-45d8-81f2-4d7aa859f4bf" providerId="ADAL" clId="{6F9FAB1B-BF87-4C86-8CBB-A04DB701A215}" dt="2025-12-09T17:02:54.417" v="662" actId="478"/>
          <ac:spMkLst>
            <pc:docMk/>
            <pc:sldMk cId="1722364698" sldId="520"/>
            <ac:spMk id="55" creationId="{E6C19958-AD33-288E-7E3E-3EF4A8950DFC}"/>
          </ac:spMkLst>
        </pc:spChg>
        <pc:spChg chg="add del mod">
          <ac:chgData name="蕭兆翔" userId="c09afb0b-60c9-45d8-81f2-4d7aa859f4bf" providerId="ADAL" clId="{6F9FAB1B-BF87-4C86-8CBB-A04DB701A215}" dt="2025-12-09T17:02:53.384" v="661" actId="478"/>
          <ac:spMkLst>
            <pc:docMk/>
            <pc:sldMk cId="1722364698" sldId="520"/>
            <ac:spMk id="57" creationId="{2D4B26D7-4E9C-C555-2E9A-7345E6B0FB2A}"/>
          </ac:spMkLst>
        </pc:spChg>
        <pc:spChg chg="add del mod">
          <ac:chgData name="蕭兆翔" userId="c09afb0b-60c9-45d8-81f2-4d7aa859f4bf" providerId="ADAL" clId="{6F9FAB1B-BF87-4C86-8CBB-A04DB701A215}" dt="2025-12-09T17:13:58.789" v="752" actId="478"/>
          <ac:spMkLst>
            <pc:docMk/>
            <pc:sldMk cId="1722364698" sldId="520"/>
            <ac:spMk id="59" creationId="{75E23EA3-5EDB-C623-66D2-3B99CDD30D63}"/>
          </ac:spMkLst>
        </pc:spChg>
        <pc:spChg chg="add mod">
          <ac:chgData name="蕭兆翔" userId="c09afb0b-60c9-45d8-81f2-4d7aa859f4bf" providerId="ADAL" clId="{6F9FAB1B-BF87-4C86-8CBB-A04DB701A215}" dt="2025-12-09T17:14:10.807" v="757" actId="1076"/>
          <ac:spMkLst>
            <pc:docMk/>
            <pc:sldMk cId="1722364698" sldId="520"/>
            <ac:spMk id="61" creationId="{A242B584-2FDC-FEAA-991C-4D71CD479329}"/>
          </ac:spMkLst>
        </pc:spChg>
        <pc:picChg chg="mod">
          <ac:chgData name="蕭兆翔" userId="c09afb0b-60c9-45d8-81f2-4d7aa859f4bf" providerId="ADAL" clId="{6F9FAB1B-BF87-4C86-8CBB-A04DB701A215}" dt="2025-12-09T16:39:04.208" v="463" actId="1076"/>
          <ac:picMkLst>
            <pc:docMk/>
            <pc:sldMk cId="1722364698" sldId="520"/>
            <ac:picMk id="7" creationId="{2A3B2F5D-FCAD-403B-A507-63921DD7C1B6}"/>
          </ac:picMkLst>
        </pc:picChg>
        <pc:picChg chg="del">
          <ac:chgData name="蕭兆翔" userId="c09afb0b-60c9-45d8-81f2-4d7aa859f4bf" providerId="ADAL" clId="{6F9FAB1B-BF87-4C86-8CBB-A04DB701A215}" dt="2025-12-09T16:38:35.034" v="456" actId="478"/>
          <ac:picMkLst>
            <pc:docMk/>
            <pc:sldMk cId="1722364698" sldId="520"/>
            <ac:picMk id="68" creationId="{2ABFEA79-49AF-4089-98C3-67DF3350EA11}"/>
          </ac:picMkLst>
        </pc:picChg>
        <pc:cxnChg chg="add mod">
          <ac:chgData name="蕭兆翔" userId="c09afb0b-60c9-45d8-81f2-4d7aa859f4bf" providerId="ADAL" clId="{6F9FAB1B-BF87-4C86-8CBB-A04DB701A215}" dt="2025-12-09T16:42:17.118" v="513" actId="14100"/>
          <ac:cxnSpMkLst>
            <pc:docMk/>
            <pc:sldMk cId="1722364698" sldId="520"/>
            <ac:cxnSpMk id="30" creationId="{B79CB896-A07B-50A9-4436-7299252FE6DF}"/>
          </ac:cxnSpMkLst>
        </pc:cxnChg>
        <pc:cxnChg chg="add mod">
          <ac:chgData name="蕭兆翔" userId="c09afb0b-60c9-45d8-81f2-4d7aa859f4bf" providerId="ADAL" clId="{6F9FAB1B-BF87-4C86-8CBB-A04DB701A215}" dt="2025-12-09T16:48:53.437" v="533" actId="208"/>
          <ac:cxnSpMkLst>
            <pc:docMk/>
            <pc:sldMk cId="1722364698" sldId="520"/>
            <ac:cxnSpMk id="32" creationId="{A6A422BB-9C61-C185-EC3C-72457FB8F351}"/>
          </ac:cxnSpMkLst>
        </pc:cxnChg>
        <pc:cxnChg chg="add mod">
          <ac:chgData name="蕭兆翔" userId="c09afb0b-60c9-45d8-81f2-4d7aa859f4bf" providerId="ADAL" clId="{6F9FAB1B-BF87-4C86-8CBB-A04DB701A215}" dt="2025-12-09T16:48:55.991" v="534" actId="208"/>
          <ac:cxnSpMkLst>
            <pc:docMk/>
            <pc:sldMk cId="1722364698" sldId="520"/>
            <ac:cxnSpMk id="35" creationId="{5ED0E7D1-1BBB-BA71-293C-8BA27377B33D}"/>
          </ac:cxnSpMkLst>
        </pc:cxnChg>
        <pc:cxnChg chg="add del mod">
          <ac:chgData name="蕭兆翔" userId="c09afb0b-60c9-45d8-81f2-4d7aa859f4bf" providerId="ADAL" clId="{6F9FAB1B-BF87-4C86-8CBB-A04DB701A215}" dt="2025-12-09T16:42:31.193" v="522" actId="478"/>
          <ac:cxnSpMkLst>
            <pc:docMk/>
            <pc:sldMk cId="1722364698" sldId="520"/>
            <ac:cxnSpMk id="38" creationId="{B000F705-6C29-787D-0652-6F5D546AB42A}"/>
          </ac:cxnSpMkLst>
        </pc:cxnChg>
        <pc:cxnChg chg="add mod">
          <ac:chgData name="蕭兆翔" userId="c09afb0b-60c9-45d8-81f2-4d7aa859f4bf" providerId="ADAL" clId="{6F9FAB1B-BF87-4C86-8CBB-A04DB701A215}" dt="2025-12-09T17:15:32.388" v="788" actId="1076"/>
          <ac:cxnSpMkLst>
            <pc:docMk/>
            <pc:sldMk cId="1722364698" sldId="520"/>
            <ac:cxnSpMk id="63" creationId="{ACD4CBBD-9EF0-B460-5E99-B9A0598AA7E6}"/>
          </ac:cxnSpMkLst>
        </pc:cxnChg>
        <pc:cxnChg chg="add mod">
          <ac:chgData name="蕭兆翔" userId="c09afb0b-60c9-45d8-81f2-4d7aa859f4bf" providerId="ADAL" clId="{6F9FAB1B-BF87-4C86-8CBB-A04DB701A215}" dt="2025-12-09T17:15:35.165" v="790" actId="1076"/>
          <ac:cxnSpMkLst>
            <pc:docMk/>
            <pc:sldMk cId="1722364698" sldId="520"/>
            <ac:cxnSpMk id="65" creationId="{64ABFDA2-B870-6CAD-E6E3-32C1760F95B7}"/>
          </ac:cxnSpMkLst>
        </pc:cxnChg>
      </pc:sldChg>
      <pc:sldChg chg="add">
        <pc:chgData name="蕭兆翔" userId="c09afb0b-60c9-45d8-81f2-4d7aa859f4bf" providerId="ADAL" clId="{6F9FAB1B-BF87-4C86-8CBB-A04DB701A215}" dt="2025-12-10T02:51:16.815" v="1165"/>
        <pc:sldMkLst>
          <pc:docMk/>
          <pc:sldMk cId="2528015804" sldId="531"/>
        </pc:sldMkLst>
      </pc:sldChg>
      <pc:sldChg chg="add del">
        <pc:chgData name="蕭兆翔" userId="c09afb0b-60c9-45d8-81f2-4d7aa859f4bf" providerId="ADAL" clId="{6F9FAB1B-BF87-4C86-8CBB-A04DB701A215}" dt="2025-12-10T04:38:53.841" v="2916" actId="47"/>
        <pc:sldMkLst>
          <pc:docMk/>
          <pc:sldMk cId="3160474264" sldId="534"/>
        </pc:sldMkLst>
      </pc:sldChg>
      <pc:sldChg chg="addSp delSp modSp new mod">
        <pc:chgData name="蕭兆翔" userId="c09afb0b-60c9-45d8-81f2-4d7aa859f4bf" providerId="ADAL" clId="{6F9FAB1B-BF87-4C86-8CBB-A04DB701A215}" dt="2025-12-10T03:50:12.349" v="2173" actId="1076"/>
        <pc:sldMkLst>
          <pc:docMk/>
          <pc:sldMk cId="4182246984" sldId="535"/>
        </pc:sldMkLst>
        <pc:spChg chg="add del mod">
          <ac:chgData name="蕭兆翔" userId="c09afb0b-60c9-45d8-81f2-4d7aa859f4bf" providerId="ADAL" clId="{6F9FAB1B-BF87-4C86-8CBB-A04DB701A215}" dt="2025-12-09T17:11:46.037" v="723" actId="478"/>
          <ac:spMkLst>
            <pc:docMk/>
            <pc:sldMk cId="4182246984" sldId="535"/>
            <ac:spMk id="3" creationId="{DBCDFCA3-686F-E8E1-489E-C9B3505D2B67}"/>
          </ac:spMkLst>
        </pc:spChg>
        <pc:spChg chg="add del">
          <ac:chgData name="蕭兆翔" userId="c09afb0b-60c9-45d8-81f2-4d7aa859f4bf" providerId="ADAL" clId="{6F9FAB1B-BF87-4C86-8CBB-A04DB701A215}" dt="2025-12-09T17:11:47.155" v="725" actId="22"/>
          <ac:spMkLst>
            <pc:docMk/>
            <pc:sldMk cId="4182246984" sldId="535"/>
            <ac:spMk id="5" creationId="{09C5834C-0DD7-C51E-7FF0-9E30A7AA9F15}"/>
          </ac:spMkLst>
        </pc:spChg>
        <pc:spChg chg="add mod">
          <ac:chgData name="蕭兆翔" userId="c09afb0b-60c9-45d8-81f2-4d7aa859f4bf" providerId="ADAL" clId="{6F9FAB1B-BF87-4C86-8CBB-A04DB701A215}" dt="2025-12-10T03:25:44.008" v="1463" actId="20577"/>
          <ac:spMkLst>
            <pc:docMk/>
            <pc:sldMk cId="4182246984" sldId="535"/>
            <ac:spMk id="6" creationId="{7C477893-40BC-01A7-96CD-0A02A7712905}"/>
          </ac:spMkLst>
        </pc:spChg>
        <pc:spChg chg="add mod">
          <ac:chgData name="蕭兆翔" userId="c09afb0b-60c9-45d8-81f2-4d7aa859f4bf" providerId="ADAL" clId="{6F9FAB1B-BF87-4C86-8CBB-A04DB701A215}" dt="2025-12-10T03:49:41.648" v="2159" actId="1076"/>
          <ac:spMkLst>
            <pc:docMk/>
            <pc:sldMk cId="4182246984" sldId="535"/>
            <ac:spMk id="8" creationId="{2B12F511-18FA-8FBA-56A1-2A494E692390}"/>
          </ac:spMkLst>
        </pc:spChg>
        <pc:spChg chg="add mod">
          <ac:chgData name="蕭兆翔" userId="c09afb0b-60c9-45d8-81f2-4d7aa859f4bf" providerId="ADAL" clId="{6F9FAB1B-BF87-4C86-8CBB-A04DB701A215}" dt="2025-12-10T03:33:54.859" v="1595" actId="20577"/>
          <ac:spMkLst>
            <pc:docMk/>
            <pc:sldMk cId="4182246984" sldId="535"/>
            <ac:spMk id="10" creationId="{3B228A02-F543-4C5F-BE0A-383A102A04ED}"/>
          </ac:spMkLst>
        </pc:spChg>
        <pc:spChg chg="add del mod">
          <ac:chgData name="蕭兆翔" userId="c09afb0b-60c9-45d8-81f2-4d7aa859f4bf" providerId="ADAL" clId="{6F9FAB1B-BF87-4C86-8CBB-A04DB701A215}" dt="2025-12-10T03:27:34.951" v="1488"/>
          <ac:spMkLst>
            <pc:docMk/>
            <pc:sldMk cId="4182246984" sldId="535"/>
            <ac:spMk id="12" creationId="{82A9DA60-DAC9-D3B2-6E01-774013C99553}"/>
          </ac:spMkLst>
        </pc:spChg>
        <pc:spChg chg="add del mod">
          <ac:chgData name="蕭兆翔" userId="c09afb0b-60c9-45d8-81f2-4d7aa859f4bf" providerId="ADAL" clId="{6F9FAB1B-BF87-4C86-8CBB-A04DB701A215}" dt="2025-12-10T03:27:40.623" v="1494"/>
          <ac:spMkLst>
            <pc:docMk/>
            <pc:sldMk cId="4182246984" sldId="535"/>
            <ac:spMk id="14" creationId="{23E2C945-9348-EF65-6E21-2D344D31FE00}"/>
          </ac:spMkLst>
        </pc:spChg>
        <pc:spChg chg="add mod">
          <ac:chgData name="蕭兆翔" userId="c09afb0b-60c9-45d8-81f2-4d7aa859f4bf" providerId="ADAL" clId="{6F9FAB1B-BF87-4C86-8CBB-A04DB701A215}" dt="2025-12-10T03:29:16.583" v="1570" actId="1076"/>
          <ac:spMkLst>
            <pc:docMk/>
            <pc:sldMk cId="4182246984" sldId="535"/>
            <ac:spMk id="15" creationId="{54E9BD4A-5247-FA91-E8BB-1B6F6C8FAA25}"/>
          </ac:spMkLst>
        </pc:spChg>
        <pc:spChg chg="add mod">
          <ac:chgData name="蕭兆翔" userId="c09afb0b-60c9-45d8-81f2-4d7aa859f4bf" providerId="ADAL" clId="{6F9FAB1B-BF87-4C86-8CBB-A04DB701A215}" dt="2025-12-10T03:29:16.583" v="1570" actId="1076"/>
          <ac:spMkLst>
            <pc:docMk/>
            <pc:sldMk cId="4182246984" sldId="535"/>
            <ac:spMk id="16" creationId="{3534D9A8-AD9C-AA09-5721-7D330DDD61CF}"/>
          </ac:spMkLst>
        </pc:spChg>
        <pc:spChg chg="add del mod">
          <ac:chgData name="蕭兆翔" userId="c09afb0b-60c9-45d8-81f2-4d7aa859f4bf" providerId="ADAL" clId="{6F9FAB1B-BF87-4C86-8CBB-A04DB701A215}" dt="2025-12-10T03:34:16.886" v="1618" actId="478"/>
          <ac:spMkLst>
            <pc:docMk/>
            <pc:sldMk cId="4182246984" sldId="535"/>
            <ac:spMk id="17" creationId="{530396F8-71A0-EF44-87F5-BA43A80AC13B}"/>
          </ac:spMkLst>
        </pc:spChg>
        <pc:spChg chg="add del mod">
          <ac:chgData name="蕭兆翔" userId="c09afb0b-60c9-45d8-81f2-4d7aa859f4bf" providerId="ADAL" clId="{6F9FAB1B-BF87-4C86-8CBB-A04DB701A215}" dt="2025-12-10T03:33:15.218" v="1574" actId="478"/>
          <ac:spMkLst>
            <pc:docMk/>
            <pc:sldMk cId="4182246984" sldId="535"/>
            <ac:spMk id="19" creationId="{E90D8989-A319-AF4F-7E42-21D25EA862EE}"/>
          </ac:spMkLst>
        </pc:spChg>
        <pc:spChg chg="add mod">
          <ac:chgData name="蕭兆翔" userId="c09afb0b-60c9-45d8-81f2-4d7aa859f4bf" providerId="ADAL" clId="{6F9FAB1B-BF87-4C86-8CBB-A04DB701A215}" dt="2025-12-10T03:34:15.962" v="1617" actId="1076"/>
          <ac:spMkLst>
            <pc:docMk/>
            <pc:sldMk cId="4182246984" sldId="535"/>
            <ac:spMk id="20" creationId="{AA944776-D4D0-3C57-52F4-1993CB3CDA1C}"/>
          </ac:spMkLst>
        </pc:spChg>
        <pc:spChg chg="add del">
          <ac:chgData name="蕭兆翔" userId="c09afb0b-60c9-45d8-81f2-4d7aa859f4bf" providerId="ADAL" clId="{6F9FAB1B-BF87-4C86-8CBB-A04DB701A215}" dt="2025-12-10T03:34:40.806" v="1620" actId="22"/>
          <ac:spMkLst>
            <pc:docMk/>
            <pc:sldMk cId="4182246984" sldId="535"/>
            <ac:spMk id="22" creationId="{7BD210B9-3AAD-7B98-32AB-DDAE8853CF2B}"/>
          </ac:spMkLst>
        </pc:spChg>
        <pc:spChg chg="add del">
          <ac:chgData name="蕭兆翔" userId="c09afb0b-60c9-45d8-81f2-4d7aa859f4bf" providerId="ADAL" clId="{6F9FAB1B-BF87-4C86-8CBB-A04DB701A215}" dt="2025-12-10T03:34:44.696" v="1622" actId="22"/>
          <ac:spMkLst>
            <pc:docMk/>
            <pc:sldMk cId="4182246984" sldId="535"/>
            <ac:spMk id="24" creationId="{2B79BBD5-2FC3-F3C4-7410-58E984F148A0}"/>
          </ac:spMkLst>
        </pc:spChg>
        <pc:spChg chg="add del mod">
          <ac:chgData name="蕭兆翔" userId="c09afb0b-60c9-45d8-81f2-4d7aa859f4bf" providerId="ADAL" clId="{6F9FAB1B-BF87-4C86-8CBB-A04DB701A215}" dt="2025-12-10T03:34:49.819" v="1625" actId="478"/>
          <ac:spMkLst>
            <pc:docMk/>
            <pc:sldMk cId="4182246984" sldId="535"/>
            <ac:spMk id="26" creationId="{FCAE5A88-242A-B493-D0D2-21FA4FFF266A}"/>
          </ac:spMkLst>
        </pc:spChg>
        <pc:spChg chg="add del">
          <ac:chgData name="蕭兆翔" userId="c09afb0b-60c9-45d8-81f2-4d7aa859f4bf" providerId="ADAL" clId="{6F9FAB1B-BF87-4C86-8CBB-A04DB701A215}" dt="2025-12-10T03:34:58.296" v="1627" actId="22"/>
          <ac:spMkLst>
            <pc:docMk/>
            <pc:sldMk cId="4182246984" sldId="535"/>
            <ac:spMk id="28" creationId="{1172A48C-9101-1623-F09C-C607CD6202D0}"/>
          </ac:spMkLst>
        </pc:spChg>
        <pc:spChg chg="add del mod">
          <ac:chgData name="蕭兆翔" userId="c09afb0b-60c9-45d8-81f2-4d7aa859f4bf" providerId="ADAL" clId="{6F9FAB1B-BF87-4C86-8CBB-A04DB701A215}" dt="2025-12-10T03:35:09.594" v="1630" actId="478"/>
          <ac:spMkLst>
            <pc:docMk/>
            <pc:sldMk cId="4182246984" sldId="535"/>
            <ac:spMk id="30" creationId="{742379F8-D1ED-75D1-C2E2-9CF82F4A6F06}"/>
          </ac:spMkLst>
        </pc:spChg>
        <pc:spChg chg="add del mod">
          <ac:chgData name="蕭兆翔" userId="c09afb0b-60c9-45d8-81f2-4d7aa859f4bf" providerId="ADAL" clId="{6F9FAB1B-BF87-4C86-8CBB-A04DB701A215}" dt="2025-12-10T03:36:21.874" v="1670" actId="478"/>
          <ac:spMkLst>
            <pc:docMk/>
            <pc:sldMk cId="4182246984" sldId="535"/>
            <ac:spMk id="32" creationId="{9B8EC367-9A16-BC7A-E85C-C56481E75A51}"/>
          </ac:spMkLst>
        </pc:spChg>
        <pc:spChg chg="add del">
          <ac:chgData name="蕭兆翔" userId="c09afb0b-60c9-45d8-81f2-4d7aa859f4bf" providerId="ADAL" clId="{6F9FAB1B-BF87-4C86-8CBB-A04DB701A215}" dt="2025-12-10T03:36:27.350" v="1673" actId="478"/>
          <ac:spMkLst>
            <pc:docMk/>
            <pc:sldMk cId="4182246984" sldId="535"/>
            <ac:spMk id="34" creationId="{E6D4E812-648A-F61D-2E45-AA906DD66840}"/>
          </ac:spMkLst>
        </pc:spChg>
        <pc:spChg chg="add mod">
          <ac:chgData name="蕭兆翔" userId="c09afb0b-60c9-45d8-81f2-4d7aa859f4bf" providerId="ADAL" clId="{6F9FAB1B-BF87-4C86-8CBB-A04DB701A215}" dt="2025-12-10T03:49:41.648" v="2159" actId="1076"/>
          <ac:spMkLst>
            <pc:docMk/>
            <pc:sldMk cId="4182246984" sldId="535"/>
            <ac:spMk id="36" creationId="{3374E5B7-E61B-B00B-ECB7-D0FB2B8C4864}"/>
          </ac:spMkLst>
        </pc:spChg>
        <pc:spChg chg="add del mod">
          <ac:chgData name="蕭兆翔" userId="c09afb0b-60c9-45d8-81f2-4d7aa859f4bf" providerId="ADAL" clId="{6F9FAB1B-BF87-4C86-8CBB-A04DB701A215}" dt="2025-12-10T03:48:15.471" v="2135" actId="478"/>
          <ac:spMkLst>
            <pc:docMk/>
            <pc:sldMk cId="4182246984" sldId="535"/>
            <ac:spMk id="37" creationId="{32265839-847B-8270-9681-3DC8956BABC4}"/>
          </ac:spMkLst>
        </pc:spChg>
        <pc:spChg chg="add mod">
          <ac:chgData name="蕭兆翔" userId="c09afb0b-60c9-45d8-81f2-4d7aa859f4bf" providerId="ADAL" clId="{6F9FAB1B-BF87-4C86-8CBB-A04DB701A215}" dt="2025-12-10T03:50:02.325" v="2169" actId="1076"/>
          <ac:spMkLst>
            <pc:docMk/>
            <pc:sldMk cId="4182246984" sldId="535"/>
            <ac:spMk id="38" creationId="{A172EC4D-33BB-87C5-D668-B2D1D61B597B}"/>
          </ac:spMkLst>
        </pc:spChg>
        <pc:spChg chg="add del mod">
          <ac:chgData name="蕭兆翔" userId="c09afb0b-60c9-45d8-81f2-4d7aa859f4bf" providerId="ADAL" clId="{6F9FAB1B-BF87-4C86-8CBB-A04DB701A215}" dt="2025-12-10T03:49:29.878" v="2156" actId="478"/>
          <ac:spMkLst>
            <pc:docMk/>
            <pc:sldMk cId="4182246984" sldId="535"/>
            <ac:spMk id="40" creationId="{03130654-9565-D8BA-D5DE-4C1E70713B4A}"/>
          </ac:spMkLst>
        </pc:spChg>
        <pc:spChg chg="add mod">
          <ac:chgData name="蕭兆翔" userId="c09afb0b-60c9-45d8-81f2-4d7aa859f4bf" providerId="ADAL" clId="{6F9FAB1B-BF87-4C86-8CBB-A04DB701A215}" dt="2025-12-10T03:50:12.349" v="2173" actId="1076"/>
          <ac:spMkLst>
            <pc:docMk/>
            <pc:sldMk cId="4182246984" sldId="535"/>
            <ac:spMk id="41" creationId="{C7CF51C4-E6DD-A0B7-86D4-2ED7BDB6979F}"/>
          </ac:spMkLst>
        </pc:spChg>
      </pc:sldChg>
      <pc:sldChg chg="addSp delSp modSp add mod">
        <pc:chgData name="蕭兆翔" userId="c09afb0b-60c9-45d8-81f2-4d7aa859f4bf" providerId="ADAL" clId="{6F9FAB1B-BF87-4C86-8CBB-A04DB701A215}" dt="2025-12-10T02:52:47.670" v="1192" actId="27636"/>
        <pc:sldMkLst>
          <pc:docMk/>
          <pc:sldMk cId="2740273923" sldId="536"/>
        </pc:sldMkLst>
        <pc:spChg chg="mod">
          <ac:chgData name="蕭兆翔" userId="c09afb0b-60c9-45d8-81f2-4d7aa859f4bf" providerId="ADAL" clId="{6F9FAB1B-BF87-4C86-8CBB-A04DB701A215}" dt="2025-12-10T02:52:47.670" v="1192" actId="27636"/>
          <ac:spMkLst>
            <pc:docMk/>
            <pc:sldMk cId="2740273923" sldId="536"/>
            <ac:spMk id="3" creationId="{7B4B1E93-98F3-A826-6D53-D8B7BE43AD12}"/>
          </ac:spMkLst>
        </pc:spChg>
        <pc:spChg chg="add mod">
          <ac:chgData name="蕭兆翔" userId="c09afb0b-60c9-45d8-81f2-4d7aa859f4bf" providerId="ADAL" clId="{6F9FAB1B-BF87-4C86-8CBB-A04DB701A215}" dt="2025-12-09T17:42:59.739" v="1024" actId="21"/>
          <ac:spMkLst>
            <pc:docMk/>
            <pc:sldMk cId="2740273923" sldId="536"/>
            <ac:spMk id="5" creationId="{B3F67C47-BE22-F964-9905-70B4B47FDF92}"/>
          </ac:spMkLst>
        </pc:spChg>
        <pc:spChg chg="add mod">
          <ac:chgData name="蕭兆翔" userId="c09afb0b-60c9-45d8-81f2-4d7aa859f4bf" providerId="ADAL" clId="{6F9FAB1B-BF87-4C86-8CBB-A04DB701A215}" dt="2025-12-09T17:43:00.607" v="1026" actId="1076"/>
          <ac:spMkLst>
            <pc:docMk/>
            <pc:sldMk cId="2740273923" sldId="536"/>
            <ac:spMk id="12" creationId="{969C7B0B-FE55-CABB-0E12-262B96AD8A7C}"/>
          </ac:spMkLst>
        </pc:spChg>
        <pc:spChg chg="del">
          <ac:chgData name="蕭兆翔" userId="c09afb0b-60c9-45d8-81f2-4d7aa859f4bf" providerId="ADAL" clId="{6F9FAB1B-BF87-4C86-8CBB-A04DB701A215}" dt="2025-12-09T17:03:04.541" v="666" actId="478"/>
          <ac:spMkLst>
            <pc:docMk/>
            <pc:sldMk cId="2740273923" sldId="536"/>
            <ac:spMk id="40" creationId="{4DCD4B8B-CE43-3326-E08B-823D3A4A4F98}"/>
          </ac:spMkLst>
        </pc:spChg>
        <pc:spChg chg="del">
          <ac:chgData name="蕭兆翔" userId="c09afb0b-60c9-45d8-81f2-4d7aa859f4bf" providerId="ADAL" clId="{6F9FAB1B-BF87-4C86-8CBB-A04DB701A215}" dt="2025-12-09T17:03:05.801" v="667" actId="478"/>
          <ac:spMkLst>
            <pc:docMk/>
            <pc:sldMk cId="2740273923" sldId="536"/>
            <ac:spMk id="50" creationId="{EA41AB0E-C931-7A51-47E0-BCE2D9F81C3E}"/>
          </ac:spMkLst>
        </pc:spChg>
        <pc:cxnChg chg="add mod">
          <ac:chgData name="蕭兆翔" userId="c09afb0b-60c9-45d8-81f2-4d7aa859f4bf" providerId="ADAL" clId="{6F9FAB1B-BF87-4C86-8CBB-A04DB701A215}" dt="2025-12-09T17:15:48.758" v="795" actId="14100"/>
          <ac:cxnSpMkLst>
            <pc:docMk/>
            <pc:sldMk cId="2740273923" sldId="536"/>
            <ac:cxnSpMk id="6" creationId="{8FD767ED-4C57-D89C-4D2B-0602A1D4E40A}"/>
          </ac:cxnSpMkLst>
        </pc:cxnChg>
        <pc:cxnChg chg="add mod">
          <ac:chgData name="蕭兆翔" userId="c09afb0b-60c9-45d8-81f2-4d7aa859f4bf" providerId="ADAL" clId="{6F9FAB1B-BF87-4C86-8CBB-A04DB701A215}" dt="2025-12-09T17:15:51.151" v="796" actId="14100"/>
          <ac:cxnSpMkLst>
            <pc:docMk/>
            <pc:sldMk cId="2740273923" sldId="536"/>
            <ac:cxnSpMk id="8" creationId="{BA728228-0F94-C72D-A313-6CE79C860B0B}"/>
          </ac:cxnSpMkLst>
        </pc:cxnChg>
      </pc:sldChg>
      <pc:sldChg chg="addSp delSp modSp add mod">
        <pc:chgData name="蕭兆翔" userId="c09afb0b-60c9-45d8-81f2-4d7aa859f4bf" providerId="ADAL" clId="{6F9FAB1B-BF87-4C86-8CBB-A04DB701A215}" dt="2025-12-10T02:52:45.326" v="1190" actId="27636"/>
        <pc:sldMkLst>
          <pc:docMk/>
          <pc:sldMk cId="2456612362" sldId="537"/>
        </pc:sldMkLst>
        <pc:spChg chg="mod">
          <ac:chgData name="蕭兆翔" userId="c09afb0b-60c9-45d8-81f2-4d7aa859f4bf" providerId="ADAL" clId="{6F9FAB1B-BF87-4C86-8CBB-A04DB701A215}" dt="2025-12-10T02:52:45.326" v="1190" actId="27636"/>
          <ac:spMkLst>
            <pc:docMk/>
            <pc:sldMk cId="2456612362" sldId="537"/>
            <ac:spMk id="3" creationId="{721FF1C1-6BFB-6358-57E9-D02C6C17DE46}"/>
          </ac:spMkLst>
        </pc:spChg>
        <pc:spChg chg="del">
          <ac:chgData name="蕭兆翔" userId="c09afb0b-60c9-45d8-81f2-4d7aa859f4bf" providerId="ADAL" clId="{6F9FAB1B-BF87-4C86-8CBB-A04DB701A215}" dt="2025-12-09T17:11:29.517" v="721" actId="478"/>
          <ac:spMkLst>
            <pc:docMk/>
            <pc:sldMk cId="2456612362" sldId="537"/>
            <ac:spMk id="5" creationId="{58BDA61B-48DD-3678-5894-E802C8029C93}"/>
          </ac:spMkLst>
        </pc:spChg>
        <pc:spChg chg="add mod">
          <ac:chgData name="蕭兆翔" userId="c09afb0b-60c9-45d8-81f2-4d7aa859f4bf" providerId="ADAL" clId="{6F9FAB1B-BF87-4C86-8CBB-A04DB701A215}" dt="2025-12-09T18:05:21.022" v="1055" actId="20577"/>
          <ac:spMkLst>
            <pc:docMk/>
            <pc:sldMk cId="2456612362" sldId="537"/>
            <ac:spMk id="6" creationId="{FBD85ABB-5001-46F2-470E-3506B8BDE0BA}"/>
          </ac:spMkLst>
        </pc:spChg>
        <pc:spChg chg="add mod">
          <ac:chgData name="蕭兆翔" userId="c09afb0b-60c9-45d8-81f2-4d7aa859f4bf" providerId="ADAL" clId="{6F9FAB1B-BF87-4C86-8CBB-A04DB701A215}" dt="2025-12-09T18:05:26.824" v="1057" actId="20577"/>
          <ac:spMkLst>
            <pc:docMk/>
            <pc:sldMk cId="2456612362" sldId="537"/>
            <ac:spMk id="9" creationId="{410BC742-37A4-9F9B-1181-6C2BBAED5CF1}"/>
          </ac:spMkLst>
        </pc:spChg>
        <pc:spChg chg="add del mod">
          <ac:chgData name="蕭兆翔" userId="c09afb0b-60c9-45d8-81f2-4d7aa859f4bf" providerId="ADAL" clId="{6F9FAB1B-BF87-4C86-8CBB-A04DB701A215}" dt="2025-12-09T17:43:16.509" v="1031" actId="21"/>
          <ac:spMkLst>
            <pc:docMk/>
            <pc:sldMk cId="2456612362" sldId="537"/>
            <ac:spMk id="14" creationId="{333D8856-3C5F-B9B4-313C-70D6292A0F03}"/>
          </ac:spMkLst>
        </pc:spChg>
        <pc:cxnChg chg="add mod">
          <ac:chgData name="蕭兆翔" userId="c09afb0b-60c9-45d8-81f2-4d7aa859f4bf" providerId="ADAL" clId="{6F9FAB1B-BF87-4C86-8CBB-A04DB701A215}" dt="2025-12-09T17:15:58.978" v="802" actId="1076"/>
          <ac:cxnSpMkLst>
            <pc:docMk/>
            <pc:sldMk cId="2456612362" sldId="537"/>
            <ac:cxnSpMk id="10" creationId="{81897965-290B-8A10-489C-826557B5E98F}"/>
          </ac:cxnSpMkLst>
        </pc:cxnChg>
        <pc:cxnChg chg="add mod">
          <ac:chgData name="蕭兆翔" userId="c09afb0b-60c9-45d8-81f2-4d7aa859f4bf" providerId="ADAL" clId="{6F9FAB1B-BF87-4C86-8CBB-A04DB701A215}" dt="2025-12-09T17:16:01.036" v="804" actId="1076"/>
          <ac:cxnSpMkLst>
            <pc:docMk/>
            <pc:sldMk cId="2456612362" sldId="537"/>
            <ac:cxnSpMk id="13" creationId="{2D8BF2CC-9CD9-2F8B-B251-14FC42DF8504}"/>
          </ac:cxnSpMkLst>
        </pc:cxnChg>
      </pc:sldChg>
      <pc:sldChg chg="addSp delSp modSp add mod">
        <pc:chgData name="蕭兆翔" userId="c09afb0b-60c9-45d8-81f2-4d7aa859f4bf" providerId="ADAL" clId="{6F9FAB1B-BF87-4C86-8CBB-A04DB701A215}" dt="2025-12-10T02:52:42.564" v="1188" actId="27636"/>
        <pc:sldMkLst>
          <pc:docMk/>
          <pc:sldMk cId="1664283008" sldId="538"/>
        </pc:sldMkLst>
        <pc:spChg chg="mod">
          <ac:chgData name="蕭兆翔" userId="c09afb0b-60c9-45d8-81f2-4d7aa859f4bf" providerId="ADAL" clId="{6F9FAB1B-BF87-4C86-8CBB-A04DB701A215}" dt="2025-12-10T02:52:42.564" v="1188" actId="27636"/>
          <ac:spMkLst>
            <pc:docMk/>
            <pc:sldMk cId="1664283008" sldId="538"/>
            <ac:spMk id="3" creationId="{62C2D40B-EEE3-170F-D1F2-6501DEDB9671}"/>
          </ac:spMkLst>
        </pc:spChg>
        <pc:spChg chg="add mod">
          <ac:chgData name="蕭兆翔" userId="c09afb0b-60c9-45d8-81f2-4d7aa859f4bf" providerId="ADAL" clId="{6F9FAB1B-BF87-4C86-8CBB-A04DB701A215}" dt="2025-12-09T17:20:44.189" v="868" actId="1076"/>
          <ac:spMkLst>
            <pc:docMk/>
            <pc:sldMk cId="1664283008" sldId="538"/>
            <ac:spMk id="5" creationId="{313B4C46-4C05-8549-7925-F90A7B4C72DC}"/>
          </ac:spMkLst>
        </pc:spChg>
        <pc:spChg chg="del">
          <ac:chgData name="蕭兆翔" userId="c09afb0b-60c9-45d8-81f2-4d7aa859f4bf" providerId="ADAL" clId="{6F9FAB1B-BF87-4C86-8CBB-A04DB701A215}" dt="2025-12-09T17:19:49.837" v="852" actId="478"/>
          <ac:spMkLst>
            <pc:docMk/>
            <pc:sldMk cId="1664283008" sldId="538"/>
            <ac:spMk id="6" creationId="{9BCAB438-26C1-9A56-BE1E-E8A092942F75}"/>
          </ac:spMkLst>
        </pc:spChg>
        <pc:spChg chg="del">
          <ac:chgData name="蕭兆翔" userId="c09afb0b-60c9-45d8-81f2-4d7aa859f4bf" providerId="ADAL" clId="{6F9FAB1B-BF87-4C86-8CBB-A04DB701A215}" dt="2025-12-09T17:19:49.005" v="851" actId="478"/>
          <ac:spMkLst>
            <pc:docMk/>
            <pc:sldMk cId="1664283008" sldId="538"/>
            <ac:spMk id="9" creationId="{1FA2AEC9-5843-6247-ADA3-3404EAE02D4D}"/>
          </ac:spMkLst>
        </pc:spChg>
        <pc:spChg chg="add del mod">
          <ac:chgData name="蕭兆翔" userId="c09afb0b-60c9-45d8-81f2-4d7aa859f4bf" providerId="ADAL" clId="{6F9FAB1B-BF87-4C86-8CBB-A04DB701A215}" dt="2025-12-09T17:43:23.037" v="1034" actId="21"/>
          <ac:spMkLst>
            <pc:docMk/>
            <pc:sldMk cId="1664283008" sldId="538"/>
            <ac:spMk id="14" creationId="{333D8856-3C5F-B9B4-313C-70D6292A0F03}"/>
          </ac:spMkLst>
        </pc:spChg>
        <pc:cxnChg chg="del">
          <ac:chgData name="蕭兆翔" userId="c09afb0b-60c9-45d8-81f2-4d7aa859f4bf" providerId="ADAL" clId="{6F9FAB1B-BF87-4C86-8CBB-A04DB701A215}" dt="2025-12-09T17:19:54.227" v="854" actId="478"/>
          <ac:cxnSpMkLst>
            <pc:docMk/>
            <pc:sldMk cId="1664283008" sldId="538"/>
            <ac:cxnSpMk id="10" creationId="{60785549-C189-053D-FCCF-B99B99E10814}"/>
          </ac:cxnSpMkLst>
        </pc:cxnChg>
        <pc:cxnChg chg="mod">
          <ac:chgData name="蕭兆翔" userId="c09afb0b-60c9-45d8-81f2-4d7aa859f4bf" providerId="ADAL" clId="{6F9FAB1B-BF87-4C86-8CBB-A04DB701A215}" dt="2025-12-09T17:19:53.107" v="853" actId="1076"/>
          <ac:cxnSpMkLst>
            <pc:docMk/>
            <pc:sldMk cId="1664283008" sldId="538"/>
            <ac:cxnSpMk id="13" creationId="{6C2FEF9B-3154-0215-AE29-B878D7BF7DB5}"/>
          </ac:cxnSpMkLst>
        </pc:cxnChg>
      </pc:sldChg>
      <pc:sldChg chg="addSp delSp modSp add mod">
        <pc:chgData name="蕭兆翔" userId="c09afb0b-60c9-45d8-81f2-4d7aa859f4bf" providerId="ADAL" clId="{6F9FAB1B-BF87-4C86-8CBB-A04DB701A215}" dt="2025-12-10T02:52:52.252" v="1194" actId="27636"/>
        <pc:sldMkLst>
          <pc:docMk/>
          <pc:sldMk cId="235019246" sldId="539"/>
        </pc:sldMkLst>
        <pc:spChg chg="mod">
          <ac:chgData name="蕭兆翔" userId="c09afb0b-60c9-45d8-81f2-4d7aa859f4bf" providerId="ADAL" clId="{6F9FAB1B-BF87-4C86-8CBB-A04DB701A215}" dt="2025-12-10T02:52:52.252" v="1194" actId="27636"/>
          <ac:spMkLst>
            <pc:docMk/>
            <pc:sldMk cId="235019246" sldId="539"/>
            <ac:spMk id="3" creationId="{D2E47BCD-D92E-0C65-6E03-D53B5DBF5538}"/>
          </ac:spMkLst>
        </pc:spChg>
        <pc:spChg chg="del">
          <ac:chgData name="蕭兆翔" userId="c09afb0b-60c9-45d8-81f2-4d7aa859f4bf" providerId="ADAL" clId="{6F9FAB1B-BF87-4C86-8CBB-A04DB701A215}" dt="2025-12-09T17:21:07.677" v="874" actId="478"/>
          <ac:spMkLst>
            <pc:docMk/>
            <pc:sldMk cId="235019246" sldId="539"/>
            <ac:spMk id="5" creationId="{9496DDEC-A159-F6DE-0F2A-900DC784C355}"/>
          </ac:spMkLst>
        </pc:spChg>
        <pc:spChg chg="add mod">
          <ac:chgData name="蕭兆翔" userId="c09afb0b-60c9-45d8-81f2-4d7aa859f4bf" providerId="ADAL" clId="{6F9FAB1B-BF87-4C86-8CBB-A04DB701A215}" dt="2025-12-09T18:09:29.614" v="1062" actId="20577"/>
          <ac:spMkLst>
            <pc:docMk/>
            <pc:sldMk cId="235019246" sldId="539"/>
            <ac:spMk id="6" creationId="{4D10B603-599F-9D96-03EF-5055CB02A5E6}"/>
          </ac:spMkLst>
        </pc:spChg>
        <pc:spChg chg="add del mod">
          <ac:chgData name="蕭兆翔" userId="c09afb0b-60c9-45d8-81f2-4d7aa859f4bf" providerId="ADAL" clId="{6F9FAB1B-BF87-4C86-8CBB-A04DB701A215}" dt="2025-12-09T17:21:56.844" v="884" actId="478"/>
          <ac:spMkLst>
            <pc:docMk/>
            <pc:sldMk cId="235019246" sldId="539"/>
            <ac:spMk id="9" creationId="{DDAE70FC-FF46-2519-DCE6-92966796258A}"/>
          </ac:spMkLst>
        </pc:spChg>
        <pc:spChg chg="add del mod">
          <ac:chgData name="蕭兆翔" userId="c09afb0b-60c9-45d8-81f2-4d7aa859f4bf" providerId="ADAL" clId="{6F9FAB1B-BF87-4C86-8CBB-A04DB701A215}" dt="2025-12-09T17:43:30.863" v="1037" actId="21"/>
          <ac:spMkLst>
            <pc:docMk/>
            <pc:sldMk cId="235019246" sldId="539"/>
            <ac:spMk id="14" creationId="{333D8856-3C5F-B9B4-313C-70D6292A0F03}"/>
          </ac:spMkLst>
        </pc:spChg>
        <pc:cxnChg chg="mod">
          <ac:chgData name="蕭兆翔" userId="c09afb0b-60c9-45d8-81f2-4d7aa859f4bf" providerId="ADAL" clId="{6F9FAB1B-BF87-4C86-8CBB-A04DB701A215}" dt="2025-12-09T17:21:36.764" v="880" actId="1076"/>
          <ac:cxnSpMkLst>
            <pc:docMk/>
            <pc:sldMk cId="235019246" sldId="539"/>
            <ac:cxnSpMk id="13" creationId="{F74AEE31-E646-5423-FF86-8BD57FC027B6}"/>
          </ac:cxnSpMkLst>
        </pc:cxnChg>
      </pc:sldChg>
      <pc:sldChg chg="addSp delSp modSp add mod">
        <pc:chgData name="蕭兆翔" userId="c09afb0b-60c9-45d8-81f2-4d7aa859f4bf" providerId="ADAL" clId="{6F9FAB1B-BF87-4C86-8CBB-A04DB701A215}" dt="2025-12-10T02:52:38.881" v="1186" actId="27636"/>
        <pc:sldMkLst>
          <pc:docMk/>
          <pc:sldMk cId="1190555984" sldId="540"/>
        </pc:sldMkLst>
        <pc:spChg chg="mod">
          <ac:chgData name="蕭兆翔" userId="c09afb0b-60c9-45d8-81f2-4d7aa859f4bf" providerId="ADAL" clId="{6F9FAB1B-BF87-4C86-8CBB-A04DB701A215}" dt="2025-12-10T02:52:38.881" v="1186" actId="27636"/>
          <ac:spMkLst>
            <pc:docMk/>
            <pc:sldMk cId="1190555984" sldId="540"/>
            <ac:spMk id="3" creationId="{55F26F18-A73F-68BD-F695-A54106C16308}"/>
          </ac:spMkLst>
        </pc:spChg>
        <pc:spChg chg="add mod">
          <ac:chgData name="蕭兆翔" userId="c09afb0b-60c9-45d8-81f2-4d7aa859f4bf" providerId="ADAL" clId="{6F9FAB1B-BF87-4C86-8CBB-A04DB701A215}" dt="2025-12-10T02:40:21.449" v="1083" actId="20577"/>
          <ac:spMkLst>
            <pc:docMk/>
            <pc:sldMk cId="1190555984" sldId="540"/>
            <ac:spMk id="5" creationId="{0B641437-F2B6-BB77-B567-6CE15DC7F1DA}"/>
          </ac:spMkLst>
        </pc:spChg>
        <pc:spChg chg="del">
          <ac:chgData name="蕭兆翔" userId="c09afb0b-60c9-45d8-81f2-4d7aa859f4bf" providerId="ADAL" clId="{6F9FAB1B-BF87-4C86-8CBB-A04DB701A215}" dt="2025-12-09T17:22:09.689" v="903" actId="478"/>
          <ac:spMkLst>
            <pc:docMk/>
            <pc:sldMk cId="1190555984" sldId="540"/>
            <ac:spMk id="6" creationId="{B2FF3B09-54C3-C324-732E-C775A0CD9FBE}"/>
          </ac:spMkLst>
        </pc:spChg>
        <pc:spChg chg="add mod">
          <ac:chgData name="蕭兆翔" userId="c09afb0b-60c9-45d8-81f2-4d7aa859f4bf" providerId="ADAL" clId="{6F9FAB1B-BF87-4C86-8CBB-A04DB701A215}" dt="2025-12-09T17:40:57.580" v="1011" actId="1076"/>
          <ac:spMkLst>
            <pc:docMk/>
            <pc:sldMk cId="1190555984" sldId="540"/>
            <ac:spMk id="9" creationId="{B2871724-2DEE-31B2-691B-DE59E1BE0BB1}"/>
          </ac:spMkLst>
        </pc:spChg>
        <pc:spChg chg="add del mod">
          <ac:chgData name="蕭兆翔" userId="c09afb0b-60c9-45d8-81f2-4d7aa859f4bf" providerId="ADAL" clId="{6F9FAB1B-BF87-4C86-8CBB-A04DB701A215}" dt="2025-12-09T17:44:19.804" v="1041" actId="478"/>
          <ac:spMkLst>
            <pc:docMk/>
            <pc:sldMk cId="1190555984" sldId="540"/>
            <ac:spMk id="14" creationId="{333D8856-3C5F-B9B4-313C-70D6292A0F03}"/>
          </ac:spMkLst>
        </pc:spChg>
      </pc:sldChg>
      <pc:sldChg chg="addSp modSp new mod">
        <pc:chgData name="蕭兆翔" userId="c09afb0b-60c9-45d8-81f2-4d7aa859f4bf" providerId="ADAL" clId="{6F9FAB1B-BF87-4C86-8CBB-A04DB701A215}" dt="2025-12-10T02:57:51.651" v="1327" actId="1076"/>
        <pc:sldMkLst>
          <pc:docMk/>
          <pc:sldMk cId="4060741117" sldId="541"/>
        </pc:sldMkLst>
        <pc:spChg chg="add mod">
          <ac:chgData name="蕭兆翔" userId="c09afb0b-60c9-45d8-81f2-4d7aa859f4bf" providerId="ADAL" clId="{6F9FAB1B-BF87-4C86-8CBB-A04DB701A215}" dt="2025-12-10T02:56:28.704" v="1271" actId="404"/>
          <ac:spMkLst>
            <pc:docMk/>
            <pc:sldMk cId="4060741117" sldId="541"/>
            <ac:spMk id="5" creationId="{4C362EC8-6535-AC8F-C648-5092592D3906}"/>
          </ac:spMkLst>
        </pc:spChg>
        <pc:spChg chg="add mod">
          <ac:chgData name="蕭兆翔" userId="c09afb0b-60c9-45d8-81f2-4d7aa859f4bf" providerId="ADAL" clId="{6F9FAB1B-BF87-4C86-8CBB-A04DB701A215}" dt="2025-12-10T02:57:51.651" v="1327" actId="1076"/>
          <ac:spMkLst>
            <pc:docMk/>
            <pc:sldMk cId="4060741117" sldId="541"/>
            <ac:spMk id="6" creationId="{5B7EC135-4C1D-2C1B-1042-3F8C6BC4CA7E}"/>
          </ac:spMkLst>
        </pc:spChg>
        <pc:picChg chg="add mod">
          <ac:chgData name="蕭兆翔" userId="c09afb0b-60c9-45d8-81f2-4d7aa859f4bf" providerId="ADAL" clId="{6F9FAB1B-BF87-4C86-8CBB-A04DB701A215}" dt="2025-12-10T02:57:26.944" v="1319" actId="1076"/>
          <ac:picMkLst>
            <pc:docMk/>
            <pc:sldMk cId="4060741117" sldId="541"/>
            <ac:picMk id="4" creationId="{C8C3A435-DC36-5463-5EF3-90FEDE6C369D}"/>
          </ac:picMkLst>
        </pc:picChg>
        <pc:cxnChg chg="add mod">
          <ac:chgData name="蕭兆翔" userId="c09afb0b-60c9-45d8-81f2-4d7aa859f4bf" providerId="ADAL" clId="{6F9FAB1B-BF87-4C86-8CBB-A04DB701A215}" dt="2025-12-10T02:57:51.651" v="1327" actId="1076"/>
          <ac:cxnSpMkLst>
            <pc:docMk/>
            <pc:sldMk cId="4060741117" sldId="541"/>
            <ac:cxnSpMk id="8" creationId="{56E68110-A950-2421-085E-B25E00342AE8}"/>
          </ac:cxnSpMkLst>
        </pc:cxnChg>
        <pc:cxnChg chg="add mod">
          <ac:chgData name="蕭兆翔" userId="c09afb0b-60c9-45d8-81f2-4d7aa859f4bf" providerId="ADAL" clId="{6F9FAB1B-BF87-4C86-8CBB-A04DB701A215}" dt="2025-12-10T02:57:51.651" v="1327" actId="1076"/>
          <ac:cxnSpMkLst>
            <pc:docMk/>
            <pc:sldMk cId="4060741117" sldId="541"/>
            <ac:cxnSpMk id="9" creationId="{B4A129B8-ACE9-F04E-94D8-07416DDF3C90}"/>
          </ac:cxnSpMkLst>
        </pc:cxnChg>
        <pc:cxnChg chg="add mod">
          <ac:chgData name="蕭兆翔" userId="c09afb0b-60c9-45d8-81f2-4d7aa859f4bf" providerId="ADAL" clId="{6F9FAB1B-BF87-4C86-8CBB-A04DB701A215}" dt="2025-12-10T02:57:51.651" v="1327" actId="1076"/>
          <ac:cxnSpMkLst>
            <pc:docMk/>
            <pc:sldMk cId="4060741117" sldId="541"/>
            <ac:cxnSpMk id="12" creationId="{99AFF31E-9FE7-499F-CAA9-2AF3EA08F001}"/>
          </ac:cxnSpMkLst>
        </pc:cxnChg>
        <pc:cxnChg chg="add mod">
          <ac:chgData name="蕭兆翔" userId="c09afb0b-60c9-45d8-81f2-4d7aa859f4bf" providerId="ADAL" clId="{6F9FAB1B-BF87-4C86-8CBB-A04DB701A215}" dt="2025-12-10T02:57:51.651" v="1327" actId="1076"/>
          <ac:cxnSpMkLst>
            <pc:docMk/>
            <pc:sldMk cId="4060741117" sldId="541"/>
            <ac:cxnSpMk id="15" creationId="{65E60DB6-93D2-4FB0-7F2F-598D27AD3A06}"/>
          </ac:cxnSpMkLst>
        </pc:cxnChg>
      </pc:sldChg>
      <pc:sldChg chg="addSp delSp modSp add mod">
        <pc:chgData name="蕭兆翔" userId="c09afb0b-60c9-45d8-81f2-4d7aa859f4bf" providerId="ADAL" clId="{6F9FAB1B-BF87-4C86-8CBB-A04DB701A215}" dt="2025-12-10T03:08:46.257" v="1440"/>
        <pc:sldMkLst>
          <pc:docMk/>
          <pc:sldMk cId="2952024116" sldId="542"/>
        </pc:sldMkLst>
        <pc:spChg chg="mod">
          <ac:chgData name="蕭兆翔" userId="c09afb0b-60c9-45d8-81f2-4d7aa859f4bf" providerId="ADAL" clId="{6F9FAB1B-BF87-4C86-8CBB-A04DB701A215}" dt="2025-12-10T02:58:04.499" v="1328"/>
          <ac:spMkLst>
            <pc:docMk/>
            <pc:sldMk cId="2952024116" sldId="542"/>
            <ac:spMk id="2" creationId="{686C53F8-9623-A72C-E38E-58660D52DF37}"/>
          </ac:spMkLst>
        </pc:spChg>
        <pc:spChg chg="mod">
          <ac:chgData name="蕭兆翔" userId="c09afb0b-60c9-45d8-81f2-4d7aa859f4bf" providerId="ADAL" clId="{6F9FAB1B-BF87-4C86-8CBB-A04DB701A215}" dt="2025-12-10T02:59:50.439" v="1381" actId="1076"/>
          <ac:spMkLst>
            <pc:docMk/>
            <pc:sldMk cId="2952024116" sldId="542"/>
            <ac:spMk id="5" creationId="{72DBE5E9-95EC-6839-67B0-46D5CF6569DA}"/>
          </ac:spMkLst>
        </pc:spChg>
        <pc:spChg chg="del">
          <ac:chgData name="蕭兆翔" userId="c09afb0b-60c9-45d8-81f2-4d7aa859f4bf" providerId="ADAL" clId="{6F9FAB1B-BF87-4C86-8CBB-A04DB701A215}" dt="2025-12-10T02:58:06.453" v="1329" actId="478"/>
          <ac:spMkLst>
            <pc:docMk/>
            <pc:sldMk cId="2952024116" sldId="542"/>
            <ac:spMk id="6" creationId="{851FB018-4B4D-693E-18FA-D53C8BD3BCA7}"/>
          </ac:spMkLst>
        </pc:spChg>
        <pc:spChg chg="add mod">
          <ac:chgData name="蕭兆翔" userId="c09afb0b-60c9-45d8-81f2-4d7aa859f4bf" providerId="ADAL" clId="{6F9FAB1B-BF87-4C86-8CBB-A04DB701A215}" dt="2025-12-10T02:59:54.661" v="1382" actId="1076"/>
          <ac:spMkLst>
            <pc:docMk/>
            <pc:sldMk cId="2952024116" sldId="542"/>
            <ac:spMk id="16" creationId="{F9CB7E63-542D-B273-B583-9A9176598EEB}"/>
          </ac:spMkLst>
        </pc:spChg>
        <pc:spChg chg="add mod">
          <ac:chgData name="蕭兆翔" userId="c09afb0b-60c9-45d8-81f2-4d7aa859f4bf" providerId="ADAL" clId="{6F9FAB1B-BF87-4C86-8CBB-A04DB701A215}" dt="2025-12-10T03:00:17.376" v="1390" actId="1076"/>
          <ac:spMkLst>
            <pc:docMk/>
            <pc:sldMk cId="2952024116" sldId="542"/>
            <ac:spMk id="18" creationId="{38E37FE2-89A4-8A66-F61A-1B3E752D1DCC}"/>
          </ac:spMkLst>
        </pc:spChg>
        <pc:spChg chg="add mod">
          <ac:chgData name="蕭兆翔" userId="c09afb0b-60c9-45d8-81f2-4d7aa859f4bf" providerId="ADAL" clId="{6F9FAB1B-BF87-4C86-8CBB-A04DB701A215}" dt="2025-12-10T03:00:40.400" v="1412" actId="1076"/>
          <ac:spMkLst>
            <pc:docMk/>
            <pc:sldMk cId="2952024116" sldId="542"/>
            <ac:spMk id="20" creationId="{161DE2C7-9A72-FD49-F793-031399E7E613}"/>
          </ac:spMkLst>
        </pc:spChg>
        <pc:spChg chg="add mod ord">
          <ac:chgData name="蕭兆翔" userId="c09afb0b-60c9-45d8-81f2-4d7aa859f4bf" providerId="ADAL" clId="{6F9FAB1B-BF87-4C86-8CBB-A04DB701A215}" dt="2025-12-10T03:08:22.645" v="1429" actId="14100"/>
          <ac:spMkLst>
            <pc:docMk/>
            <pc:sldMk cId="2952024116" sldId="542"/>
            <ac:spMk id="21" creationId="{4D8F6BC7-17D2-77CB-7E47-D0155E1B8E03}"/>
          </ac:spMkLst>
        </pc:spChg>
        <pc:spChg chg="add mod">
          <ac:chgData name="蕭兆翔" userId="c09afb0b-60c9-45d8-81f2-4d7aa859f4bf" providerId="ADAL" clId="{6F9FAB1B-BF87-4C86-8CBB-A04DB701A215}" dt="2025-12-10T03:08:46.257" v="1440"/>
          <ac:spMkLst>
            <pc:docMk/>
            <pc:sldMk cId="2952024116" sldId="542"/>
            <ac:spMk id="23" creationId="{B4A91F07-C90D-F052-EDA9-CE6D631AFE3C}"/>
          </ac:spMkLst>
        </pc:spChg>
        <pc:picChg chg="mod">
          <ac:chgData name="蕭兆翔" userId="c09afb0b-60c9-45d8-81f2-4d7aa859f4bf" providerId="ADAL" clId="{6F9FAB1B-BF87-4C86-8CBB-A04DB701A215}" dt="2025-12-10T02:59:54.661" v="1382" actId="1076"/>
          <ac:picMkLst>
            <pc:docMk/>
            <pc:sldMk cId="2952024116" sldId="542"/>
            <ac:picMk id="4" creationId="{B3BC082E-C443-6517-8C0D-144EA04E14F0}"/>
          </ac:picMkLst>
        </pc:picChg>
        <pc:cxnChg chg="mod">
          <ac:chgData name="蕭兆翔" userId="c09afb0b-60c9-45d8-81f2-4d7aa859f4bf" providerId="ADAL" clId="{6F9FAB1B-BF87-4C86-8CBB-A04DB701A215}" dt="2025-12-10T02:59:54.661" v="1382" actId="1076"/>
          <ac:cxnSpMkLst>
            <pc:docMk/>
            <pc:sldMk cId="2952024116" sldId="542"/>
            <ac:cxnSpMk id="8" creationId="{293582C0-C853-27B7-A584-B926F1B38DCC}"/>
          </ac:cxnSpMkLst>
        </pc:cxnChg>
        <pc:cxnChg chg="mod">
          <ac:chgData name="蕭兆翔" userId="c09afb0b-60c9-45d8-81f2-4d7aa859f4bf" providerId="ADAL" clId="{6F9FAB1B-BF87-4C86-8CBB-A04DB701A215}" dt="2025-12-10T02:59:54.661" v="1382" actId="1076"/>
          <ac:cxnSpMkLst>
            <pc:docMk/>
            <pc:sldMk cId="2952024116" sldId="542"/>
            <ac:cxnSpMk id="9" creationId="{D4C6C0F7-092B-67C4-C9BA-53BF2FCE74EB}"/>
          </ac:cxnSpMkLst>
        </pc:cxnChg>
        <pc:cxnChg chg="mod">
          <ac:chgData name="蕭兆翔" userId="c09afb0b-60c9-45d8-81f2-4d7aa859f4bf" providerId="ADAL" clId="{6F9FAB1B-BF87-4C86-8CBB-A04DB701A215}" dt="2025-12-10T03:00:36.082" v="1411" actId="1076"/>
          <ac:cxnSpMkLst>
            <pc:docMk/>
            <pc:sldMk cId="2952024116" sldId="542"/>
            <ac:cxnSpMk id="12" creationId="{3B74873D-30EE-8C59-9F9B-F54417CC4118}"/>
          </ac:cxnSpMkLst>
        </pc:cxnChg>
        <pc:cxnChg chg="mod">
          <ac:chgData name="蕭兆翔" userId="c09afb0b-60c9-45d8-81f2-4d7aa859f4bf" providerId="ADAL" clId="{6F9FAB1B-BF87-4C86-8CBB-A04DB701A215}" dt="2025-12-10T02:59:54.661" v="1382" actId="1076"/>
          <ac:cxnSpMkLst>
            <pc:docMk/>
            <pc:sldMk cId="2952024116" sldId="542"/>
            <ac:cxnSpMk id="15" creationId="{E9DF1641-F1EC-5194-61C6-7FCD4B473628}"/>
          </ac:cxnSpMkLst>
        </pc:cxnChg>
      </pc:sldChg>
      <pc:sldChg chg="addSp delSp modSp add mod">
        <pc:chgData name="蕭兆翔" userId="c09afb0b-60c9-45d8-81f2-4d7aa859f4bf" providerId="ADAL" clId="{6F9FAB1B-BF87-4C86-8CBB-A04DB701A215}" dt="2025-12-10T04:28:59.515" v="2590" actId="20577"/>
        <pc:sldMkLst>
          <pc:docMk/>
          <pc:sldMk cId="2927001138" sldId="543"/>
        </pc:sldMkLst>
        <pc:spChg chg="add del mod">
          <ac:chgData name="蕭兆翔" userId="c09afb0b-60c9-45d8-81f2-4d7aa859f4bf" providerId="ADAL" clId="{6F9FAB1B-BF87-4C86-8CBB-A04DB701A215}" dt="2025-12-10T03:37:01.789" v="1693"/>
          <ac:spMkLst>
            <pc:docMk/>
            <pc:sldMk cId="2927001138" sldId="543"/>
            <ac:spMk id="2" creationId="{05A2DD87-18C6-D281-44C7-56C2B419F8A8}"/>
          </ac:spMkLst>
        </pc:spChg>
        <pc:spChg chg="add mod">
          <ac:chgData name="蕭兆翔" userId="c09afb0b-60c9-45d8-81f2-4d7aa859f4bf" providerId="ADAL" clId="{6F9FAB1B-BF87-4C86-8CBB-A04DB701A215}" dt="2025-12-10T04:28:59.515" v="2590" actId="20577"/>
          <ac:spMkLst>
            <pc:docMk/>
            <pc:sldMk cId="2927001138" sldId="543"/>
            <ac:spMk id="3" creationId="{F1B28AF9-8023-6B83-0FA1-C63E93709A2A}"/>
          </ac:spMkLst>
        </pc:spChg>
        <pc:spChg chg="add del mod">
          <ac:chgData name="蕭兆翔" userId="c09afb0b-60c9-45d8-81f2-4d7aa859f4bf" providerId="ADAL" clId="{6F9FAB1B-BF87-4C86-8CBB-A04DB701A215}" dt="2025-12-10T03:38:04.625" v="1698" actId="478"/>
          <ac:spMkLst>
            <pc:docMk/>
            <pc:sldMk cId="2927001138" sldId="543"/>
            <ac:spMk id="4" creationId="{14477EC3-E9FC-D087-0A86-2DBD1EAE1ECE}"/>
          </ac:spMkLst>
        </pc:spChg>
        <pc:spChg chg="add del mod">
          <ac:chgData name="蕭兆翔" userId="c09afb0b-60c9-45d8-81f2-4d7aa859f4bf" providerId="ADAL" clId="{6F9FAB1B-BF87-4C86-8CBB-A04DB701A215}" dt="2025-12-10T03:38:05.887" v="1699" actId="478"/>
          <ac:spMkLst>
            <pc:docMk/>
            <pc:sldMk cId="2927001138" sldId="543"/>
            <ac:spMk id="5" creationId="{3E9BF13C-7A4A-E8D7-E613-C72524249338}"/>
          </ac:spMkLst>
        </pc:spChg>
        <pc:spChg chg="mod">
          <ac:chgData name="蕭兆翔" userId="c09afb0b-60c9-45d8-81f2-4d7aa859f4bf" providerId="ADAL" clId="{6F9FAB1B-BF87-4C86-8CBB-A04DB701A215}" dt="2025-12-10T03:55:23.522" v="2238"/>
          <ac:spMkLst>
            <pc:docMk/>
            <pc:sldMk cId="2927001138" sldId="543"/>
            <ac:spMk id="6" creationId="{083EAFE0-A46D-A5CB-CEE0-9FFAA4C7D33D}"/>
          </ac:spMkLst>
        </pc:spChg>
        <pc:spChg chg="add del mod">
          <ac:chgData name="蕭兆翔" userId="c09afb0b-60c9-45d8-81f2-4d7aa859f4bf" providerId="ADAL" clId="{6F9FAB1B-BF87-4C86-8CBB-A04DB701A215}" dt="2025-12-10T03:38:06.838" v="1700" actId="478"/>
          <ac:spMkLst>
            <pc:docMk/>
            <pc:sldMk cId="2927001138" sldId="543"/>
            <ac:spMk id="7" creationId="{68EEB887-0793-4515-0791-4A172A451685}"/>
          </ac:spMkLst>
        </pc:spChg>
        <pc:spChg chg="del">
          <ac:chgData name="蕭兆翔" userId="c09afb0b-60c9-45d8-81f2-4d7aa859f4bf" providerId="ADAL" clId="{6F9FAB1B-BF87-4C86-8CBB-A04DB701A215}" dt="2025-12-10T03:37:49.663" v="1694" actId="478"/>
          <ac:spMkLst>
            <pc:docMk/>
            <pc:sldMk cId="2927001138" sldId="543"/>
            <ac:spMk id="8" creationId="{08DB2564-BDB1-3C84-939E-C330D95FB615}"/>
          </ac:spMkLst>
        </pc:spChg>
        <pc:spChg chg="mod">
          <ac:chgData name="蕭兆翔" userId="c09afb0b-60c9-45d8-81f2-4d7aa859f4bf" providerId="ADAL" clId="{6F9FAB1B-BF87-4C86-8CBB-A04DB701A215}" dt="2025-12-10T03:52:01.047" v="2207" actId="113"/>
          <ac:spMkLst>
            <pc:docMk/>
            <pc:sldMk cId="2927001138" sldId="543"/>
            <ac:spMk id="10" creationId="{4C5A5EBB-7BC4-ED09-DA4B-81B9088ECBA0}"/>
          </ac:spMkLst>
        </pc:spChg>
        <pc:spChg chg="add del mod">
          <ac:chgData name="蕭兆翔" userId="c09afb0b-60c9-45d8-81f2-4d7aa859f4bf" providerId="ADAL" clId="{6F9FAB1B-BF87-4C86-8CBB-A04DB701A215}" dt="2025-12-10T03:38:35.807" v="1712" actId="478"/>
          <ac:spMkLst>
            <pc:docMk/>
            <pc:sldMk cId="2927001138" sldId="543"/>
            <ac:spMk id="11" creationId="{4D0B0110-ED73-469F-D1F3-72BF8AC86F99}"/>
          </ac:spMkLst>
        </pc:spChg>
        <pc:spChg chg="add del">
          <ac:chgData name="蕭兆翔" userId="c09afb0b-60c9-45d8-81f2-4d7aa859f4bf" providerId="ADAL" clId="{6F9FAB1B-BF87-4C86-8CBB-A04DB701A215}" dt="2025-12-10T03:38:30.870" v="1710" actId="22"/>
          <ac:spMkLst>
            <pc:docMk/>
            <pc:sldMk cId="2927001138" sldId="543"/>
            <ac:spMk id="13" creationId="{2EFBD556-19B0-D7F5-D386-71D4C9E1518F}"/>
          </ac:spMkLst>
        </pc:spChg>
        <pc:spChg chg="add del mod">
          <ac:chgData name="蕭兆翔" userId="c09afb0b-60c9-45d8-81f2-4d7aa859f4bf" providerId="ADAL" clId="{6F9FAB1B-BF87-4C86-8CBB-A04DB701A215}" dt="2025-12-10T03:38:42.598" v="1716" actId="478"/>
          <ac:spMkLst>
            <pc:docMk/>
            <pc:sldMk cId="2927001138" sldId="543"/>
            <ac:spMk id="17" creationId="{87AA71DE-DD4D-910A-C003-C7E13F1748D6}"/>
          </ac:spMkLst>
        </pc:spChg>
        <pc:spChg chg="add del mod">
          <ac:chgData name="蕭兆翔" userId="c09afb0b-60c9-45d8-81f2-4d7aa859f4bf" providerId="ADAL" clId="{6F9FAB1B-BF87-4C86-8CBB-A04DB701A215}" dt="2025-12-10T03:39:15.770" v="1727" actId="478"/>
          <ac:spMkLst>
            <pc:docMk/>
            <pc:sldMk cId="2927001138" sldId="543"/>
            <ac:spMk id="19" creationId="{25BE669C-B70D-6F02-9108-21844695C31C}"/>
          </ac:spMkLst>
        </pc:spChg>
        <pc:spChg chg="add del mod">
          <ac:chgData name="蕭兆翔" userId="c09afb0b-60c9-45d8-81f2-4d7aa859f4bf" providerId="ADAL" clId="{6F9FAB1B-BF87-4C86-8CBB-A04DB701A215}" dt="2025-12-10T03:39:30.806" v="1740"/>
          <ac:spMkLst>
            <pc:docMk/>
            <pc:sldMk cId="2927001138" sldId="543"/>
            <ac:spMk id="21" creationId="{1454B56C-2D33-F1C1-6EA3-02B28086AEEF}"/>
          </ac:spMkLst>
        </pc:spChg>
        <pc:spChg chg="add mod">
          <ac:chgData name="蕭兆翔" userId="c09afb0b-60c9-45d8-81f2-4d7aa859f4bf" providerId="ADAL" clId="{6F9FAB1B-BF87-4C86-8CBB-A04DB701A215}" dt="2025-12-10T03:50:41.520" v="2176" actId="1076"/>
          <ac:spMkLst>
            <pc:docMk/>
            <pc:sldMk cId="2927001138" sldId="543"/>
            <ac:spMk id="22" creationId="{8094ABC8-9A0E-F764-B305-0FC7ADCFE2DF}"/>
          </ac:spMkLst>
        </pc:spChg>
        <pc:spChg chg="add del mod">
          <ac:chgData name="蕭兆翔" userId="c09afb0b-60c9-45d8-81f2-4d7aa859f4bf" providerId="ADAL" clId="{6F9FAB1B-BF87-4C86-8CBB-A04DB701A215}" dt="2025-12-10T03:40:01.303" v="1803" actId="478"/>
          <ac:spMkLst>
            <pc:docMk/>
            <pc:sldMk cId="2927001138" sldId="543"/>
            <ac:spMk id="23" creationId="{66D5C8D0-A862-5C06-298C-4ECD0B5A1C37}"/>
          </ac:spMkLst>
        </pc:spChg>
        <pc:spChg chg="add mod">
          <ac:chgData name="蕭兆翔" userId="c09afb0b-60c9-45d8-81f2-4d7aa859f4bf" providerId="ADAL" clId="{6F9FAB1B-BF87-4C86-8CBB-A04DB701A215}" dt="2025-12-10T03:50:41.520" v="2176" actId="1076"/>
          <ac:spMkLst>
            <pc:docMk/>
            <pc:sldMk cId="2927001138" sldId="543"/>
            <ac:spMk id="24" creationId="{E2CCE714-8A22-FB23-46FD-5A75DCC17883}"/>
          </ac:spMkLst>
        </pc:spChg>
        <pc:spChg chg="add del mod">
          <ac:chgData name="蕭兆翔" userId="c09afb0b-60c9-45d8-81f2-4d7aa859f4bf" providerId="ADAL" clId="{6F9FAB1B-BF87-4C86-8CBB-A04DB701A215}" dt="2025-12-10T03:40:01.303" v="1805"/>
          <ac:spMkLst>
            <pc:docMk/>
            <pc:sldMk cId="2927001138" sldId="543"/>
            <ac:spMk id="25" creationId="{BB2AABDF-7354-DD17-00E3-BAF04E63CDBC}"/>
          </ac:spMkLst>
        </pc:spChg>
        <pc:spChg chg="add del mod">
          <ac:chgData name="蕭兆翔" userId="c09afb0b-60c9-45d8-81f2-4d7aa859f4bf" providerId="ADAL" clId="{6F9FAB1B-BF87-4C86-8CBB-A04DB701A215}" dt="2025-12-10T03:50:20.856" v="2174" actId="478"/>
          <ac:spMkLst>
            <pc:docMk/>
            <pc:sldMk cId="2927001138" sldId="543"/>
            <ac:spMk id="26" creationId="{893A56CC-AA7C-9EDA-3AA4-82AE03A44240}"/>
          </ac:spMkLst>
        </pc:spChg>
        <pc:spChg chg="add mod">
          <ac:chgData name="蕭兆翔" userId="c09afb0b-60c9-45d8-81f2-4d7aa859f4bf" providerId="ADAL" clId="{6F9FAB1B-BF87-4C86-8CBB-A04DB701A215}" dt="2025-12-10T04:27:42.247" v="2565" actId="1076"/>
          <ac:spMkLst>
            <pc:docMk/>
            <pc:sldMk cId="2927001138" sldId="543"/>
            <ac:spMk id="27" creationId="{63281AFD-584A-28B2-D644-9C22FC5262FF}"/>
          </ac:spMkLst>
        </pc:spChg>
        <pc:spChg chg="add del mod">
          <ac:chgData name="蕭兆翔" userId="c09afb0b-60c9-45d8-81f2-4d7aa859f4bf" providerId="ADAL" clId="{6F9FAB1B-BF87-4C86-8CBB-A04DB701A215}" dt="2025-12-10T03:41:28.877" v="1870" actId="478"/>
          <ac:spMkLst>
            <pc:docMk/>
            <pc:sldMk cId="2927001138" sldId="543"/>
            <ac:spMk id="28" creationId="{D1EE0CDF-3450-2F8D-610C-20A995D37745}"/>
          </ac:spMkLst>
        </pc:spChg>
        <pc:spChg chg="add del mod">
          <ac:chgData name="蕭兆翔" userId="c09afb0b-60c9-45d8-81f2-4d7aa859f4bf" providerId="ADAL" clId="{6F9FAB1B-BF87-4C86-8CBB-A04DB701A215}" dt="2025-12-10T03:43:09.099" v="1900" actId="478"/>
          <ac:spMkLst>
            <pc:docMk/>
            <pc:sldMk cId="2927001138" sldId="543"/>
            <ac:spMk id="29" creationId="{5D3750A3-039A-8311-7BF7-F3A7A9C4F4A5}"/>
          </ac:spMkLst>
        </pc:spChg>
        <pc:spChg chg="add mod">
          <ac:chgData name="蕭兆翔" userId="c09afb0b-60c9-45d8-81f2-4d7aa859f4bf" providerId="ADAL" clId="{6F9FAB1B-BF87-4C86-8CBB-A04DB701A215}" dt="2025-12-10T03:53:06.334" v="2237" actId="1076"/>
          <ac:spMkLst>
            <pc:docMk/>
            <pc:sldMk cId="2927001138" sldId="543"/>
            <ac:spMk id="30" creationId="{2B7E6DAF-9456-274B-B319-20AAC55D8463}"/>
          </ac:spMkLst>
        </pc:spChg>
        <pc:spChg chg="add mod">
          <ac:chgData name="蕭兆翔" userId="c09afb0b-60c9-45d8-81f2-4d7aa859f4bf" providerId="ADAL" clId="{6F9FAB1B-BF87-4C86-8CBB-A04DB701A215}" dt="2025-12-10T03:55:45.844" v="2242" actId="207"/>
          <ac:spMkLst>
            <pc:docMk/>
            <pc:sldMk cId="2927001138" sldId="543"/>
            <ac:spMk id="31" creationId="{26D291AE-8973-0B9A-F978-8B68BA626580}"/>
          </ac:spMkLst>
        </pc:spChg>
        <pc:spChg chg="del">
          <ac:chgData name="蕭兆翔" userId="c09afb0b-60c9-45d8-81f2-4d7aa859f4bf" providerId="ADAL" clId="{6F9FAB1B-BF87-4C86-8CBB-A04DB701A215}" dt="2025-12-10T03:37:50.536" v="1695" actId="478"/>
          <ac:spMkLst>
            <pc:docMk/>
            <pc:sldMk cId="2927001138" sldId="543"/>
            <ac:spMk id="36" creationId="{6D4E959C-91ED-3CB1-C965-BBD7F6BDA33F}"/>
          </ac:spMkLst>
        </pc:spChg>
      </pc:sldChg>
      <pc:sldChg chg="addSp delSp modSp add mod">
        <pc:chgData name="蕭兆翔" userId="c09afb0b-60c9-45d8-81f2-4d7aa859f4bf" providerId="ADAL" clId="{6F9FAB1B-BF87-4C86-8CBB-A04DB701A215}" dt="2025-12-10T04:29:26.539" v="2592"/>
        <pc:sldMkLst>
          <pc:docMk/>
          <pc:sldMk cId="3216962009" sldId="544"/>
        </pc:sldMkLst>
        <pc:spChg chg="add del mod">
          <ac:chgData name="蕭兆翔" userId="c09afb0b-60c9-45d8-81f2-4d7aa859f4bf" providerId="ADAL" clId="{6F9FAB1B-BF87-4C86-8CBB-A04DB701A215}" dt="2025-12-10T03:52:45.592" v="2228" actId="478"/>
          <ac:spMkLst>
            <pc:docMk/>
            <pc:sldMk cId="3216962009" sldId="544"/>
            <ac:spMk id="3" creationId="{1324EA70-9853-A311-3281-0CCC85CD6CAF}"/>
          </ac:spMkLst>
        </pc:spChg>
        <pc:spChg chg="add mod">
          <ac:chgData name="蕭兆翔" userId="c09afb0b-60c9-45d8-81f2-4d7aa859f4bf" providerId="ADAL" clId="{6F9FAB1B-BF87-4C86-8CBB-A04DB701A215}" dt="2025-12-10T04:15:19.795" v="2444" actId="1076"/>
          <ac:spMkLst>
            <pc:docMk/>
            <pc:sldMk cId="3216962009" sldId="544"/>
            <ac:spMk id="4" creationId="{27D0851E-D557-2D57-C94F-8B0234016DB0}"/>
          </ac:spMkLst>
        </pc:spChg>
        <pc:spChg chg="mod">
          <ac:chgData name="蕭兆翔" userId="c09afb0b-60c9-45d8-81f2-4d7aa859f4bf" providerId="ADAL" clId="{6F9FAB1B-BF87-4C86-8CBB-A04DB701A215}" dt="2025-12-10T03:58:42.461" v="2266" actId="20577"/>
          <ac:spMkLst>
            <pc:docMk/>
            <pc:sldMk cId="3216962009" sldId="544"/>
            <ac:spMk id="6" creationId="{C5F72379-5C6B-C897-4524-093D7720CE8D}"/>
          </ac:spMkLst>
        </pc:spChg>
        <pc:spChg chg="add del">
          <ac:chgData name="蕭兆翔" userId="c09afb0b-60c9-45d8-81f2-4d7aa859f4bf" providerId="ADAL" clId="{6F9FAB1B-BF87-4C86-8CBB-A04DB701A215}" dt="2025-12-10T03:45:46.931" v="2039" actId="22"/>
          <ac:spMkLst>
            <pc:docMk/>
            <pc:sldMk cId="3216962009" sldId="544"/>
            <ac:spMk id="7" creationId="{D322C8C2-D62B-9262-60C4-D65DB2D53D52}"/>
          </ac:spMkLst>
        </pc:spChg>
        <pc:spChg chg="add del mod">
          <ac:chgData name="蕭兆翔" userId="c09afb0b-60c9-45d8-81f2-4d7aa859f4bf" providerId="ADAL" clId="{6F9FAB1B-BF87-4C86-8CBB-A04DB701A215}" dt="2025-12-10T03:57:19.293" v="2247" actId="478"/>
          <ac:spMkLst>
            <pc:docMk/>
            <pc:sldMk cId="3216962009" sldId="544"/>
            <ac:spMk id="9" creationId="{E0713F88-B9F3-36EB-1045-B7C8730A51DB}"/>
          </ac:spMkLst>
        </pc:spChg>
        <pc:spChg chg="del">
          <ac:chgData name="蕭兆翔" userId="c09afb0b-60c9-45d8-81f2-4d7aa859f4bf" providerId="ADAL" clId="{6F9FAB1B-BF87-4C86-8CBB-A04DB701A215}" dt="2025-12-10T03:52:41.832" v="2226" actId="478"/>
          <ac:spMkLst>
            <pc:docMk/>
            <pc:sldMk cId="3216962009" sldId="544"/>
            <ac:spMk id="10" creationId="{52FE6D29-1D6F-D35B-F426-34A062964BF0}"/>
          </ac:spMkLst>
        </pc:spChg>
        <pc:spChg chg="add mod">
          <ac:chgData name="蕭兆翔" userId="c09afb0b-60c9-45d8-81f2-4d7aa859f4bf" providerId="ADAL" clId="{6F9FAB1B-BF87-4C86-8CBB-A04DB701A215}" dt="2025-12-10T03:52:45.827" v="2229"/>
          <ac:spMkLst>
            <pc:docMk/>
            <pc:sldMk cId="3216962009" sldId="544"/>
            <ac:spMk id="11" creationId="{80BD09BB-497D-0D3B-3F97-76B5CEC559E8}"/>
          </ac:spMkLst>
        </pc:spChg>
        <pc:spChg chg="add mod">
          <ac:chgData name="蕭兆翔" userId="c09afb0b-60c9-45d8-81f2-4d7aa859f4bf" providerId="ADAL" clId="{6F9FAB1B-BF87-4C86-8CBB-A04DB701A215}" dt="2025-12-10T03:52:45.827" v="2229"/>
          <ac:spMkLst>
            <pc:docMk/>
            <pc:sldMk cId="3216962009" sldId="544"/>
            <ac:spMk id="12" creationId="{B088C16D-0DDF-7ACF-BDC0-DEF86F68C308}"/>
          </ac:spMkLst>
        </pc:spChg>
        <pc:spChg chg="add mod">
          <ac:chgData name="蕭兆翔" userId="c09afb0b-60c9-45d8-81f2-4d7aa859f4bf" providerId="ADAL" clId="{6F9FAB1B-BF87-4C86-8CBB-A04DB701A215}" dt="2025-12-10T03:52:45.827" v="2229"/>
          <ac:spMkLst>
            <pc:docMk/>
            <pc:sldMk cId="3216962009" sldId="544"/>
            <ac:spMk id="13" creationId="{F20B76D6-5D05-D0F5-5107-48B72394756C}"/>
          </ac:spMkLst>
        </pc:spChg>
        <pc:spChg chg="add mod">
          <ac:chgData name="蕭兆翔" userId="c09afb0b-60c9-45d8-81f2-4d7aa859f4bf" providerId="ADAL" clId="{6F9FAB1B-BF87-4C86-8CBB-A04DB701A215}" dt="2025-12-10T03:52:45.827" v="2229"/>
          <ac:spMkLst>
            <pc:docMk/>
            <pc:sldMk cId="3216962009" sldId="544"/>
            <ac:spMk id="14" creationId="{02F114F9-7F68-23AD-BE63-4B7B2D63FA52}"/>
          </ac:spMkLst>
        </pc:spChg>
        <pc:spChg chg="del">
          <ac:chgData name="蕭兆翔" userId="c09afb0b-60c9-45d8-81f2-4d7aa859f4bf" providerId="ADAL" clId="{6F9FAB1B-BF87-4C86-8CBB-A04DB701A215}" dt="2025-12-10T03:52:41.832" v="2226" actId="478"/>
          <ac:spMkLst>
            <pc:docMk/>
            <pc:sldMk cId="3216962009" sldId="544"/>
            <ac:spMk id="15" creationId="{154669F8-3A3B-D8DB-84F5-832FF8AD09A7}"/>
          </ac:spMkLst>
        </pc:spChg>
        <pc:spChg chg="del">
          <ac:chgData name="蕭兆翔" userId="c09afb0b-60c9-45d8-81f2-4d7aa859f4bf" providerId="ADAL" clId="{6F9FAB1B-BF87-4C86-8CBB-A04DB701A215}" dt="2025-12-10T03:52:41.832" v="2226" actId="478"/>
          <ac:spMkLst>
            <pc:docMk/>
            <pc:sldMk cId="3216962009" sldId="544"/>
            <ac:spMk id="16" creationId="{50446C85-28ED-2398-E64B-15097B2DFBFC}"/>
          </ac:spMkLst>
        </pc:spChg>
        <pc:spChg chg="add del mod">
          <ac:chgData name="蕭兆翔" userId="c09afb0b-60c9-45d8-81f2-4d7aa859f4bf" providerId="ADAL" clId="{6F9FAB1B-BF87-4C86-8CBB-A04DB701A215}" dt="2025-12-10T04:29:26.319" v="2591" actId="478"/>
          <ac:spMkLst>
            <pc:docMk/>
            <pc:sldMk cId="3216962009" sldId="544"/>
            <ac:spMk id="17" creationId="{0EFD2E3A-07F3-037A-4E88-C96AB8BE6E00}"/>
          </ac:spMkLst>
        </pc:spChg>
        <pc:spChg chg="add mod">
          <ac:chgData name="蕭兆翔" userId="c09afb0b-60c9-45d8-81f2-4d7aa859f4bf" providerId="ADAL" clId="{6F9FAB1B-BF87-4C86-8CBB-A04DB701A215}" dt="2025-12-10T03:52:45.827" v="2229"/>
          <ac:spMkLst>
            <pc:docMk/>
            <pc:sldMk cId="3216962009" sldId="544"/>
            <ac:spMk id="18" creationId="{9E65DB61-87B1-12A8-3F72-67CA6F8E1F1E}"/>
          </ac:spMkLst>
        </pc:spChg>
        <pc:spChg chg="add mod">
          <ac:chgData name="蕭兆翔" userId="c09afb0b-60c9-45d8-81f2-4d7aa859f4bf" providerId="ADAL" clId="{6F9FAB1B-BF87-4C86-8CBB-A04DB701A215}" dt="2025-12-10T03:52:45.827" v="2229"/>
          <ac:spMkLst>
            <pc:docMk/>
            <pc:sldMk cId="3216962009" sldId="544"/>
            <ac:spMk id="19" creationId="{6CD4408D-C4D2-2FAD-F9AE-326A246419C3}"/>
          </ac:spMkLst>
        </pc:spChg>
        <pc:spChg chg="del">
          <ac:chgData name="蕭兆翔" userId="c09afb0b-60c9-45d8-81f2-4d7aa859f4bf" providerId="ADAL" clId="{6F9FAB1B-BF87-4C86-8CBB-A04DB701A215}" dt="2025-12-10T03:52:41.832" v="2226" actId="478"/>
          <ac:spMkLst>
            <pc:docMk/>
            <pc:sldMk cId="3216962009" sldId="544"/>
            <ac:spMk id="20" creationId="{EF3DEE7E-EE62-A97C-47FB-44707AFF332D}"/>
          </ac:spMkLst>
        </pc:spChg>
        <pc:spChg chg="add mod">
          <ac:chgData name="蕭兆翔" userId="c09afb0b-60c9-45d8-81f2-4d7aa859f4bf" providerId="ADAL" clId="{6F9FAB1B-BF87-4C86-8CBB-A04DB701A215}" dt="2025-12-10T03:52:45.827" v="2229"/>
          <ac:spMkLst>
            <pc:docMk/>
            <pc:sldMk cId="3216962009" sldId="544"/>
            <ac:spMk id="21" creationId="{A5D8C353-F1B7-B850-130F-C9F9930AB3AB}"/>
          </ac:spMkLst>
        </pc:spChg>
        <pc:spChg chg="del mod">
          <ac:chgData name="蕭兆翔" userId="c09afb0b-60c9-45d8-81f2-4d7aa859f4bf" providerId="ADAL" clId="{6F9FAB1B-BF87-4C86-8CBB-A04DB701A215}" dt="2025-12-10T03:52:41.832" v="2226" actId="478"/>
          <ac:spMkLst>
            <pc:docMk/>
            <pc:sldMk cId="3216962009" sldId="544"/>
            <ac:spMk id="22" creationId="{2CA304AF-CCFC-0BA2-C9A0-D388859F40C6}"/>
          </ac:spMkLst>
        </pc:spChg>
        <pc:spChg chg="add mod">
          <ac:chgData name="蕭兆翔" userId="c09afb0b-60c9-45d8-81f2-4d7aa859f4bf" providerId="ADAL" clId="{6F9FAB1B-BF87-4C86-8CBB-A04DB701A215}" dt="2025-12-10T03:52:59.643" v="2234" actId="1076"/>
          <ac:spMkLst>
            <pc:docMk/>
            <pc:sldMk cId="3216962009" sldId="544"/>
            <ac:spMk id="23" creationId="{EBF95E53-A9A1-476A-86F0-95A9D2A1EE56}"/>
          </ac:spMkLst>
        </pc:spChg>
        <pc:spChg chg="add del mod">
          <ac:chgData name="蕭兆翔" userId="c09afb0b-60c9-45d8-81f2-4d7aa859f4bf" providerId="ADAL" clId="{6F9FAB1B-BF87-4C86-8CBB-A04DB701A215}" dt="2025-12-10T03:52:41.832" v="2226" actId="478"/>
          <ac:spMkLst>
            <pc:docMk/>
            <pc:sldMk cId="3216962009" sldId="544"/>
            <ac:spMk id="24" creationId="{60100E43-20FC-817B-1AED-718D90D9AE92}"/>
          </ac:spMkLst>
        </pc:spChg>
        <pc:spChg chg="add del mod">
          <ac:chgData name="蕭兆翔" userId="c09afb0b-60c9-45d8-81f2-4d7aa859f4bf" providerId="ADAL" clId="{6F9FAB1B-BF87-4C86-8CBB-A04DB701A215}" dt="2025-12-10T04:05:34.365" v="2332" actId="478"/>
          <ac:spMkLst>
            <pc:docMk/>
            <pc:sldMk cId="3216962009" sldId="544"/>
            <ac:spMk id="25" creationId="{05833997-293E-4D32-DA16-6F80C3805BDA}"/>
          </ac:spMkLst>
        </pc:spChg>
        <pc:spChg chg="add del mod">
          <ac:chgData name="蕭兆翔" userId="c09afb0b-60c9-45d8-81f2-4d7aa859f4bf" providerId="ADAL" clId="{6F9FAB1B-BF87-4C86-8CBB-A04DB701A215}" dt="2025-12-10T03:52:41.832" v="2226" actId="478"/>
          <ac:spMkLst>
            <pc:docMk/>
            <pc:sldMk cId="3216962009" sldId="544"/>
            <ac:spMk id="26" creationId="{46E4DE71-1B0C-7D06-D2A3-AEBE88E6C523}"/>
          </ac:spMkLst>
        </pc:spChg>
        <pc:spChg chg="add del mod">
          <ac:chgData name="蕭兆翔" userId="c09afb0b-60c9-45d8-81f2-4d7aa859f4bf" providerId="ADAL" clId="{6F9FAB1B-BF87-4C86-8CBB-A04DB701A215}" dt="2025-12-10T03:52:41.832" v="2226" actId="478"/>
          <ac:spMkLst>
            <pc:docMk/>
            <pc:sldMk cId="3216962009" sldId="544"/>
            <ac:spMk id="27" creationId="{660DA760-E314-5F05-891C-99AA7EDFF4A0}"/>
          </ac:spMkLst>
        </pc:spChg>
        <pc:spChg chg="add mod">
          <ac:chgData name="蕭兆翔" userId="c09afb0b-60c9-45d8-81f2-4d7aa859f4bf" providerId="ADAL" clId="{6F9FAB1B-BF87-4C86-8CBB-A04DB701A215}" dt="2025-12-10T04:25:10.175" v="2492" actId="1076"/>
          <ac:spMkLst>
            <pc:docMk/>
            <pc:sldMk cId="3216962009" sldId="544"/>
            <ac:spMk id="28" creationId="{A8E180E0-9166-DFAE-465D-6F8E6F715474}"/>
          </ac:spMkLst>
        </pc:spChg>
        <pc:spChg chg="add mod">
          <ac:chgData name="蕭兆翔" userId="c09afb0b-60c9-45d8-81f2-4d7aa859f4bf" providerId="ADAL" clId="{6F9FAB1B-BF87-4C86-8CBB-A04DB701A215}" dt="2025-12-10T04:25:13.975" v="2495" actId="1076"/>
          <ac:spMkLst>
            <pc:docMk/>
            <pc:sldMk cId="3216962009" sldId="544"/>
            <ac:spMk id="29" creationId="{1103ECA1-57A7-62A2-C480-FE20EFCF8D9F}"/>
          </ac:spMkLst>
        </pc:spChg>
        <pc:spChg chg="add mod">
          <ac:chgData name="蕭兆翔" userId="c09afb0b-60c9-45d8-81f2-4d7aa859f4bf" providerId="ADAL" clId="{6F9FAB1B-BF87-4C86-8CBB-A04DB701A215}" dt="2025-12-10T04:25:35.251" v="2507" actId="1076"/>
          <ac:spMkLst>
            <pc:docMk/>
            <pc:sldMk cId="3216962009" sldId="544"/>
            <ac:spMk id="32" creationId="{A10E95B4-04AA-5951-B995-25B6812CDA2D}"/>
          </ac:spMkLst>
        </pc:spChg>
        <pc:spChg chg="add mod">
          <ac:chgData name="蕭兆翔" userId="c09afb0b-60c9-45d8-81f2-4d7aa859f4bf" providerId="ADAL" clId="{6F9FAB1B-BF87-4C86-8CBB-A04DB701A215}" dt="2025-12-10T04:29:26.539" v="2592"/>
          <ac:spMkLst>
            <pc:docMk/>
            <pc:sldMk cId="3216962009" sldId="544"/>
            <ac:spMk id="35" creationId="{CD42B35B-2525-45BA-5B2B-5A74B93DD672}"/>
          </ac:spMkLst>
        </pc:spChg>
        <pc:cxnChg chg="add mod">
          <ac:chgData name="蕭兆翔" userId="c09afb0b-60c9-45d8-81f2-4d7aa859f4bf" providerId="ADAL" clId="{6F9FAB1B-BF87-4C86-8CBB-A04DB701A215}" dt="2025-12-10T04:25:13.975" v="2495" actId="1076"/>
          <ac:cxnSpMkLst>
            <pc:docMk/>
            <pc:sldMk cId="3216962009" sldId="544"/>
            <ac:cxnSpMk id="30" creationId="{8BCCBA62-014D-A5F5-3C51-AA7BE0CB48C3}"/>
          </ac:cxnSpMkLst>
        </pc:cxnChg>
        <pc:cxnChg chg="add mod">
          <ac:chgData name="蕭兆翔" userId="c09afb0b-60c9-45d8-81f2-4d7aa859f4bf" providerId="ADAL" clId="{6F9FAB1B-BF87-4C86-8CBB-A04DB701A215}" dt="2025-12-10T04:25:44.167" v="2510" actId="1076"/>
          <ac:cxnSpMkLst>
            <pc:docMk/>
            <pc:sldMk cId="3216962009" sldId="544"/>
            <ac:cxnSpMk id="34" creationId="{9A905AC7-9A63-C72B-FB95-1FA2A880F756}"/>
          </ac:cxnSpMkLst>
        </pc:cxnChg>
      </pc:sldChg>
      <pc:sldChg chg="add del">
        <pc:chgData name="蕭兆翔" userId="c09afb0b-60c9-45d8-81f2-4d7aa859f4bf" providerId="ADAL" clId="{6F9FAB1B-BF87-4C86-8CBB-A04DB701A215}" dt="2025-12-10T03:58:38.917" v="2263"/>
        <pc:sldMkLst>
          <pc:docMk/>
          <pc:sldMk cId="128323267" sldId="545"/>
        </pc:sldMkLst>
      </pc:sldChg>
      <pc:sldChg chg="addSp delSp modSp add mod">
        <pc:chgData name="蕭兆翔" userId="c09afb0b-60c9-45d8-81f2-4d7aa859f4bf" providerId="ADAL" clId="{6F9FAB1B-BF87-4C86-8CBB-A04DB701A215}" dt="2025-12-10T04:29:30.733" v="2594"/>
        <pc:sldMkLst>
          <pc:docMk/>
          <pc:sldMk cId="1640881594" sldId="545"/>
        </pc:sldMkLst>
        <pc:spChg chg="add mod">
          <ac:chgData name="蕭兆翔" userId="c09afb0b-60c9-45d8-81f2-4d7aa859f4bf" providerId="ADAL" clId="{6F9FAB1B-BF87-4C86-8CBB-A04DB701A215}" dt="2025-12-10T04:15:48.484" v="2445" actId="1076"/>
          <ac:spMkLst>
            <pc:docMk/>
            <pc:sldMk cId="1640881594" sldId="545"/>
            <ac:spMk id="3" creationId="{9D36776D-038D-CC86-50F6-8D84982BD8EF}"/>
          </ac:spMkLst>
        </pc:spChg>
        <pc:spChg chg="del">
          <ac:chgData name="蕭兆翔" userId="c09afb0b-60c9-45d8-81f2-4d7aa859f4bf" providerId="ADAL" clId="{6F9FAB1B-BF87-4C86-8CBB-A04DB701A215}" dt="2025-12-10T03:59:12.783" v="2293" actId="478"/>
          <ac:spMkLst>
            <pc:docMk/>
            <pc:sldMk cId="1640881594" sldId="545"/>
            <ac:spMk id="4" creationId="{AC07E4C5-6420-9E43-7BB3-5404039F4710}"/>
          </ac:spMkLst>
        </pc:spChg>
        <pc:spChg chg="add del">
          <ac:chgData name="蕭兆翔" userId="c09afb0b-60c9-45d8-81f2-4d7aa859f4bf" providerId="ADAL" clId="{6F9FAB1B-BF87-4C86-8CBB-A04DB701A215}" dt="2025-12-10T04:06:18.841" v="2343" actId="478"/>
          <ac:spMkLst>
            <pc:docMk/>
            <pc:sldMk cId="1640881594" sldId="545"/>
            <ac:spMk id="5" creationId="{C9E8F657-35DB-219A-D867-5D177E1367C1}"/>
          </ac:spMkLst>
        </pc:spChg>
        <pc:spChg chg="mod">
          <ac:chgData name="蕭兆翔" userId="c09afb0b-60c9-45d8-81f2-4d7aa859f4bf" providerId="ADAL" clId="{6F9FAB1B-BF87-4C86-8CBB-A04DB701A215}" dt="2025-12-10T03:58:57.266" v="2292" actId="20577"/>
          <ac:spMkLst>
            <pc:docMk/>
            <pc:sldMk cId="1640881594" sldId="545"/>
            <ac:spMk id="6" creationId="{15FB4A75-C3D2-752C-C6F7-D2F5CC4EE5EA}"/>
          </ac:spMkLst>
        </pc:spChg>
        <pc:spChg chg="add">
          <ac:chgData name="蕭兆翔" userId="c09afb0b-60c9-45d8-81f2-4d7aa859f4bf" providerId="ADAL" clId="{6F9FAB1B-BF87-4C86-8CBB-A04DB701A215}" dt="2025-12-10T04:06:23.684" v="2344" actId="11529"/>
          <ac:spMkLst>
            <pc:docMk/>
            <pc:sldMk cId="1640881594" sldId="545"/>
            <ac:spMk id="7" creationId="{A7B9A7EF-A2B6-7457-699C-0F32C6D4E956}"/>
          </ac:spMkLst>
        </pc:spChg>
        <pc:spChg chg="add mod">
          <ac:chgData name="蕭兆翔" userId="c09afb0b-60c9-45d8-81f2-4d7aa859f4bf" providerId="ADAL" clId="{6F9FAB1B-BF87-4C86-8CBB-A04DB701A215}" dt="2025-12-10T04:06:35.837" v="2354" actId="207"/>
          <ac:spMkLst>
            <pc:docMk/>
            <pc:sldMk cId="1640881594" sldId="545"/>
            <ac:spMk id="8" creationId="{BFCC5B54-530D-F94E-E318-FE3D22EB3F52}"/>
          </ac:spMkLst>
        </pc:spChg>
        <pc:spChg chg="add mod">
          <ac:chgData name="蕭兆翔" userId="c09afb0b-60c9-45d8-81f2-4d7aa859f4bf" providerId="ADAL" clId="{6F9FAB1B-BF87-4C86-8CBB-A04DB701A215}" dt="2025-12-10T04:25:52.039" v="2513" actId="1076"/>
          <ac:spMkLst>
            <pc:docMk/>
            <pc:sldMk cId="1640881594" sldId="545"/>
            <ac:spMk id="10" creationId="{A91AAEC2-31DF-6FD6-6729-D0E845DCCC2F}"/>
          </ac:spMkLst>
        </pc:spChg>
        <pc:spChg chg="del">
          <ac:chgData name="蕭兆翔" userId="c09afb0b-60c9-45d8-81f2-4d7aa859f4bf" providerId="ADAL" clId="{6F9FAB1B-BF87-4C86-8CBB-A04DB701A215}" dt="2025-12-10T04:29:30.445" v="2593" actId="478"/>
          <ac:spMkLst>
            <pc:docMk/>
            <pc:sldMk cId="1640881594" sldId="545"/>
            <ac:spMk id="17" creationId="{90821578-7362-52CB-BADC-EF81565BF3DF}"/>
          </ac:spMkLst>
        </pc:spChg>
        <pc:spChg chg="add mod">
          <ac:chgData name="蕭兆翔" userId="c09afb0b-60c9-45d8-81f2-4d7aa859f4bf" providerId="ADAL" clId="{6F9FAB1B-BF87-4C86-8CBB-A04DB701A215}" dt="2025-12-10T04:29:30.733" v="2594"/>
          <ac:spMkLst>
            <pc:docMk/>
            <pc:sldMk cId="1640881594" sldId="545"/>
            <ac:spMk id="20" creationId="{F15967DC-6061-AB51-4B2C-512BD739BCF7}"/>
          </ac:spMkLst>
        </pc:spChg>
        <pc:spChg chg="del mod">
          <ac:chgData name="蕭兆翔" userId="c09afb0b-60c9-45d8-81f2-4d7aa859f4bf" providerId="ADAL" clId="{6F9FAB1B-BF87-4C86-8CBB-A04DB701A215}" dt="2025-12-10T04:05:29.942" v="2331" actId="478"/>
          <ac:spMkLst>
            <pc:docMk/>
            <pc:sldMk cId="1640881594" sldId="545"/>
            <ac:spMk id="25" creationId="{2728FA55-C87B-91EE-F116-C58071FA760D}"/>
          </ac:spMkLst>
        </pc:spChg>
        <pc:cxnChg chg="add del mod">
          <ac:chgData name="蕭兆翔" userId="c09afb0b-60c9-45d8-81f2-4d7aa859f4bf" providerId="ADAL" clId="{6F9FAB1B-BF87-4C86-8CBB-A04DB701A215}" dt="2025-12-10T04:25:46.902" v="2511" actId="478"/>
          <ac:cxnSpMkLst>
            <pc:docMk/>
            <pc:sldMk cId="1640881594" sldId="545"/>
            <ac:cxnSpMk id="16" creationId="{32AC2C2B-ABF8-6877-3C5B-EE95FE94E45A}"/>
          </ac:cxnSpMkLst>
        </pc:cxnChg>
      </pc:sldChg>
      <pc:sldChg chg="addSp delSp modSp add mod">
        <pc:chgData name="蕭兆翔" userId="c09afb0b-60c9-45d8-81f2-4d7aa859f4bf" providerId="ADAL" clId="{6F9FAB1B-BF87-4C86-8CBB-A04DB701A215}" dt="2025-12-10T04:35:14.102" v="2784" actId="1076"/>
        <pc:sldMkLst>
          <pc:docMk/>
          <pc:sldMk cId="2997781762" sldId="546"/>
        </pc:sldMkLst>
        <pc:spChg chg="del">
          <ac:chgData name="蕭兆翔" userId="c09afb0b-60c9-45d8-81f2-4d7aa859f4bf" providerId="ADAL" clId="{6F9FAB1B-BF87-4C86-8CBB-A04DB701A215}" dt="2025-12-10T04:09:00.391" v="2408" actId="478"/>
          <ac:spMkLst>
            <pc:docMk/>
            <pc:sldMk cId="2997781762" sldId="546"/>
            <ac:spMk id="3" creationId="{E1814CE8-919B-4D42-03EE-BEBEDA65EE0B}"/>
          </ac:spMkLst>
        </pc:spChg>
        <pc:spChg chg="add del mod">
          <ac:chgData name="蕭兆翔" userId="c09afb0b-60c9-45d8-81f2-4d7aa859f4bf" providerId="ADAL" clId="{6F9FAB1B-BF87-4C86-8CBB-A04DB701A215}" dt="2025-12-10T04:17:15.678" v="2487" actId="478"/>
          <ac:spMkLst>
            <pc:docMk/>
            <pc:sldMk cId="2997781762" sldId="546"/>
            <ac:spMk id="4" creationId="{FEDB7029-889D-B3CD-70DE-0557CB72930D}"/>
          </ac:spMkLst>
        </pc:spChg>
        <pc:spChg chg="mod">
          <ac:chgData name="蕭兆翔" userId="c09afb0b-60c9-45d8-81f2-4d7aa859f4bf" providerId="ADAL" clId="{6F9FAB1B-BF87-4C86-8CBB-A04DB701A215}" dt="2025-12-10T04:32:29.520" v="2665" actId="207"/>
          <ac:spMkLst>
            <pc:docMk/>
            <pc:sldMk cId="2997781762" sldId="546"/>
            <ac:spMk id="6" creationId="{52D664E3-6BB1-D668-AD6F-C0C0F706BC29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7" creationId="{1070F039-520B-8603-9609-8E2A4BD5530C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8" creationId="{09E70387-3280-F1BD-75BA-5B5C931F0200}"/>
          </ac:spMkLst>
        </pc:spChg>
        <pc:spChg chg="mod">
          <ac:chgData name="蕭兆翔" userId="c09afb0b-60c9-45d8-81f2-4d7aa859f4bf" providerId="ADAL" clId="{6F9FAB1B-BF87-4C86-8CBB-A04DB701A215}" dt="2025-12-10T04:09:02.811" v="2409" actId="1076"/>
          <ac:spMkLst>
            <pc:docMk/>
            <pc:sldMk cId="2997781762" sldId="546"/>
            <ac:spMk id="10" creationId="{A93CADB0-BBC4-E2AF-839B-9B87E7BEACFA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11" creationId="{32A50454-D3A0-31B3-03DA-E7BD2866DB18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13" creationId="{B21C7E29-51C1-CA10-33D0-B8D05DBA1880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14" creationId="{89DA7FA2-6054-552A-F8D7-1C0AA2C65723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17" creationId="{4B328D3B-7FE8-0B48-F418-EB0B591555AE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18" creationId="{88D4197D-5C46-944C-6650-63DED7D7F578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19" creationId="{617B7318-0579-C573-6CEF-905F50668E1D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21" creationId="{C74FB08D-4E48-0801-7915-C78D40DF9FD5}"/>
          </ac:spMkLst>
        </pc:spChg>
        <pc:spChg chg="add mod">
          <ac:chgData name="蕭兆翔" userId="c09afb0b-60c9-45d8-81f2-4d7aa859f4bf" providerId="ADAL" clId="{6F9FAB1B-BF87-4C86-8CBB-A04DB701A215}" dt="2025-12-10T04:26:18.655" v="2522" actId="14100"/>
          <ac:spMkLst>
            <pc:docMk/>
            <pc:sldMk cId="2997781762" sldId="546"/>
            <ac:spMk id="22" creationId="{91737E5B-610D-3369-8520-4C4A42AB8607}"/>
          </ac:spMkLst>
        </pc:spChg>
        <pc:spChg chg="del">
          <ac:chgData name="蕭兆翔" userId="c09afb0b-60c9-45d8-81f2-4d7aa859f4bf" providerId="ADAL" clId="{6F9FAB1B-BF87-4C86-8CBB-A04DB701A215}" dt="2025-12-10T04:08:40.627" v="2367" actId="478"/>
          <ac:spMkLst>
            <pc:docMk/>
            <pc:sldMk cId="2997781762" sldId="546"/>
            <ac:spMk id="23" creationId="{0A29B919-6971-50B1-F07F-C40E19952B58}"/>
          </ac:spMkLst>
        </pc:spChg>
        <pc:spChg chg="add mod">
          <ac:chgData name="蕭兆翔" userId="c09afb0b-60c9-45d8-81f2-4d7aa859f4bf" providerId="ADAL" clId="{6F9FAB1B-BF87-4C86-8CBB-A04DB701A215}" dt="2025-12-10T04:34:12.069" v="2758" actId="1076"/>
          <ac:spMkLst>
            <pc:docMk/>
            <pc:sldMk cId="2997781762" sldId="546"/>
            <ac:spMk id="25" creationId="{AA86AA11-23A1-396A-05EC-FC8E5B5E354E}"/>
          </ac:spMkLst>
        </pc:spChg>
        <pc:spChg chg="add del">
          <ac:chgData name="蕭兆翔" userId="c09afb0b-60c9-45d8-81f2-4d7aa859f4bf" providerId="ADAL" clId="{6F9FAB1B-BF87-4C86-8CBB-A04DB701A215}" dt="2025-12-10T04:26:56.666" v="2541" actId="478"/>
          <ac:spMkLst>
            <pc:docMk/>
            <pc:sldMk cId="2997781762" sldId="546"/>
            <ac:spMk id="27" creationId="{634F18F8-C8F3-5A9B-4BA2-671497885D60}"/>
          </ac:spMkLst>
        </pc:spChg>
        <pc:spChg chg="add mod">
          <ac:chgData name="蕭兆翔" userId="c09afb0b-60c9-45d8-81f2-4d7aa859f4bf" providerId="ADAL" clId="{6F9FAB1B-BF87-4C86-8CBB-A04DB701A215}" dt="2025-12-10T04:34:12.069" v="2758" actId="1076"/>
          <ac:spMkLst>
            <pc:docMk/>
            <pc:sldMk cId="2997781762" sldId="546"/>
            <ac:spMk id="28" creationId="{3BA2BF7E-4E47-208F-17F0-6C434E765B87}"/>
          </ac:spMkLst>
        </pc:spChg>
        <pc:spChg chg="add del mod">
          <ac:chgData name="蕭兆翔" userId="c09afb0b-60c9-45d8-81f2-4d7aa859f4bf" providerId="ADAL" clId="{6F9FAB1B-BF87-4C86-8CBB-A04DB701A215}" dt="2025-12-10T04:31:24.431" v="2622" actId="478"/>
          <ac:spMkLst>
            <pc:docMk/>
            <pc:sldMk cId="2997781762" sldId="546"/>
            <ac:spMk id="30" creationId="{C54BEF59-B317-3338-1FB7-4CC80903F483}"/>
          </ac:spMkLst>
        </pc:spChg>
        <pc:spChg chg="add mod">
          <ac:chgData name="蕭兆翔" userId="c09afb0b-60c9-45d8-81f2-4d7aa859f4bf" providerId="ADAL" clId="{6F9FAB1B-BF87-4C86-8CBB-A04DB701A215}" dt="2025-12-10T04:32:07.303" v="2647" actId="1076"/>
          <ac:spMkLst>
            <pc:docMk/>
            <pc:sldMk cId="2997781762" sldId="546"/>
            <ac:spMk id="32" creationId="{370107DE-51BF-E912-CCC8-AA097E485318}"/>
          </ac:spMkLst>
        </pc:spChg>
        <pc:spChg chg="add mod">
          <ac:chgData name="蕭兆翔" userId="c09afb0b-60c9-45d8-81f2-4d7aa859f4bf" providerId="ADAL" clId="{6F9FAB1B-BF87-4C86-8CBB-A04DB701A215}" dt="2025-12-10T04:34:14.242" v="2759" actId="1076"/>
          <ac:spMkLst>
            <pc:docMk/>
            <pc:sldMk cId="2997781762" sldId="546"/>
            <ac:spMk id="34" creationId="{35E0F0E8-0CFA-EE11-CE6D-252A9BD48257}"/>
          </ac:spMkLst>
        </pc:spChg>
        <pc:spChg chg="add mod">
          <ac:chgData name="蕭兆翔" userId="c09afb0b-60c9-45d8-81f2-4d7aa859f4bf" providerId="ADAL" clId="{6F9FAB1B-BF87-4C86-8CBB-A04DB701A215}" dt="2025-12-10T04:35:14.102" v="2784" actId="1076"/>
          <ac:spMkLst>
            <pc:docMk/>
            <pc:sldMk cId="2997781762" sldId="546"/>
            <ac:spMk id="36" creationId="{799CA0CC-6BF5-5D3D-99B0-C08FB5682728}"/>
          </ac:spMkLst>
        </pc:spChg>
        <pc:cxnChg chg="add del mod">
          <ac:chgData name="蕭兆翔" userId="c09afb0b-60c9-45d8-81f2-4d7aa859f4bf" providerId="ADAL" clId="{6F9FAB1B-BF87-4C86-8CBB-A04DB701A215}" dt="2025-12-10T04:17:05.923" v="2452" actId="478"/>
          <ac:cxnSpMkLst>
            <pc:docMk/>
            <pc:sldMk cId="2997781762" sldId="546"/>
            <ac:cxnSpMk id="9" creationId="{6164705F-EC33-6C91-FB25-B0824EB57DAC}"/>
          </ac:cxnSpMkLst>
        </pc:cxnChg>
        <pc:cxnChg chg="add del">
          <ac:chgData name="蕭兆翔" userId="c09afb0b-60c9-45d8-81f2-4d7aa859f4bf" providerId="ADAL" clId="{6F9FAB1B-BF87-4C86-8CBB-A04DB701A215}" dt="2025-12-10T04:17:02.699" v="2451" actId="478"/>
          <ac:cxnSpMkLst>
            <pc:docMk/>
            <pc:sldMk cId="2997781762" sldId="546"/>
            <ac:cxnSpMk id="16" creationId="{096C4C47-6183-89A4-64C1-39CAADCB152C}"/>
          </ac:cxnSpMkLst>
        </pc:cxnChg>
        <pc:cxnChg chg="add mod">
          <ac:chgData name="蕭兆翔" userId="c09afb0b-60c9-45d8-81f2-4d7aa859f4bf" providerId="ADAL" clId="{6F9FAB1B-BF87-4C86-8CBB-A04DB701A215}" dt="2025-12-10T04:32:21.645" v="2649" actId="1076"/>
          <ac:cxnSpMkLst>
            <pc:docMk/>
            <pc:sldMk cId="2997781762" sldId="546"/>
            <ac:cxnSpMk id="33" creationId="{90DB3BC5-2C0C-C10C-1006-B17001F7421A}"/>
          </ac:cxnSpMkLst>
        </pc:cxnChg>
      </pc:sldChg>
      <pc:sldChg chg="addSp delSp modSp add mod">
        <pc:chgData name="蕭兆翔" userId="c09afb0b-60c9-45d8-81f2-4d7aa859f4bf" providerId="ADAL" clId="{6F9FAB1B-BF87-4C86-8CBB-A04DB701A215}" dt="2025-12-10T04:41:21.084" v="3007" actId="1076"/>
        <pc:sldMkLst>
          <pc:docMk/>
          <pc:sldMk cId="2604137920" sldId="547"/>
        </pc:sldMkLst>
        <pc:spChg chg="add mod">
          <ac:chgData name="蕭兆翔" userId="c09afb0b-60c9-45d8-81f2-4d7aa859f4bf" providerId="ADAL" clId="{6F9FAB1B-BF87-4C86-8CBB-A04DB701A215}" dt="2025-12-10T04:36:55.183" v="2834" actId="1076"/>
          <ac:spMkLst>
            <pc:docMk/>
            <pc:sldMk cId="2604137920" sldId="547"/>
            <ac:spMk id="2" creationId="{3CB0A7F4-90F6-0DB7-7AD3-94E252E545DA}"/>
          </ac:spMkLst>
        </pc:spChg>
        <pc:spChg chg="add mod">
          <ac:chgData name="蕭兆翔" userId="c09afb0b-60c9-45d8-81f2-4d7aa859f4bf" providerId="ADAL" clId="{6F9FAB1B-BF87-4C86-8CBB-A04DB701A215}" dt="2025-12-10T04:36:57.871" v="2835" actId="1076"/>
          <ac:spMkLst>
            <pc:docMk/>
            <pc:sldMk cId="2604137920" sldId="547"/>
            <ac:spMk id="4" creationId="{54EB3DF5-675C-A253-3F6A-BDA38954844A}"/>
          </ac:spMkLst>
        </pc:spChg>
        <pc:spChg chg="add mod">
          <ac:chgData name="蕭兆翔" userId="c09afb0b-60c9-45d8-81f2-4d7aa859f4bf" providerId="ADAL" clId="{6F9FAB1B-BF87-4C86-8CBB-A04DB701A215}" dt="2025-12-10T04:41:02.235" v="2991" actId="1076"/>
          <ac:spMkLst>
            <pc:docMk/>
            <pc:sldMk cId="2604137920" sldId="547"/>
            <ac:spMk id="5" creationId="{08AA6432-874C-F241-804F-58C524A33FAD}"/>
          </ac:spMkLst>
        </pc:spChg>
        <pc:spChg chg="mod">
          <ac:chgData name="蕭兆翔" userId="c09afb0b-60c9-45d8-81f2-4d7aa859f4bf" providerId="ADAL" clId="{6F9FAB1B-BF87-4C86-8CBB-A04DB701A215}" dt="2025-12-10T04:35:44.013" v="2816" actId="114"/>
          <ac:spMkLst>
            <pc:docMk/>
            <pc:sldMk cId="2604137920" sldId="547"/>
            <ac:spMk id="6" creationId="{4A63DEE6-2D3B-4B43-9F49-F77CC2370CA7}"/>
          </ac:spMkLst>
        </pc:spChg>
        <pc:spChg chg="add mod">
          <ac:chgData name="蕭兆翔" userId="c09afb0b-60c9-45d8-81f2-4d7aa859f4bf" providerId="ADAL" clId="{6F9FAB1B-BF87-4C86-8CBB-A04DB701A215}" dt="2025-12-10T04:40:44.232" v="2985" actId="1076"/>
          <ac:spMkLst>
            <pc:docMk/>
            <pc:sldMk cId="2604137920" sldId="547"/>
            <ac:spMk id="8" creationId="{04DFD2AB-B1E5-C659-FA92-E18E8E52FBE9}"/>
          </ac:spMkLst>
        </pc:spChg>
        <pc:spChg chg="add mod">
          <ac:chgData name="蕭兆翔" userId="c09afb0b-60c9-45d8-81f2-4d7aa859f4bf" providerId="ADAL" clId="{6F9FAB1B-BF87-4C86-8CBB-A04DB701A215}" dt="2025-12-10T04:41:21.084" v="3007" actId="1076"/>
          <ac:spMkLst>
            <pc:docMk/>
            <pc:sldMk cId="2604137920" sldId="547"/>
            <ac:spMk id="9" creationId="{3738A99C-5B34-9050-9861-87D2189D0624}"/>
          </ac:spMkLst>
        </pc:spChg>
        <pc:spChg chg="del">
          <ac:chgData name="蕭兆翔" userId="c09afb0b-60c9-45d8-81f2-4d7aa859f4bf" providerId="ADAL" clId="{6F9FAB1B-BF87-4C86-8CBB-A04DB701A215}" dt="2025-12-10T04:35:46.030" v="2817" actId="478"/>
          <ac:spMkLst>
            <pc:docMk/>
            <pc:sldMk cId="2604137920" sldId="547"/>
            <ac:spMk id="22" creationId="{91BC849E-A23E-DBAF-2883-D7C5129A1C25}"/>
          </ac:spMkLst>
        </pc:spChg>
        <pc:spChg chg="del">
          <ac:chgData name="蕭兆翔" userId="c09afb0b-60c9-45d8-81f2-4d7aa859f4bf" providerId="ADAL" clId="{6F9FAB1B-BF87-4C86-8CBB-A04DB701A215}" dt="2025-12-10T04:35:46.030" v="2817" actId="478"/>
          <ac:spMkLst>
            <pc:docMk/>
            <pc:sldMk cId="2604137920" sldId="547"/>
            <ac:spMk id="25" creationId="{F5B8143F-8CC7-7A3E-BE23-5117FBB1B8EB}"/>
          </ac:spMkLst>
        </pc:spChg>
        <pc:spChg chg="del">
          <ac:chgData name="蕭兆翔" userId="c09afb0b-60c9-45d8-81f2-4d7aa859f4bf" providerId="ADAL" clId="{6F9FAB1B-BF87-4C86-8CBB-A04DB701A215}" dt="2025-12-10T04:35:46.030" v="2817" actId="478"/>
          <ac:spMkLst>
            <pc:docMk/>
            <pc:sldMk cId="2604137920" sldId="547"/>
            <ac:spMk id="28" creationId="{79B47211-C33C-22B8-3E55-46AC4FB451E5}"/>
          </ac:spMkLst>
        </pc:spChg>
        <pc:spChg chg="del">
          <ac:chgData name="蕭兆翔" userId="c09afb0b-60c9-45d8-81f2-4d7aa859f4bf" providerId="ADAL" clId="{6F9FAB1B-BF87-4C86-8CBB-A04DB701A215}" dt="2025-12-10T04:35:46.030" v="2817" actId="478"/>
          <ac:spMkLst>
            <pc:docMk/>
            <pc:sldMk cId="2604137920" sldId="547"/>
            <ac:spMk id="32" creationId="{5B6B623E-709D-D0CF-8AF4-DCF284A58E80}"/>
          </ac:spMkLst>
        </pc:spChg>
        <pc:spChg chg="del">
          <ac:chgData name="蕭兆翔" userId="c09afb0b-60c9-45d8-81f2-4d7aa859f4bf" providerId="ADAL" clId="{6F9FAB1B-BF87-4C86-8CBB-A04DB701A215}" dt="2025-12-10T04:35:46.030" v="2817" actId="478"/>
          <ac:spMkLst>
            <pc:docMk/>
            <pc:sldMk cId="2604137920" sldId="547"/>
            <ac:spMk id="34" creationId="{D53D21EC-9EED-193D-3C6C-3F7C73EEB353}"/>
          </ac:spMkLst>
        </pc:spChg>
        <pc:spChg chg="del">
          <ac:chgData name="蕭兆翔" userId="c09afb0b-60c9-45d8-81f2-4d7aa859f4bf" providerId="ADAL" clId="{6F9FAB1B-BF87-4C86-8CBB-A04DB701A215}" dt="2025-12-10T04:35:46.030" v="2817" actId="478"/>
          <ac:spMkLst>
            <pc:docMk/>
            <pc:sldMk cId="2604137920" sldId="547"/>
            <ac:spMk id="36" creationId="{0F88BEEC-05A2-C8AE-6765-CC0E4E83DF36}"/>
          </ac:spMkLst>
        </pc:spChg>
        <pc:cxnChg chg="mod">
          <ac:chgData name="蕭兆翔" userId="c09afb0b-60c9-45d8-81f2-4d7aa859f4bf" providerId="ADAL" clId="{6F9FAB1B-BF87-4C86-8CBB-A04DB701A215}" dt="2025-12-10T04:36:02.718" v="2822" actId="1076"/>
          <ac:cxnSpMkLst>
            <pc:docMk/>
            <pc:sldMk cId="2604137920" sldId="547"/>
            <ac:cxnSpMk id="33" creationId="{45A28A09-7185-3654-6366-9F17C692671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36B33-4DE9-4022-BEE1-6192BFC46742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B8B61-B51D-4C94-9A35-773C3DB3F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33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6E2B-AEC3-49F1-9CBF-597262DD39BA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F7E1-4D48-4FCA-9ED9-3B4D6941816F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F891-FE42-4651-AE0B-0F9802DA0A7F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33D4-4DCB-4455-AFAC-AA857A991815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6F8A-3F96-450A-86FC-EAADBAF01D5F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1550A-0026-411C-AEA5-C83C81FACBEE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D3818-274F-4CE2-A016-A7B75289F58B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2956-285E-4EF3-A112-09CCAEB61FB2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499E-DEEB-4EC2-8E24-C22D7F2C3E98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CD33-D21D-4B83-96B0-E2B7C81413D9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8CE8-D71D-4030-ABCE-5233E61B00B8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41552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54480685-F935-43B4-95D4-714769FF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539084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555811" y="6356350"/>
            <a:ext cx="11080377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671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 userDrawn="1"/>
        </p:nvCxnSpPr>
        <p:spPr>
          <a:xfrm>
            <a:off x="484094" y="6356350"/>
            <a:ext cx="11080377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29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B0DA92-6EA2-4923-9E10-AE0A922B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A98CEA3-EDD8-4B05-823C-F9EA65107A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98588"/>
            <a:ext cx="5257800" cy="478313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01AAC7C-B4AC-43DB-AF39-E0F9AAF022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1398587"/>
            <a:ext cx="5257800" cy="478313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9001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3D7C9-F977-4654-ADC8-4E2424B0277D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192306"/>
            <a:ext cx="10515600" cy="498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7377953" y="6385023"/>
            <a:ext cx="4140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Center for Intelligent Manufacturing (RCIM)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B721EA-BD67-4C24-8CFD-9DBC5BAE0922}"/>
              </a:ext>
            </a:extLst>
          </p:cNvPr>
          <p:cNvSpPr txBox="1"/>
          <p:nvPr userDrawn="1"/>
        </p:nvSpPr>
        <p:spPr>
          <a:xfrm>
            <a:off x="838200" y="6385022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1200" dirty="0">
                <a:solidFill>
                  <a:prstClr val="black"/>
                </a:solidFill>
                <a:cs typeface="Times New Roman" panose="02020603050405020304" pitchFamily="18" charset="0"/>
              </a:rPr>
              <a:t>淡江大學人工智慧學系</a:t>
            </a:r>
          </a:p>
        </p:txBody>
      </p:sp>
    </p:spTree>
    <p:extLst>
      <p:ext uri="{BB962C8B-B14F-4D97-AF65-F5344CB8AC3E}">
        <p14:creationId xmlns:p14="http://schemas.microsoft.com/office/powerpoint/2010/main" val="30504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/>
  <p:txStyles>
    <p:titleStyle>
      <a:lvl1pPr marL="0" indent="0" algn="ctr" defTabSz="914400" rtl="0" eaLnBrk="1" latinLnBrk="0" hangingPunct="1">
        <a:lnSpc>
          <a:spcPct val="90000"/>
        </a:lnSpc>
        <a:spcBef>
          <a:spcPct val="0"/>
        </a:spcBef>
        <a:buFont typeface="Wingdings" panose="05000000000000000000" pitchFamily="2" charset="2"/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jpe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9" Type="http://schemas.openxmlformats.org/officeDocument/2006/relationships/image" Target="../media/image67.png"/><Relationship Id="rId21" Type="http://schemas.openxmlformats.org/officeDocument/2006/relationships/image" Target="../media/image49.png"/><Relationship Id="rId34" Type="http://schemas.openxmlformats.org/officeDocument/2006/relationships/image" Target="../media/image62.png"/><Relationship Id="rId42" Type="http://schemas.openxmlformats.org/officeDocument/2006/relationships/image" Target="../media/image70.png"/><Relationship Id="rId47" Type="http://schemas.openxmlformats.org/officeDocument/2006/relationships/image" Target="../media/image75.png"/><Relationship Id="rId50" Type="http://schemas.openxmlformats.org/officeDocument/2006/relationships/image" Target="../media/image78.png"/><Relationship Id="rId55" Type="http://schemas.openxmlformats.org/officeDocument/2006/relationships/image" Target="../media/image83.png"/><Relationship Id="rId7" Type="http://schemas.openxmlformats.org/officeDocument/2006/relationships/image" Target="../media/image35.png"/><Relationship Id="rId2" Type="http://schemas.openxmlformats.org/officeDocument/2006/relationships/image" Target="../media/image11.png"/><Relationship Id="rId16" Type="http://schemas.openxmlformats.org/officeDocument/2006/relationships/image" Target="../media/image44.png"/><Relationship Id="rId29" Type="http://schemas.openxmlformats.org/officeDocument/2006/relationships/image" Target="../media/image57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32" Type="http://schemas.openxmlformats.org/officeDocument/2006/relationships/image" Target="../media/image60.png"/><Relationship Id="rId37" Type="http://schemas.openxmlformats.org/officeDocument/2006/relationships/image" Target="../media/image65.png"/><Relationship Id="rId40" Type="http://schemas.openxmlformats.org/officeDocument/2006/relationships/image" Target="../media/image68.png"/><Relationship Id="rId45" Type="http://schemas.openxmlformats.org/officeDocument/2006/relationships/image" Target="../media/image73.png"/><Relationship Id="rId53" Type="http://schemas.openxmlformats.org/officeDocument/2006/relationships/image" Target="../media/image81.png"/><Relationship Id="rId58" Type="http://schemas.openxmlformats.org/officeDocument/2006/relationships/image" Target="../media/image86.png"/><Relationship Id="rId5" Type="http://schemas.openxmlformats.org/officeDocument/2006/relationships/image" Target="../media/image33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image" Target="../media/image63.png"/><Relationship Id="rId43" Type="http://schemas.openxmlformats.org/officeDocument/2006/relationships/image" Target="../media/image71.png"/><Relationship Id="rId48" Type="http://schemas.openxmlformats.org/officeDocument/2006/relationships/image" Target="../media/image76.png"/><Relationship Id="rId56" Type="http://schemas.openxmlformats.org/officeDocument/2006/relationships/image" Target="../media/image84.png"/><Relationship Id="rId8" Type="http://schemas.openxmlformats.org/officeDocument/2006/relationships/image" Target="../media/image36.png"/><Relationship Id="rId51" Type="http://schemas.openxmlformats.org/officeDocument/2006/relationships/image" Target="../media/image79.png"/><Relationship Id="rId3" Type="http://schemas.openxmlformats.org/officeDocument/2006/relationships/image" Target="../media/image31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33" Type="http://schemas.openxmlformats.org/officeDocument/2006/relationships/image" Target="../media/image61.png"/><Relationship Id="rId38" Type="http://schemas.openxmlformats.org/officeDocument/2006/relationships/image" Target="../media/image66.png"/><Relationship Id="rId46" Type="http://schemas.openxmlformats.org/officeDocument/2006/relationships/image" Target="../media/image74.png"/><Relationship Id="rId20" Type="http://schemas.openxmlformats.org/officeDocument/2006/relationships/image" Target="../media/image48.png"/><Relationship Id="rId41" Type="http://schemas.openxmlformats.org/officeDocument/2006/relationships/image" Target="../media/image69.png"/><Relationship Id="rId54" Type="http://schemas.openxmlformats.org/officeDocument/2006/relationships/image" Target="../media/image8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36" Type="http://schemas.openxmlformats.org/officeDocument/2006/relationships/image" Target="../media/image64.png"/><Relationship Id="rId49" Type="http://schemas.openxmlformats.org/officeDocument/2006/relationships/image" Target="../media/image77.png"/><Relationship Id="rId57" Type="http://schemas.openxmlformats.org/officeDocument/2006/relationships/image" Target="../media/image85.png"/><Relationship Id="rId10" Type="http://schemas.openxmlformats.org/officeDocument/2006/relationships/image" Target="../media/image38.png"/><Relationship Id="rId31" Type="http://schemas.openxmlformats.org/officeDocument/2006/relationships/image" Target="../media/image59.png"/><Relationship Id="rId44" Type="http://schemas.openxmlformats.org/officeDocument/2006/relationships/image" Target="../media/image72.png"/><Relationship Id="rId52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" Type="http://schemas.openxmlformats.org/officeDocument/2006/relationships/image" Target="../media/image138.png"/><Relationship Id="rId21" Type="http://schemas.openxmlformats.org/officeDocument/2006/relationships/image" Target="../media/image15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2" Type="http://schemas.openxmlformats.org/officeDocument/2006/relationships/image" Target="../media/image137.png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9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10" Type="http://schemas.openxmlformats.org/officeDocument/2006/relationships/image" Target="../media/image145.png"/><Relationship Id="rId19" Type="http://schemas.openxmlformats.org/officeDocument/2006/relationships/image" Target="../media/image154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3" Type="http://schemas.openxmlformats.org/officeDocument/2006/relationships/image" Target="../media/image138.png"/><Relationship Id="rId21" Type="http://schemas.openxmlformats.org/officeDocument/2006/relationships/image" Target="../media/image160.png"/><Relationship Id="rId7" Type="http://schemas.openxmlformats.org/officeDocument/2006/relationships/image" Target="../media/image142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" Type="http://schemas.openxmlformats.org/officeDocument/2006/relationships/image" Target="../media/image137.png"/><Relationship Id="rId16" Type="http://schemas.openxmlformats.org/officeDocument/2006/relationships/image" Target="../media/image167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4.png"/><Relationship Id="rId5" Type="http://schemas.openxmlformats.org/officeDocument/2006/relationships/image" Target="../media/image140.png"/><Relationship Id="rId15" Type="http://schemas.openxmlformats.org/officeDocument/2006/relationships/image" Target="../media/image166.png"/><Relationship Id="rId23" Type="http://schemas.openxmlformats.org/officeDocument/2006/relationships/image" Target="../media/image152.png"/><Relationship Id="rId10" Type="http://schemas.openxmlformats.org/officeDocument/2006/relationships/image" Target="../media/image145.png"/><Relationship Id="rId19" Type="http://schemas.openxmlformats.org/officeDocument/2006/relationships/image" Target="../media/image158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65.png"/><Relationship Id="rId22" Type="http://schemas.openxmlformats.org/officeDocument/2006/relationships/image" Target="../media/image1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8.png"/><Relationship Id="rId3" Type="http://schemas.openxmlformats.org/officeDocument/2006/relationships/image" Target="../media/image138.png"/><Relationship Id="rId21" Type="http://schemas.openxmlformats.org/officeDocument/2006/relationships/image" Target="../media/image160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67.png"/><Relationship Id="rId2" Type="http://schemas.openxmlformats.org/officeDocument/2006/relationships/image" Target="../media/image137.png"/><Relationship Id="rId16" Type="http://schemas.openxmlformats.org/officeDocument/2006/relationships/image" Target="../media/image174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4.png"/><Relationship Id="rId5" Type="http://schemas.openxmlformats.org/officeDocument/2006/relationships/image" Target="../media/image140.png"/><Relationship Id="rId15" Type="http://schemas.openxmlformats.org/officeDocument/2006/relationships/image" Target="../media/image173.png"/><Relationship Id="rId23" Type="http://schemas.openxmlformats.org/officeDocument/2006/relationships/image" Target="../media/image152.png"/><Relationship Id="rId10" Type="http://schemas.openxmlformats.org/officeDocument/2006/relationships/image" Target="../media/image145.png"/><Relationship Id="rId19" Type="http://schemas.openxmlformats.org/officeDocument/2006/relationships/image" Target="../media/image158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2.png"/><Relationship Id="rId22" Type="http://schemas.openxmlformats.org/officeDocument/2006/relationships/image" Target="../media/image16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79.png"/><Relationship Id="rId3" Type="http://schemas.openxmlformats.org/officeDocument/2006/relationships/image" Target="../media/image138.png"/><Relationship Id="rId21" Type="http://schemas.openxmlformats.org/officeDocument/2006/relationships/image" Target="../media/image158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78.png"/><Relationship Id="rId2" Type="http://schemas.openxmlformats.org/officeDocument/2006/relationships/image" Target="../media/image137.png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61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60.png"/><Relationship Id="rId10" Type="http://schemas.openxmlformats.org/officeDocument/2006/relationships/image" Target="../media/image145.png"/><Relationship Id="rId19" Type="http://schemas.openxmlformats.org/officeDocument/2006/relationships/image" Target="../media/image18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0.png"/><Relationship Id="rId3" Type="http://schemas.openxmlformats.org/officeDocument/2006/relationships/image" Target="../media/image138.png"/><Relationship Id="rId21" Type="http://schemas.openxmlformats.org/officeDocument/2006/relationships/image" Target="../media/image183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59.png"/><Relationship Id="rId2" Type="http://schemas.openxmlformats.org/officeDocument/2006/relationships/image" Target="../media/image137.png"/><Relationship Id="rId16" Type="http://schemas.openxmlformats.org/officeDocument/2006/relationships/image" Target="../media/image158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86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85.png"/><Relationship Id="rId10" Type="http://schemas.openxmlformats.org/officeDocument/2006/relationships/image" Target="../media/image145.png"/><Relationship Id="rId19" Type="http://schemas.openxmlformats.org/officeDocument/2006/relationships/image" Target="../media/image161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8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0.png"/><Relationship Id="rId26" Type="http://schemas.openxmlformats.org/officeDocument/2006/relationships/image" Target="../media/image191.png"/><Relationship Id="rId3" Type="http://schemas.openxmlformats.org/officeDocument/2006/relationships/image" Target="../media/image138.png"/><Relationship Id="rId21" Type="http://schemas.openxmlformats.org/officeDocument/2006/relationships/image" Target="../media/image183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59.png"/><Relationship Id="rId25" Type="http://schemas.openxmlformats.org/officeDocument/2006/relationships/image" Target="../media/image190.png"/><Relationship Id="rId2" Type="http://schemas.openxmlformats.org/officeDocument/2006/relationships/image" Target="../media/image137.png"/><Relationship Id="rId16" Type="http://schemas.openxmlformats.org/officeDocument/2006/relationships/image" Target="../media/image158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89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88.png"/><Relationship Id="rId28" Type="http://schemas.openxmlformats.org/officeDocument/2006/relationships/image" Target="../media/image193.png"/><Relationship Id="rId10" Type="http://schemas.openxmlformats.org/officeDocument/2006/relationships/image" Target="../media/image145.png"/><Relationship Id="rId19" Type="http://schemas.openxmlformats.org/officeDocument/2006/relationships/image" Target="../media/image161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870.png"/><Relationship Id="rId27" Type="http://schemas.openxmlformats.org/officeDocument/2006/relationships/image" Target="../media/image19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7.png"/><Relationship Id="rId4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9.png"/><Relationship Id="rId4" Type="http://schemas.openxmlformats.org/officeDocument/2006/relationships/image" Target="../media/image8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0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0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Mj-3S1tku0" TargetMode="External"/><Relationship Id="rId2" Type="http://schemas.openxmlformats.org/officeDocument/2006/relationships/hyperlink" Target="https://www.youtube.com/watch?v=ibJpTrp5mcE" TargetMode="Externa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chat.openai.com/chat" TargetMode="External"/><Relationship Id="rId4" Type="http://schemas.openxmlformats.org/officeDocument/2006/relationships/hyperlink" Target="https://www.youtube.com/watch?v=YOlOLxrMUOw&amp;t=563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3646424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蕭兆翔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陳信宏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201124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6_</a:t>
            </a:r>
            <a:r>
              <a:rPr kumimoji="0" lang="zh-TW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視覺神經網路</a:t>
            </a:r>
            <a:endParaRPr kumimoji="0" lang="en-US" altLang="zh-TW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DC2919-5408-D26A-E6D5-05C63DC6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C6086C-BE33-0173-193B-913CC732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8C3A435-DC36-5463-5EF3-90FEDE6C3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454" y="1136785"/>
            <a:ext cx="7888486" cy="53563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C362EC8-6535-AC8F-C648-5092592D3906}"/>
              </a:ext>
            </a:extLst>
          </p:cNvPr>
          <p:cNvSpPr txBox="1"/>
          <p:nvPr/>
        </p:nvSpPr>
        <p:spPr>
          <a:xfrm>
            <a:off x="0" y="3048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訓練網路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B7EC135-4C1D-2C1B-1042-3F8C6BC4CA7E}"/>
              </a:ext>
            </a:extLst>
          </p:cNvPr>
          <p:cNvSpPr txBox="1"/>
          <p:nvPr/>
        </p:nvSpPr>
        <p:spPr>
          <a:xfrm>
            <a:off x="8137237" y="5126182"/>
            <a:ext cx="1596912" cy="76944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作用</a:t>
            </a:r>
            <a:r>
              <a:rPr lang="en-US" altLang="zh-TW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sz="4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6E68110-A950-2421-085E-B25E00342AE8}"/>
              </a:ext>
            </a:extLst>
          </p:cNvPr>
          <p:cNvCxnSpPr>
            <a:endCxn id="6" idx="1"/>
          </p:cNvCxnSpPr>
          <p:nvPr/>
        </p:nvCxnSpPr>
        <p:spPr>
          <a:xfrm>
            <a:off x="7130473" y="4378037"/>
            <a:ext cx="1006764" cy="1132866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4A129B8-ACE9-F04E-94D8-07416DDF3C9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818910" y="5172364"/>
            <a:ext cx="2318327" cy="338539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9AFF31E-9FE7-499F-CAA9-2AF3EA08F001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172364" y="5467928"/>
            <a:ext cx="2964873" cy="42975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5E60DB6-93D2-4FB0-7F2F-598D27AD3A0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301673" y="5510903"/>
            <a:ext cx="2835564" cy="723643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74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2037977"/>
            <a:ext cx="9144000" cy="238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Back</a:t>
            </a:r>
            <a:r>
              <a:rPr lang="en-US" altLang="zh-TW" sz="4800" dirty="0"/>
              <a:t>propagation</a:t>
            </a:r>
            <a:br>
              <a:rPr lang="en-US" altLang="zh-TW" sz="4800" dirty="0"/>
            </a:br>
            <a:r>
              <a:rPr lang="zh-TW" altLang="en-US" sz="4800" dirty="0"/>
              <a:t>倒傳遞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73A58B0-A1E3-42E8-AC8C-95E524E78D0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什麼是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Back propagation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DF6E769-028A-4C34-A3CA-8EBDDB37A3AD}"/>
              </a:ext>
            </a:extLst>
          </p:cNvPr>
          <p:cNvSpPr txBox="1"/>
          <p:nvPr/>
        </p:nvSpPr>
        <p:spPr>
          <a:xfrm>
            <a:off x="633554" y="1217693"/>
            <a:ext cx="6271910" cy="21209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更新權重的技巧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使用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標楷體" panose="03000509000000000000" pitchFamily="65" charset="-120"/>
                <a:cs typeface="+mn-cs"/>
              </a:rPr>
              <a:t>Chain Rule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(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鏈鎖律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)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達成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1970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年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Seppo 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Linnainmaa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發表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反向傳播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1974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年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Paul J. 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Werbos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將反向傳播用在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神經網路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訓練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1985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年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Geoffrey Hinton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推廣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並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證明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倒傳遞可以學習特徵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pic>
        <p:nvPicPr>
          <p:cNvPr id="4" name="Picture 4" descr="Geoff Hinton – Yuzuha Oka">
            <a:extLst>
              <a:ext uri="{FF2B5EF4-FFF2-40B4-BE49-F238E27FC236}">
                <a16:creationId xmlns:a16="http://schemas.microsoft.com/office/drawing/2014/main" id="{951141F5-775E-45D9-A08C-7AE2BF277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7" r="36489" b="10703"/>
          <a:stretch/>
        </p:blipFill>
        <p:spPr bwMode="auto">
          <a:xfrm>
            <a:off x="1406054" y="3610070"/>
            <a:ext cx="2363455" cy="2120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969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39695F6E-07A2-45CB-ACD6-185FB3B2CBAD}"/>
              </a:ext>
            </a:extLst>
          </p:cNvPr>
          <p:cNvSpPr/>
          <p:nvPr/>
        </p:nvSpPr>
        <p:spPr>
          <a:xfrm>
            <a:off x="6408816" y="1582716"/>
            <a:ext cx="5029196" cy="26948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F9196F9-B131-401D-979A-08045FFBC5E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Gradient descent </a:t>
            </a: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複習</a:t>
            </a:r>
            <a:endParaRPr kumimoji="0" lang="en-US" altLang="zh-TW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69DC746-3D66-4BF9-8DD2-4C86CA68A89A}"/>
              </a:ext>
            </a:extLst>
          </p:cNvPr>
          <p:cNvCxnSpPr>
            <a:cxnSpLocks/>
          </p:cNvCxnSpPr>
          <p:nvPr/>
        </p:nvCxnSpPr>
        <p:spPr>
          <a:xfrm flipV="1">
            <a:off x="1640541" y="1999131"/>
            <a:ext cx="0" cy="3648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74336C7-8F8B-4F89-9301-6CC4B0940832}"/>
              </a:ext>
            </a:extLst>
          </p:cNvPr>
          <p:cNvCxnSpPr/>
          <p:nvPr/>
        </p:nvCxnSpPr>
        <p:spPr>
          <a:xfrm>
            <a:off x="1299883" y="5334001"/>
            <a:ext cx="466164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F099F427-4B25-4CCC-9C8C-953E13CF4F6D}"/>
              </a:ext>
            </a:extLst>
          </p:cNvPr>
          <p:cNvSpPr/>
          <p:nvPr/>
        </p:nvSpPr>
        <p:spPr>
          <a:xfrm>
            <a:off x="1936376" y="2196353"/>
            <a:ext cx="3585883" cy="3003638"/>
          </a:xfrm>
          <a:custGeom>
            <a:avLst/>
            <a:gdLst>
              <a:gd name="connsiteX0" fmla="*/ 0 w 3585883"/>
              <a:gd name="connsiteY0" fmla="*/ 179294 h 3003638"/>
              <a:gd name="connsiteX1" fmla="*/ 1954306 w 3585883"/>
              <a:gd name="connsiteY1" fmla="*/ 3003177 h 3003638"/>
              <a:gd name="connsiteX2" fmla="*/ 3585883 w 3585883"/>
              <a:gd name="connsiteY2" fmla="*/ 0 h 30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5883" h="3003638">
                <a:moveTo>
                  <a:pt x="0" y="179294"/>
                </a:moveTo>
                <a:cubicBezTo>
                  <a:pt x="678329" y="1606176"/>
                  <a:pt x="1356659" y="3033059"/>
                  <a:pt x="1954306" y="3003177"/>
                </a:cubicBezTo>
                <a:cubicBezTo>
                  <a:pt x="2551953" y="2973295"/>
                  <a:pt x="3068918" y="1486647"/>
                  <a:pt x="3585883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4851FBC-813A-46D5-8CC1-0051F4964A0B}"/>
                  </a:ext>
                </a:extLst>
              </p:cNvPr>
              <p:cNvSpPr txBox="1"/>
              <p:nvPr/>
            </p:nvSpPr>
            <p:spPr>
              <a:xfrm>
                <a:off x="5221664" y="1852349"/>
                <a:ext cx="6011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4851FBC-813A-46D5-8CC1-0051F4964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664" y="1852349"/>
                <a:ext cx="601190" cy="276999"/>
              </a:xfrm>
              <a:prstGeom prst="rect">
                <a:avLst/>
              </a:prstGeom>
              <a:blipFill>
                <a:blip r:embed="rId2"/>
                <a:stretch>
                  <a:fillRect l="-9184"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10B1E4B-4B03-49A0-A80F-B23FD59A5194}"/>
                  </a:ext>
                </a:extLst>
              </p:cNvPr>
              <p:cNvSpPr/>
              <p:nvPr/>
            </p:nvSpPr>
            <p:spPr>
              <a:xfrm>
                <a:off x="3729317" y="54680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10B1E4B-4B03-49A0-A80F-B23FD59A51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317" y="5468012"/>
                <a:ext cx="4660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DC2B80F-DEC3-45A3-9720-D9CDA1DC8C4F}"/>
                  </a:ext>
                </a:extLst>
              </p:cNvPr>
              <p:cNvSpPr/>
              <p:nvPr/>
            </p:nvSpPr>
            <p:spPr>
              <a:xfrm>
                <a:off x="706768" y="3112568"/>
                <a:ext cx="7858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DC2B80F-DEC3-45A3-9720-D9CDA1DC8C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68" y="3112568"/>
                <a:ext cx="785856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97C712-1D11-43B3-9D4B-A784B72262CA}"/>
                  </a:ext>
                </a:extLst>
              </p:cNvPr>
              <p:cNvSpPr txBox="1"/>
              <p:nvPr/>
            </p:nvSpPr>
            <p:spPr>
              <a:xfrm>
                <a:off x="8374237" y="1783598"/>
                <a:ext cx="16933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zh-TW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′</m:t>
                          </m:r>
                        </m:sup>
                      </m:sSubSup>
                      <m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𝜂</m:t>
                      </m:r>
                      <m:r>
                        <m:rPr>
                          <m:sty m:val="p"/>
                        </m:rPr>
                        <a:rPr kumimoji="0" lang="zh-TW" alt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∇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97C712-1D11-43B3-9D4B-A784B7226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37" y="1783598"/>
                <a:ext cx="1693348" cy="276999"/>
              </a:xfrm>
              <a:prstGeom prst="rect">
                <a:avLst/>
              </a:prstGeom>
              <a:blipFill>
                <a:blip r:embed="rId5"/>
                <a:stretch>
                  <a:fillRect l="-2878" b="-2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54713DA-0DF4-4867-AB83-A46D0FBFD130}"/>
                  </a:ext>
                </a:extLst>
              </p:cNvPr>
              <p:cNvSpPr/>
              <p:nvPr/>
            </p:nvSpPr>
            <p:spPr>
              <a:xfrm>
                <a:off x="7764349" y="4540369"/>
                <a:ext cx="2787110" cy="1477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zh-TW" altLang="en-US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zh-TW" altLang="en-US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′</m:t>
                        </m:r>
                      </m:sup>
                    </m:sSubSup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: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新的參數</a:t>
                </a: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zh-TW" altLang="en-US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: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舊參數</a:t>
                </a: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zh-TW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𝜂</m:t>
                    </m:r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: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學習速率 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learning rate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∇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: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梯度</a:t>
                </a: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d>
                      <m:d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e>
                    </m:d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: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損失函數 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loss function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54713DA-0DF4-4867-AB83-A46D0FBFD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349" y="4540369"/>
                <a:ext cx="2787110" cy="1477328"/>
              </a:xfrm>
              <a:prstGeom prst="rect">
                <a:avLst/>
              </a:prstGeom>
              <a:blipFill>
                <a:blip r:embed="rId6"/>
                <a:stretch>
                  <a:fillRect t="-2479" r="-656" b="-61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0E91861-812D-43EC-B68D-3ED85032A8C4}"/>
                  </a:ext>
                </a:extLst>
              </p:cNvPr>
              <p:cNvSpPr txBox="1"/>
              <p:nvPr/>
            </p:nvSpPr>
            <p:spPr>
              <a:xfrm>
                <a:off x="2642876" y="3244334"/>
                <a:ext cx="1793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假如我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zh-TW" altLang="en-US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zh-TW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在這裡</m:t>
                    </m:r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0E91861-812D-43EC-B68D-3ED85032A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876" y="3244334"/>
                <a:ext cx="1793376" cy="369332"/>
              </a:xfrm>
              <a:prstGeom prst="rect">
                <a:avLst/>
              </a:prstGeom>
              <a:blipFill>
                <a:blip r:embed="rId7"/>
                <a:stretch>
                  <a:fillRect l="-3061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873CED8-A15D-44D4-A410-B9B7BF68BC3D}"/>
              </a:ext>
            </a:extLst>
          </p:cNvPr>
          <p:cNvCxnSpPr>
            <a:cxnSpLocks/>
          </p:cNvCxnSpPr>
          <p:nvPr/>
        </p:nvCxnSpPr>
        <p:spPr>
          <a:xfrm>
            <a:off x="2529354" y="3582894"/>
            <a:ext cx="417232" cy="85713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3F2BE838-22C4-41D9-BE87-53C3E04A6B9B}"/>
              </a:ext>
            </a:extLst>
          </p:cNvPr>
          <p:cNvSpPr/>
          <p:nvPr/>
        </p:nvSpPr>
        <p:spPr>
          <a:xfrm>
            <a:off x="2418043" y="3438416"/>
            <a:ext cx="197222" cy="19722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0E5BAA8-E081-40A4-B530-A5A106AE3C63}"/>
              </a:ext>
            </a:extLst>
          </p:cNvPr>
          <p:cNvSpPr txBox="1"/>
          <p:nvPr/>
        </p:nvSpPr>
        <p:spPr>
          <a:xfrm>
            <a:off x="2946586" y="3814427"/>
            <a:ext cx="1881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沿著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梯度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方向走，變化會最大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80D00E40-F04B-41CA-8AE7-5CEB21A0A021}"/>
                  </a:ext>
                </a:extLst>
              </p:cNvPr>
              <p:cNvSpPr txBox="1"/>
              <p:nvPr/>
            </p:nvSpPr>
            <p:spPr>
              <a:xfrm>
                <a:off x="6774613" y="2893271"/>
                <a:ext cx="3167662" cy="582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當中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zh-TW" alt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∇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又可以寫成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kumimoji="0" lang="zh-TW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  <m:d>
                            <m:d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0" lang="zh-TW" alt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kumimoji="0" lang="zh-TW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80D00E40-F04B-41CA-8AE7-5CEB21A0A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613" y="2893271"/>
                <a:ext cx="3167662" cy="5828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12D7108B-44EC-4FEB-BA6C-2B74E2EB2380}"/>
              </a:ext>
            </a:extLst>
          </p:cNvPr>
          <p:cNvSpPr txBox="1"/>
          <p:nvPr/>
        </p:nvSpPr>
        <p:spPr>
          <a:xfrm>
            <a:off x="6768412" y="3692183"/>
            <a:ext cx="439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亦即 對函數中的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權重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取微分即可得到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梯度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026B43F-848A-41C4-9C9E-C33DE739E9E4}"/>
              </a:ext>
            </a:extLst>
          </p:cNvPr>
          <p:cNvSpPr/>
          <p:nvPr/>
        </p:nvSpPr>
        <p:spPr>
          <a:xfrm>
            <a:off x="6709411" y="1757993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權重更新方法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: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D0051D-660C-42D1-9A04-4EDA18F17858}"/>
              </a:ext>
            </a:extLst>
          </p:cNvPr>
          <p:cNvSpPr/>
          <p:nvPr/>
        </p:nvSpPr>
        <p:spPr>
          <a:xfrm>
            <a:off x="6709411" y="2323391"/>
            <a:ext cx="3738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新權重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=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舊權重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-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學習速率*梯度方向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48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F9196F9-B131-401D-979A-08045FFBC5E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參數很多的時</a:t>
            </a:r>
            <a:endParaRPr kumimoji="0" lang="en-US" altLang="zh-TW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97C712-1D11-43B3-9D4B-A784B72262CA}"/>
                  </a:ext>
                </a:extLst>
              </p:cNvPr>
              <p:cNvSpPr txBox="1"/>
              <p:nvPr/>
            </p:nvSpPr>
            <p:spPr>
              <a:xfrm>
                <a:off x="1339312" y="1992417"/>
                <a:ext cx="2967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{</m:t>
                      </m:r>
                      <m:sSub>
                        <m:sSub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zh-TW" alt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、</m:t>
                      </m:r>
                      <m:sSub>
                        <m:sSub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、</m:t>
                      </m:r>
                      <m:sSub>
                        <m:sSub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、</m:t>
                      </m:r>
                      <m:sSub>
                        <m:sSub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……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}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97C712-1D11-43B3-9D4B-A784B7226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12" y="1992417"/>
                <a:ext cx="2967672" cy="276999"/>
              </a:xfrm>
              <a:prstGeom prst="rect">
                <a:avLst/>
              </a:prstGeom>
              <a:blipFill>
                <a:blip r:embed="rId2"/>
                <a:stretch>
                  <a:fillRect l="-205" t="-2222" r="-1027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8026B43F-848A-41C4-9C9E-C33DE739E9E4}"/>
              </a:ext>
            </a:extLst>
          </p:cNvPr>
          <p:cNvSpPr/>
          <p:nvPr/>
        </p:nvSpPr>
        <p:spPr>
          <a:xfrm>
            <a:off x="3226493" y="392838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對每個權重都進行微分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B6949A-B418-4A2F-87FA-5DCFC41BDE89}"/>
              </a:ext>
            </a:extLst>
          </p:cNvPr>
          <p:cNvSpPr/>
          <p:nvPr/>
        </p:nvSpPr>
        <p:spPr>
          <a:xfrm>
            <a:off x="628861" y="1946251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假如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B0B63F7-A444-49C7-91E3-D64BFD87C7BB}"/>
                  </a:ext>
                </a:extLst>
              </p:cNvPr>
              <p:cNvSpPr/>
              <p:nvPr/>
            </p:nvSpPr>
            <p:spPr>
              <a:xfrm>
                <a:off x="739360" y="2880982"/>
                <a:ext cx="2401555" cy="2464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zh-TW" alt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∇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zh-TW" alt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/</m:t>
                              </m:r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/</m:t>
                              </m:r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US" altLang="zh-TW" sz="18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/</m:t>
                              </m:r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US" altLang="zh-TW" sz="18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/</m:t>
                              </m:r>
                              <m:r>
                                <a:rPr kumimoji="0" lang="zh-TW" alt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kumimoji="0" lang="zh-TW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US" altLang="zh-TW" sz="18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:</m:t>
                              </m:r>
                            </m:e>
                            <m:e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B0B63F7-A444-49C7-91E3-D64BFD87C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60" y="2880982"/>
                <a:ext cx="2401555" cy="2464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EE38421-F265-45EB-B304-3272FF62F7A5}"/>
              </a:ext>
            </a:extLst>
          </p:cNvPr>
          <p:cNvCxnSpPr>
            <a:cxnSpLocks/>
          </p:cNvCxnSpPr>
          <p:nvPr/>
        </p:nvCxnSpPr>
        <p:spPr>
          <a:xfrm>
            <a:off x="5898777" y="1390650"/>
            <a:ext cx="0" cy="479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簡單使用keras 架構深度學習神經網路— 以cifar10為例| by Eddie Hsiao | Medium">
            <a:extLst>
              <a:ext uri="{FF2B5EF4-FFF2-40B4-BE49-F238E27FC236}">
                <a16:creationId xmlns:a16="http://schemas.microsoft.com/office/drawing/2014/main" id="{453225D3-6525-42C2-9BB3-8F4359B17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4" t="11429" r="6883"/>
          <a:stretch/>
        </p:blipFill>
        <p:spPr bwMode="auto">
          <a:xfrm>
            <a:off x="6293223" y="1730918"/>
            <a:ext cx="4888807" cy="23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4B0B1C42-BA47-42AF-9C87-C115279977F1}"/>
              </a:ext>
            </a:extLst>
          </p:cNvPr>
          <p:cNvCxnSpPr>
            <a:cxnSpLocks/>
          </p:cNvCxnSpPr>
          <p:nvPr/>
        </p:nvCxnSpPr>
        <p:spPr>
          <a:xfrm flipV="1">
            <a:off x="6550392" y="1857650"/>
            <a:ext cx="840582" cy="12114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9593664A-E5F7-4F2F-9209-873F9D4FA0BE}"/>
                  </a:ext>
                </a:extLst>
              </p:cNvPr>
              <p:cNvSpPr txBox="1"/>
              <p:nvPr/>
            </p:nvSpPr>
            <p:spPr>
              <a:xfrm>
                <a:off x="6044149" y="1404210"/>
                <a:ext cx="14464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假設這條是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TW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zh-TW" alt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9593664A-E5F7-4F2F-9209-873F9D4FA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149" y="1404210"/>
                <a:ext cx="1446422" cy="338554"/>
              </a:xfrm>
              <a:prstGeom prst="rect">
                <a:avLst/>
              </a:prstGeom>
              <a:blipFill>
                <a:blip r:embed="rId5"/>
                <a:stretch>
                  <a:fillRect l="-2101" t="-5357"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00028FC-F2FE-4A48-A5E4-5F60A43EABAD}"/>
                  </a:ext>
                </a:extLst>
              </p:cNvPr>
              <p:cNvSpPr/>
              <p:nvPr/>
            </p:nvSpPr>
            <p:spPr>
              <a:xfrm>
                <a:off x="11087600" y="2615098"/>
                <a:ext cx="698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00028FC-F2FE-4A48-A5E4-5F60A43EA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600" y="2615098"/>
                <a:ext cx="69871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4049F265-4E51-4866-B028-0551CFE5D416}"/>
              </a:ext>
            </a:extLst>
          </p:cNvPr>
          <p:cNvSpPr/>
          <p:nvPr/>
        </p:nvSpPr>
        <p:spPr>
          <a:xfrm>
            <a:off x="10200403" y="2116171"/>
            <a:ext cx="946684" cy="160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E5A4520-E596-468E-A9DD-FC491EBABF07}"/>
                  </a:ext>
                </a:extLst>
              </p:cNvPr>
              <p:cNvSpPr txBox="1"/>
              <p:nvPr/>
            </p:nvSpPr>
            <p:spPr>
              <a:xfrm>
                <a:off x="10702281" y="1808190"/>
                <a:ext cx="12105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最終計算</a:t>
                </a:r>
                <a:endPara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出來的</a:t>
                </a:r>
                <a14:m>
                  <m:oMath xmlns:m="http://schemas.openxmlformats.org/officeDocument/2006/math">
                    <m:r>
                      <a:rPr kumimoji="0" lang="en-US" altLang="zh-TW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𝑙𝑜𝑠𝑠</m:t>
                    </m:r>
                  </m:oMath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E5A4520-E596-468E-A9DD-FC491EBAB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2281" y="1808190"/>
                <a:ext cx="1210588" cy="584775"/>
              </a:xfrm>
              <a:prstGeom prst="rect">
                <a:avLst/>
              </a:prstGeom>
              <a:blipFill>
                <a:blip r:embed="rId7"/>
                <a:stretch>
                  <a:fillRect l="-1010" t="-3125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7B2CD835-01D8-452E-9B1B-99613EA61ECF}"/>
              </a:ext>
            </a:extLst>
          </p:cNvPr>
          <p:cNvCxnSpPr>
            <a:cxnSpLocks/>
          </p:cNvCxnSpPr>
          <p:nvPr/>
        </p:nvCxnSpPr>
        <p:spPr>
          <a:xfrm>
            <a:off x="7551420" y="1842410"/>
            <a:ext cx="861060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5C5705B3-3045-4207-94A0-8D8A3A44B397}"/>
              </a:ext>
            </a:extLst>
          </p:cNvPr>
          <p:cNvCxnSpPr>
            <a:cxnSpLocks/>
          </p:cNvCxnSpPr>
          <p:nvPr/>
        </p:nvCxnSpPr>
        <p:spPr>
          <a:xfrm>
            <a:off x="7551420" y="1842410"/>
            <a:ext cx="861060" cy="28850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D7D1E4AF-2DC3-4E71-A19B-DB009E72B8FF}"/>
              </a:ext>
            </a:extLst>
          </p:cNvPr>
          <p:cNvCxnSpPr>
            <a:cxnSpLocks/>
          </p:cNvCxnSpPr>
          <p:nvPr/>
        </p:nvCxnSpPr>
        <p:spPr>
          <a:xfrm>
            <a:off x="7565344" y="1842409"/>
            <a:ext cx="847136" cy="55055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2B1ED9A-4383-4212-82AA-40B514D0AE00}"/>
              </a:ext>
            </a:extLst>
          </p:cNvPr>
          <p:cNvCxnSpPr>
            <a:cxnSpLocks/>
          </p:cNvCxnSpPr>
          <p:nvPr/>
        </p:nvCxnSpPr>
        <p:spPr>
          <a:xfrm>
            <a:off x="7551420" y="1855639"/>
            <a:ext cx="861060" cy="75945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329C567B-90F7-4FEF-B819-C010746FC4ED}"/>
              </a:ext>
            </a:extLst>
          </p:cNvPr>
          <p:cNvCxnSpPr>
            <a:cxnSpLocks/>
          </p:cNvCxnSpPr>
          <p:nvPr/>
        </p:nvCxnSpPr>
        <p:spPr>
          <a:xfrm>
            <a:off x="7565344" y="1855639"/>
            <a:ext cx="847136" cy="1025343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1C4C59F-296E-4110-9902-87316CE431FA}"/>
              </a:ext>
            </a:extLst>
          </p:cNvPr>
          <p:cNvCxnSpPr>
            <a:cxnSpLocks/>
          </p:cNvCxnSpPr>
          <p:nvPr/>
        </p:nvCxnSpPr>
        <p:spPr>
          <a:xfrm>
            <a:off x="7565344" y="1855639"/>
            <a:ext cx="847136" cy="130666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AE994A1B-5345-4390-805F-560D2CC3A61A}"/>
              </a:ext>
            </a:extLst>
          </p:cNvPr>
          <p:cNvCxnSpPr>
            <a:cxnSpLocks/>
          </p:cNvCxnSpPr>
          <p:nvPr/>
        </p:nvCxnSpPr>
        <p:spPr>
          <a:xfrm>
            <a:off x="7572306" y="1857650"/>
            <a:ext cx="854098" cy="157135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C190FC18-885F-4FEE-BE87-8C6DDD1EFE44}"/>
              </a:ext>
            </a:extLst>
          </p:cNvPr>
          <p:cNvCxnSpPr>
            <a:cxnSpLocks/>
          </p:cNvCxnSpPr>
          <p:nvPr/>
        </p:nvCxnSpPr>
        <p:spPr>
          <a:xfrm>
            <a:off x="7565344" y="1842408"/>
            <a:ext cx="861060" cy="1821542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804D593B-72B3-4C9F-9C10-6AF5BAB36D9A}"/>
              </a:ext>
            </a:extLst>
          </p:cNvPr>
          <p:cNvCxnSpPr>
            <a:cxnSpLocks/>
          </p:cNvCxnSpPr>
          <p:nvPr/>
        </p:nvCxnSpPr>
        <p:spPr>
          <a:xfrm>
            <a:off x="7549973" y="1837269"/>
            <a:ext cx="876431" cy="209111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70EE501D-0174-4CC8-8103-C391A90273F3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1430D8A-C26C-4095-95F9-49ABA097FD86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D0971CEA-1D51-47DA-A088-FB7E7A66FE1E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28EFA2BB-1B79-4E3D-97FA-E8013852F05D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B4E6D176-1FA1-42DC-80EB-A7C7D6CEDEC7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99374F6D-1982-40EA-AAB4-95EBC41B25B3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13250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53736E7-9FE7-469E-911C-4535801508D8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84116" cy="15917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48A0E0E1-EDA4-472B-A7BA-E1BB45D94DDB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84116" cy="182668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CBCA6A55-F4B0-4270-B5CC-E4FA926F4C4D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84116" cy="209111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B810C9D-9A7E-44C7-BB08-6DEE29F59A22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45AA7792-F5C2-4130-9DFA-65D42FDE76E3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E612380A-4232-4543-A981-B0C29F126D8E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12780598-F01C-4FBD-8D2D-6FFABC76C7E0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DE2C94B7-850A-4724-BE60-CF5BF0775557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2738E6A0-8566-4C6C-83F0-628AA4CF7FD7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13250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2EBAAC30-895B-44A6-A26E-0F25C578817B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84116" cy="15917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3AC301FC-2CF2-4B2A-9159-2354491E7D3E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84116" cy="182668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5DDC2155-505A-4CD6-991B-717583C63818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1578C0B9-772C-4D3A-8F9B-72E5F533B0C1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7ED3E9F5-764A-4A5D-B902-0308E0D0CF2D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F479F2B7-0B4C-40B9-9090-CBBCBD6E1773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ED8676C3-329A-4B17-AAA6-668B96298C55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DF8264B3-D745-49BB-855F-8AEEFDE42FC2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13250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69164E83-A272-43E0-B00C-85B02C046FEE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84116" cy="15917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ADF5435-286E-4A99-9973-9914497557D9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9EC5E516-0E83-4FA5-BE80-52064E500F24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4C4353B2-E663-48EF-A7DE-F28C5DADFFA6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559CD70E-DD8E-4C30-B892-09EC21E6F74B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5B3D3CE4-6807-431E-9E04-E2B5779F32E5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8CC6F16E-13FB-4607-938A-2B7A225F2E9C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13250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36C879A9-3AB2-411B-9E7B-D62E1AB0F068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9DAF017E-3F8A-4197-8BEA-8C01990DF18C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B6DD8CEC-871E-4844-B377-6730D7946A00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7306CCBC-AE3F-4682-8AEE-14C768C4FC74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959EBC56-BED8-4563-9C11-70723BC5C2AE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>
            <a:extLst>
              <a:ext uri="{FF2B5EF4-FFF2-40B4-BE49-F238E27FC236}">
                <a16:creationId xmlns:a16="http://schemas.microsoft.com/office/drawing/2014/main" id="{BE325E9A-9AA4-410A-853C-A8A4B57CE89F}"/>
              </a:ext>
            </a:extLst>
          </p:cNvPr>
          <p:cNvCxnSpPr>
            <a:cxnSpLocks/>
          </p:cNvCxnSpPr>
          <p:nvPr/>
        </p:nvCxnSpPr>
        <p:spPr>
          <a:xfrm>
            <a:off x="8582969" y="3152675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01682524-20F8-4EEA-98D6-94C5B2ABC09A}"/>
              </a:ext>
            </a:extLst>
          </p:cNvPr>
          <p:cNvCxnSpPr>
            <a:cxnSpLocks/>
          </p:cNvCxnSpPr>
          <p:nvPr/>
        </p:nvCxnSpPr>
        <p:spPr>
          <a:xfrm>
            <a:off x="8582969" y="3152675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6CDF0891-8443-4EDF-AA08-CE838FDFE028}"/>
              </a:ext>
            </a:extLst>
          </p:cNvPr>
          <p:cNvCxnSpPr>
            <a:cxnSpLocks/>
          </p:cNvCxnSpPr>
          <p:nvPr/>
        </p:nvCxnSpPr>
        <p:spPr>
          <a:xfrm>
            <a:off x="8582969" y="3152675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FB47E4CC-6F1E-4A93-BC43-EE23AF099B8A}"/>
              </a:ext>
            </a:extLst>
          </p:cNvPr>
          <p:cNvCxnSpPr>
            <a:cxnSpLocks/>
          </p:cNvCxnSpPr>
          <p:nvPr/>
        </p:nvCxnSpPr>
        <p:spPr>
          <a:xfrm>
            <a:off x="8582969" y="3152675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92351387-7648-4E9F-BA34-340674747952}"/>
              </a:ext>
            </a:extLst>
          </p:cNvPr>
          <p:cNvCxnSpPr>
            <a:cxnSpLocks/>
          </p:cNvCxnSpPr>
          <p:nvPr/>
        </p:nvCxnSpPr>
        <p:spPr>
          <a:xfrm>
            <a:off x="8578354" y="3376086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8B353404-2A64-4E7E-A821-113BF14DFD89}"/>
              </a:ext>
            </a:extLst>
          </p:cNvPr>
          <p:cNvCxnSpPr>
            <a:cxnSpLocks/>
          </p:cNvCxnSpPr>
          <p:nvPr/>
        </p:nvCxnSpPr>
        <p:spPr>
          <a:xfrm>
            <a:off x="8578354" y="3376086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接點 133">
            <a:extLst>
              <a:ext uri="{FF2B5EF4-FFF2-40B4-BE49-F238E27FC236}">
                <a16:creationId xmlns:a16="http://schemas.microsoft.com/office/drawing/2014/main" id="{66B5FF4F-AA82-493E-8299-3667950105E5}"/>
              </a:ext>
            </a:extLst>
          </p:cNvPr>
          <p:cNvCxnSpPr>
            <a:cxnSpLocks/>
          </p:cNvCxnSpPr>
          <p:nvPr/>
        </p:nvCxnSpPr>
        <p:spPr>
          <a:xfrm>
            <a:off x="8578354" y="3376086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6EDED4F7-E7D3-41DD-81D7-EC7155A30957}"/>
              </a:ext>
            </a:extLst>
          </p:cNvPr>
          <p:cNvCxnSpPr>
            <a:cxnSpLocks/>
          </p:cNvCxnSpPr>
          <p:nvPr/>
        </p:nvCxnSpPr>
        <p:spPr>
          <a:xfrm>
            <a:off x="8573665" y="3642560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C3EBF3D1-3B5E-4E24-B831-D4B3F655D23B}"/>
              </a:ext>
            </a:extLst>
          </p:cNvPr>
          <p:cNvCxnSpPr>
            <a:cxnSpLocks/>
          </p:cNvCxnSpPr>
          <p:nvPr/>
        </p:nvCxnSpPr>
        <p:spPr>
          <a:xfrm>
            <a:off x="8573665" y="3642560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3C6F1CF9-DC47-4F7E-8728-A8DED05825CD}"/>
              </a:ext>
            </a:extLst>
          </p:cNvPr>
          <p:cNvCxnSpPr>
            <a:cxnSpLocks/>
          </p:cNvCxnSpPr>
          <p:nvPr/>
        </p:nvCxnSpPr>
        <p:spPr>
          <a:xfrm>
            <a:off x="8600213" y="3901315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接點 171">
            <a:extLst>
              <a:ext uri="{FF2B5EF4-FFF2-40B4-BE49-F238E27FC236}">
                <a16:creationId xmlns:a16="http://schemas.microsoft.com/office/drawing/2014/main" id="{E75A7196-4217-4CB1-87AA-FFCB2E94ACA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10A7DE39-D154-4751-8E93-DDA00FF943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E92B5718-CEDB-488E-98E8-4D270F0924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接點 174">
            <a:extLst>
              <a:ext uri="{FF2B5EF4-FFF2-40B4-BE49-F238E27FC236}">
                <a16:creationId xmlns:a16="http://schemas.microsoft.com/office/drawing/2014/main" id="{E9E039CE-7A06-4C52-8541-A85017D75F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9F3CDF64-D40C-4082-953A-1EEC16B952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接點 176">
            <a:extLst>
              <a:ext uri="{FF2B5EF4-FFF2-40B4-BE49-F238E27FC236}">
                <a16:creationId xmlns:a16="http://schemas.microsoft.com/office/drawing/2014/main" id="{87214BD1-1AA9-4990-9F87-7F80C69CE9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131540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66787268-9BA4-4C43-BA82-6477127B5A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1384" y="1842408"/>
            <a:ext cx="884116" cy="158016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1B53519E-DEC4-46E8-BB53-C722354A755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1384" y="1842408"/>
            <a:ext cx="884116" cy="181341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接點 179">
            <a:extLst>
              <a:ext uri="{FF2B5EF4-FFF2-40B4-BE49-F238E27FC236}">
                <a16:creationId xmlns:a16="http://schemas.microsoft.com/office/drawing/2014/main" id="{D1B12010-5272-4641-B1D8-105465E677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1384" y="1842408"/>
            <a:ext cx="884116" cy="207592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F4F7B90-B633-45BC-A058-E9CE44B174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接點 181">
            <a:extLst>
              <a:ext uri="{FF2B5EF4-FFF2-40B4-BE49-F238E27FC236}">
                <a16:creationId xmlns:a16="http://schemas.microsoft.com/office/drawing/2014/main" id="{102A838B-4DD4-4F1E-B94D-531785A4009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接點 182">
            <a:extLst>
              <a:ext uri="{FF2B5EF4-FFF2-40B4-BE49-F238E27FC236}">
                <a16:creationId xmlns:a16="http://schemas.microsoft.com/office/drawing/2014/main" id="{E5BFBC3D-0D73-4F8C-BAAB-981EDA9F33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接點 183">
            <a:extLst>
              <a:ext uri="{FF2B5EF4-FFF2-40B4-BE49-F238E27FC236}">
                <a16:creationId xmlns:a16="http://schemas.microsoft.com/office/drawing/2014/main" id="{3CF8DC7A-90F1-4806-9AF5-E25A68BF9D9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接點 184">
            <a:extLst>
              <a:ext uri="{FF2B5EF4-FFF2-40B4-BE49-F238E27FC236}">
                <a16:creationId xmlns:a16="http://schemas.microsoft.com/office/drawing/2014/main" id="{FB79E61D-FCAE-4F86-93EB-5B374F31DB5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接點 185">
            <a:extLst>
              <a:ext uri="{FF2B5EF4-FFF2-40B4-BE49-F238E27FC236}">
                <a16:creationId xmlns:a16="http://schemas.microsoft.com/office/drawing/2014/main" id="{33DC5668-0A7E-4D6D-92B5-B31D0F3A6F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131540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接點 186">
            <a:extLst>
              <a:ext uri="{FF2B5EF4-FFF2-40B4-BE49-F238E27FC236}">
                <a16:creationId xmlns:a16="http://schemas.microsoft.com/office/drawing/2014/main" id="{C8CEBC32-DF50-4301-A539-5999DB26A05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73665" y="2099843"/>
            <a:ext cx="884116" cy="158016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接點 187">
            <a:extLst>
              <a:ext uri="{FF2B5EF4-FFF2-40B4-BE49-F238E27FC236}">
                <a16:creationId xmlns:a16="http://schemas.microsoft.com/office/drawing/2014/main" id="{65DFAB1A-FD8E-4D47-B692-D0AF2212B9F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73665" y="2099843"/>
            <a:ext cx="884116" cy="181341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接點 188">
            <a:extLst>
              <a:ext uri="{FF2B5EF4-FFF2-40B4-BE49-F238E27FC236}">
                <a16:creationId xmlns:a16="http://schemas.microsoft.com/office/drawing/2014/main" id="{43106AD9-1057-4278-A6D2-4EC920C68F2F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50512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接點 189">
            <a:extLst>
              <a:ext uri="{FF2B5EF4-FFF2-40B4-BE49-F238E27FC236}">
                <a16:creationId xmlns:a16="http://schemas.microsoft.com/office/drawing/2014/main" id="{8966116E-FB1E-493D-9485-FD451BA5859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22293" y="2344162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接點 190">
            <a:extLst>
              <a:ext uri="{FF2B5EF4-FFF2-40B4-BE49-F238E27FC236}">
                <a16:creationId xmlns:a16="http://schemas.microsoft.com/office/drawing/2014/main" id="{3BD786DA-EA7D-48CF-877D-F9FA7CD96B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接點 191">
            <a:extLst>
              <a:ext uri="{FF2B5EF4-FFF2-40B4-BE49-F238E27FC236}">
                <a16:creationId xmlns:a16="http://schemas.microsoft.com/office/drawing/2014/main" id="{1933FD5F-DFF6-48F9-8D24-8697977D08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接點 192">
            <a:extLst>
              <a:ext uri="{FF2B5EF4-FFF2-40B4-BE49-F238E27FC236}">
                <a16:creationId xmlns:a16="http://schemas.microsoft.com/office/drawing/2014/main" id="{BB2E4F16-BA83-4CD3-96DD-A9D308BF3F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接點 193">
            <a:extLst>
              <a:ext uri="{FF2B5EF4-FFF2-40B4-BE49-F238E27FC236}">
                <a16:creationId xmlns:a16="http://schemas.microsoft.com/office/drawing/2014/main" id="{25C5428F-0804-48CA-83B5-5E68A257AE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131540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接點 194">
            <a:extLst>
              <a:ext uri="{FF2B5EF4-FFF2-40B4-BE49-F238E27FC236}">
                <a16:creationId xmlns:a16="http://schemas.microsoft.com/office/drawing/2014/main" id="{2A87B6D0-C4C3-46C1-972D-2A274D04598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2969" y="2369562"/>
            <a:ext cx="884116" cy="158016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接點 195">
            <a:extLst>
              <a:ext uri="{FF2B5EF4-FFF2-40B4-BE49-F238E27FC236}">
                <a16:creationId xmlns:a16="http://schemas.microsoft.com/office/drawing/2014/main" id="{FA5C6A36-9F98-4B83-9D59-70447A5167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接點 196">
            <a:extLst>
              <a:ext uri="{FF2B5EF4-FFF2-40B4-BE49-F238E27FC236}">
                <a16:creationId xmlns:a16="http://schemas.microsoft.com/office/drawing/2014/main" id="{BA48F037-62BC-4EEE-BCE8-FA50BCF841F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接點 197">
            <a:extLst>
              <a:ext uri="{FF2B5EF4-FFF2-40B4-BE49-F238E27FC236}">
                <a16:creationId xmlns:a16="http://schemas.microsoft.com/office/drawing/2014/main" id="{0E82E867-EA7D-4FC4-8725-3BF3909C8E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接點 198">
            <a:extLst>
              <a:ext uri="{FF2B5EF4-FFF2-40B4-BE49-F238E27FC236}">
                <a16:creationId xmlns:a16="http://schemas.microsoft.com/office/drawing/2014/main" id="{E7140C91-7991-4C14-8FD2-DB172D950B9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C9F19844-8A5C-4792-90EE-51CFAEF552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F76709A3-8944-42E2-899D-CD5A5C78B17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131540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接點 201">
            <a:extLst>
              <a:ext uri="{FF2B5EF4-FFF2-40B4-BE49-F238E27FC236}">
                <a16:creationId xmlns:a16="http://schemas.microsoft.com/office/drawing/2014/main" id="{676E5D65-868E-4182-926D-39AE7B35FEB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接點 202">
            <a:extLst>
              <a:ext uri="{FF2B5EF4-FFF2-40B4-BE49-F238E27FC236}">
                <a16:creationId xmlns:a16="http://schemas.microsoft.com/office/drawing/2014/main" id="{1633950D-EC04-4852-B81D-F6E5B908CA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接點 203">
            <a:extLst>
              <a:ext uri="{FF2B5EF4-FFF2-40B4-BE49-F238E27FC236}">
                <a16:creationId xmlns:a16="http://schemas.microsoft.com/office/drawing/2014/main" id="{F5B68E5F-A965-48F1-BA7B-A6B20F16DD0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接點 204">
            <a:extLst>
              <a:ext uri="{FF2B5EF4-FFF2-40B4-BE49-F238E27FC236}">
                <a16:creationId xmlns:a16="http://schemas.microsoft.com/office/drawing/2014/main" id="{C807FF36-250A-48D6-9F51-C7DB47178CBB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接點 205">
            <a:extLst>
              <a:ext uri="{FF2B5EF4-FFF2-40B4-BE49-F238E27FC236}">
                <a16:creationId xmlns:a16="http://schemas.microsoft.com/office/drawing/2014/main" id="{1A4D36FA-7547-4BFD-9CD8-3FE9AF4A72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線接點 206">
            <a:extLst>
              <a:ext uri="{FF2B5EF4-FFF2-40B4-BE49-F238E27FC236}">
                <a16:creationId xmlns:a16="http://schemas.microsoft.com/office/drawing/2014/main" id="{CCE3A487-969E-4342-A6E6-83AAA59C22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3148258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線接點 207">
            <a:extLst>
              <a:ext uri="{FF2B5EF4-FFF2-40B4-BE49-F238E27FC236}">
                <a16:creationId xmlns:a16="http://schemas.microsoft.com/office/drawing/2014/main" id="{BD3480D4-1AC3-481B-B736-DA533E212C2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3148258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線接點 208">
            <a:extLst>
              <a:ext uri="{FF2B5EF4-FFF2-40B4-BE49-F238E27FC236}">
                <a16:creationId xmlns:a16="http://schemas.microsoft.com/office/drawing/2014/main" id="{D8F7CDB7-D1D7-43AD-901F-CB55D79FCC3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3148258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線接點 209">
            <a:extLst>
              <a:ext uri="{FF2B5EF4-FFF2-40B4-BE49-F238E27FC236}">
                <a16:creationId xmlns:a16="http://schemas.microsoft.com/office/drawing/2014/main" id="{6A519EA3-58C4-4120-9ACC-A89578DDB0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3148258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接點 210">
            <a:extLst>
              <a:ext uri="{FF2B5EF4-FFF2-40B4-BE49-F238E27FC236}">
                <a16:creationId xmlns:a16="http://schemas.microsoft.com/office/drawing/2014/main" id="{D4A37317-459A-44F4-89AD-042D9A5B49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1508" y="3370046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接點 211">
            <a:extLst>
              <a:ext uri="{FF2B5EF4-FFF2-40B4-BE49-F238E27FC236}">
                <a16:creationId xmlns:a16="http://schemas.microsoft.com/office/drawing/2014/main" id="{E29D8E25-7023-40AA-BF42-A79A25D789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1508" y="3370046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線接點 212">
            <a:extLst>
              <a:ext uri="{FF2B5EF4-FFF2-40B4-BE49-F238E27FC236}">
                <a16:creationId xmlns:a16="http://schemas.microsoft.com/office/drawing/2014/main" id="{1CAE4EB8-2156-41F0-AF56-E2AE3650D37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1508" y="3370046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線接點 213">
            <a:extLst>
              <a:ext uri="{FF2B5EF4-FFF2-40B4-BE49-F238E27FC236}">
                <a16:creationId xmlns:a16="http://schemas.microsoft.com/office/drawing/2014/main" id="{B84857FA-9550-4F25-B3CA-46458161F6B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6197" y="3634584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線接點 214">
            <a:extLst>
              <a:ext uri="{FF2B5EF4-FFF2-40B4-BE49-F238E27FC236}">
                <a16:creationId xmlns:a16="http://schemas.microsoft.com/office/drawing/2014/main" id="{92E4C687-4B98-499B-8019-95FB42BCDF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6197" y="3634584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接點 215">
            <a:extLst>
              <a:ext uri="{FF2B5EF4-FFF2-40B4-BE49-F238E27FC236}">
                <a16:creationId xmlns:a16="http://schemas.microsoft.com/office/drawing/2014/main" id="{D1FB622C-59E0-47E9-A5FA-11DD652F06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79649" y="3891459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線接點 262">
            <a:extLst>
              <a:ext uri="{FF2B5EF4-FFF2-40B4-BE49-F238E27FC236}">
                <a16:creationId xmlns:a16="http://schemas.microsoft.com/office/drawing/2014/main" id="{C195B980-474E-42B3-AA8A-B16E3EF5C7B3}"/>
              </a:ext>
            </a:extLst>
          </p:cNvPr>
          <p:cNvCxnSpPr>
            <a:cxnSpLocks/>
          </p:cNvCxnSpPr>
          <p:nvPr/>
        </p:nvCxnSpPr>
        <p:spPr>
          <a:xfrm flipH="1" flipV="1">
            <a:off x="9620480" y="1894038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線接點 265">
            <a:extLst>
              <a:ext uri="{FF2B5EF4-FFF2-40B4-BE49-F238E27FC236}">
                <a16:creationId xmlns:a16="http://schemas.microsoft.com/office/drawing/2014/main" id="{7F05E8E4-2D18-4F95-B26A-8E7893EFAD5C}"/>
              </a:ext>
            </a:extLst>
          </p:cNvPr>
          <p:cNvCxnSpPr>
            <a:cxnSpLocks/>
          </p:cNvCxnSpPr>
          <p:nvPr/>
        </p:nvCxnSpPr>
        <p:spPr>
          <a:xfrm flipH="1" flipV="1">
            <a:off x="9618896" y="1894038"/>
            <a:ext cx="848293" cy="8616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線接點 268">
            <a:extLst>
              <a:ext uri="{FF2B5EF4-FFF2-40B4-BE49-F238E27FC236}">
                <a16:creationId xmlns:a16="http://schemas.microsoft.com/office/drawing/2014/main" id="{8DCFCA8A-4A49-4A77-92AE-AE0E0A704050}"/>
              </a:ext>
            </a:extLst>
          </p:cNvPr>
          <p:cNvCxnSpPr>
            <a:cxnSpLocks/>
          </p:cNvCxnSpPr>
          <p:nvPr/>
        </p:nvCxnSpPr>
        <p:spPr>
          <a:xfrm flipH="1" flipV="1">
            <a:off x="9603388" y="1894038"/>
            <a:ext cx="8515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線接點 271">
            <a:extLst>
              <a:ext uri="{FF2B5EF4-FFF2-40B4-BE49-F238E27FC236}">
                <a16:creationId xmlns:a16="http://schemas.microsoft.com/office/drawing/2014/main" id="{28EC42C5-1616-4394-88A3-C2A16DA3EB9F}"/>
              </a:ext>
            </a:extLst>
          </p:cNvPr>
          <p:cNvCxnSpPr>
            <a:cxnSpLocks/>
          </p:cNvCxnSpPr>
          <p:nvPr/>
        </p:nvCxnSpPr>
        <p:spPr>
          <a:xfrm flipH="1" flipV="1">
            <a:off x="9618896" y="1894038"/>
            <a:ext cx="848293" cy="139997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線接點 277">
            <a:extLst>
              <a:ext uri="{FF2B5EF4-FFF2-40B4-BE49-F238E27FC236}">
                <a16:creationId xmlns:a16="http://schemas.microsoft.com/office/drawing/2014/main" id="{09B9562C-9356-4C47-9CB9-243A385CC56E}"/>
              </a:ext>
            </a:extLst>
          </p:cNvPr>
          <p:cNvCxnSpPr>
            <a:cxnSpLocks/>
          </p:cNvCxnSpPr>
          <p:nvPr/>
        </p:nvCxnSpPr>
        <p:spPr>
          <a:xfrm flipH="1" flipV="1">
            <a:off x="9633749" y="2130916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線接點 278">
            <a:extLst>
              <a:ext uri="{FF2B5EF4-FFF2-40B4-BE49-F238E27FC236}">
                <a16:creationId xmlns:a16="http://schemas.microsoft.com/office/drawing/2014/main" id="{4A8CC700-D6DC-4FD6-9A00-E33529009AB2}"/>
              </a:ext>
            </a:extLst>
          </p:cNvPr>
          <p:cNvCxnSpPr>
            <a:cxnSpLocks/>
          </p:cNvCxnSpPr>
          <p:nvPr/>
        </p:nvCxnSpPr>
        <p:spPr>
          <a:xfrm flipH="1" flipV="1">
            <a:off x="9632166" y="2130917"/>
            <a:ext cx="843565" cy="8848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接點 279">
            <a:extLst>
              <a:ext uri="{FF2B5EF4-FFF2-40B4-BE49-F238E27FC236}">
                <a16:creationId xmlns:a16="http://schemas.microsoft.com/office/drawing/2014/main" id="{7E46D0F8-0F64-416A-B7E1-4E8DA5B9C93F}"/>
              </a:ext>
            </a:extLst>
          </p:cNvPr>
          <p:cNvCxnSpPr>
            <a:cxnSpLocks/>
          </p:cNvCxnSpPr>
          <p:nvPr/>
        </p:nvCxnSpPr>
        <p:spPr>
          <a:xfrm flipH="1" flipV="1">
            <a:off x="9616657" y="2130916"/>
            <a:ext cx="8515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線接點 285">
            <a:extLst>
              <a:ext uri="{FF2B5EF4-FFF2-40B4-BE49-F238E27FC236}">
                <a16:creationId xmlns:a16="http://schemas.microsoft.com/office/drawing/2014/main" id="{F48BDC90-11E0-4698-AE04-59BC3427B529}"/>
              </a:ext>
            </a:extLst>
          </p:cNvPr>
          <p:cNvCxnSpPr>
            <a:cxnSpLocks/>
          </p:cNvCxnSpPr>
          <p:nvPr/>
        </p:nvCxnSpPr>
        <p:spPr>
          <a:xfrm flipH="1" flipV="1">
            <a:off x="9618897" y="2363643"/>
            <a:ext cx="856834" cy="65208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線接點 286">
            <a:extLst>
              <a:ext uri="{FF2B5EF4-FFF2-40B4-BE49-F238E27FC236}">
                <a16:creationId xmlns:a16="http://schemas.microsoft.com/office/drawing/2014/main" id="{32DB7693-1239-4F30-8762-409C437037E8}"/>
              </a:ext>
            </a:extLst>
          </p:cNvPr>
          <p:cNvCxnSpPr>
            <a:cxnSpLocks/>
          </p:cNvCxnSpPr>
          <p:nvPr/>
        </p:nvCxnSpPr>
        <p:spPr>
          <a:xfrm flipH="1" flipV="1">
            <a:off x="9613375" y="2373733"/>
            <a:ext cx="848293" cy="8616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線接點 289">
            <a:extLst>
              <a:ext uri="{FF2B5EF4-FFF2-40B4-BE49-F238E27FC236}">
                <a16:creationId xmlns:a16="http://schemas.microsoft.com/office/drawing/2014/main" id="{6038CB00-4C7F-4F78-86D9-769F874E7F31}"/>
              </a:ext>
            </a:extLst>
          </p:cNvPr>
          <p:cNvCxnSpPr>
            <a:cxnSpLocks/>
          </p:cNvCxnSpPr>
          <p:nvPr/>
        </p:nvCxnSpPr>
        <p:spPr>
          <a:xfrm flipH="1" flipV="1">
            <a:off x="9633749" y="2637585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線接點 293">
            <a:extLst>
              <a:ext uri="{FF2B5EF4-FFF2-40B4-BE49-F238E27FC236}">
                <a16:creationId xmlns:a16="http://schemas.microsoft.com/office/drawing/2014/main" id="{DD53D8A1-82A3-4021-B0F8-CE0FF6036F3B}"/>
              </a:ext>
            </a:extLst>
          </p:cNvPr>
          <p:cNvCxnSpPr>
            <a:cxnSpLocks/>
          </p:cNvCxnSpPr>
          <p:nvPr/>
        </p:nvCxnSpPr>
        <p:spPr>
          <a:xfrm flipV="1">
            <a:off x="9587930" y="2546122"/>
            <a:ext cx="928794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線接點 294">
            <a:extLst>
              <a:ext uri="{FF2B5EF4-FFF2-40B4-BE49-F238E27FC236}">
                <a16:creationId xmlns:a16="http://schemas.microsoft.com/office/drawing/2014/main" id="{8AD88BE8-7190-4EB3-8DC1-499A26456489}"/>
              </a:ext>
            </a:extLst>
          </p:cNvPr>
          <p:cNvCxnSpPr>
            <a:cxnSpLocks/>
          </p:cNvCxnSpPr>
          <p:nvPr/>
        </p:nvCxnSpPr>
        <p:spPr>
          <a:xfrm flipV="1">
            <a:off x="9609970" y="2518454"/>
            <a:ext cx="858261" cy="885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線接點 295">
            <a:extLst>
              <a:ext uri="{FF2B5EF4-FFF2-40B4-BE49-F238E27FC236}">
                <a16:creationId xmlns:a16="http://schemas.microsoft.com/office/drawing/2014/main" id="{522309AB-E8F1-45C4-BFED-A1970A0AC8ED}"/>
              </a:ext>
            </a:extLst>
          </p:cNvPr>
          <p:cNvCxnSpPr>
            <a:cxnSpLocks/>
          </p:cNvCxnSpPr>
          <p:nvPr/>
        </p:nvCxnSpPr>
        <p:spPr>
          <a:xfrm flipV="1">
            <a:off x="9591567" y="2505491"/>
            <a:ext cx="876664" cy="1153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線接點 296">
            <a:extLst>
              <a:ext uri="{FF2B5EF4-FFF2-40B4-BE49-F238E27FC236}">
                <a16:creationId xmlns:a16="http://schemas.microsoft.com/office/drawing/2014/main" id="{D6E86B63-87F8-4BC3-B6A0-67A5033ED1B2}"/>
              </a:ext>
            </a:extLst>
          </p:cNvPr>
          <p:cNvCxnSpPr>
            <a:cxnSpLocks/>
          </p:cNvCxnSpPr>
          <p:nvPr/>
        </p:nvCxnSpPr>
        <p:spPr>
          <a:xfrm flipV="1">
            <a:off x="9615423" y="2513404"/>
            <a:ext cx="860308" cy="138791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線接點 297">
            <a:extLst>
              <a:ext uri="{FF2B5EF4-FFF2-40B4-BE49-F238E27FC236}">
                <a16:creationId xmlns:a16="http://schemas.microsoft.com/office/drawing/2014/main" id="{F0A57D45-B1B3-4EBF-AAAA-4EE5FB261E91}"/>
              </a:ext>
            </a:extLst>
          </p:cNvPr>
          <p:cNvCxnSpPr>
            <a:cxnSpLocks/>
          </p:cNvCxnSpPr>
          <p:nvPr/>
        </p:nvCxnSpPr>
        <p:spPr>
          <a:xfrm flipV="1">
            <a:off x="9615423" y="2778162"/>
            <a:ext cx="846043" cy="62957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線接點 298">
            <a:extLst>
              <a:ext uri="{FF2B5EF4-FFF2-40B4-BE49-F238E27FC236}">
                <a16:creationId xmlns:a16="http://schemas.microsoft.com/office/drawing/2014/main" id="{197B2CA1-A81E-4274-A3C8-96DF63EBC36A}"/>
              </a:ext>
            </a:extLst>
          </p:cNvPr>
          <p:cNvCxnSpPr>
            <a:cxnSpLocks/>
          </p:cNvCxnSpPr>
          <p:nvPr/>
        </p:nvCxnSpPr>
        <p:spPr>
          <a:xfrm flipV="1">
            <a:off x="9598837" y="2780441"/>
            <a:ext cx="862629" cy="86414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線接點 299">
            <a:extLst>
              <a:ext uri="{FF2B5EF4-FFF2-40B4-BE49-F238E27FC236}">
                <a16:creationId xmlns:a16="http://schemas.microsoft.com/office/drawing/2014/main" id="{7556998E-D2F7-4942-995E-8F2B58F01A9E}"/>
              </a:ext>
            </a:extLst>
          </p:cNvPr>
          <p:cNvCxnSpPr>
            <a:cxnSpLocks/>
          </p:cNvCxnSpPr>
          <p:nvPr/>
        </p:nvCxnSpPr>
        <p:spPr>
          <a:xfrm flipV="1">
            <a:off x="9576857" y="2783000"/>
            <a:ext cx="8913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線接點 300">
            <a:extLst>
              <a:ext uri="{FF2B5EF4-FFF2-40B4-BE49-F238E27FC236}">
                <a16:creationId xmlns:a16="http://schemas.microsoft.com/office/drawing/2014/main" id="{D5ADE3DB-5FF5-442D-882F-7FF3FD1B9076}"/>
              </a:ext>
            </a:extLst>
          </p:cNvPr>
          <p:cNvCxnSpPr>
            <a:cxnSpLocks/>
          </p:cNvCxnSpPr>
          <p:nvPr/>
        </p:nvCxnSpPr>
        <p:spPr>
          <a:xfrm flipV="1">
            <a:off x="9604814" y="3026504"/>
            <a:ext cx="870917" cy="62446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線接點 301">
            <a:extLst>
              <a:ext uri="{FF2B5EF4-FFF2-40B4-BE49-F238E27FC236}">
                <a16:creationId xmlns:a16="http://schemas.microsoft.com/office/drawing/2014/main" id="{64872AFF-C9E3-4691-807A-E638F627DD53}"/>
              </a:ext>
            </a:extLst>
          </p:cNvPr>
          <p:cNvCxnSpPr>
            <a:cxnSpLocks/>
          </p:cNvCxnSpPr>
          <p:nvPr/>
        </p:nvCxnSpPr>
        <p:spPr>
          <a:xfrm flipV="1">
            <a:off x="9601867" y="3029681"/>
            <a:ext cx="866364" cy="8675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線接點 302">
            <a:extLst>
              <a:ext uri="{FF2B5EF4-FFF2-40B4-BE49-F238E27FC236}">
                <a16:creationId xmlns:a16="http://schemas.microsoft.com/office/drawing/2014/main" id="{A5296CFE-EDD6-404D-B931-6ED57269A901}"/>
              </a:ext>
            </a:extLst>
          </p:cNvPr>
          <p:cNvCxnSpPr>
            <a:cxnSpLocks/>
          </p:cNvCxnSpPr>
          <p:nvPr/>
        </p:nvCxnSpPr>
        <p:spPr>
          <a:xfrm flipV="1">
            <a:off x="9606696" y="3294015"/>
            <a:ext cx="854770" cy="61885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線接點 305">
            <a:extLst>
              <a:ext uri="{FF2B5EF4-FFF2-40B4-BE49-F238E27FC236}">
                <a16:creationId xmlns:a16="http://schemas.microsoft.com/office/drawing/2014/main" id="{F6F0FEEB-E66F-4617-AEA9-6F509BCAF251}"/>
              </a:ext>
            </a:extLst>
          </p:cNvPr>
          <p:cNvCxnSpPr>
            <a:cxnSpLocks/>
          </p:cNvCxnSpPr>
          <p:nvPr/>
        </p:nvCxnSpPr>
        <p:spPr>
          <a:xfrm flipV="1">
            <a:off x="9613147" y="3019437"/>
            <a:ext cx="867191" cy="40041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線接點 306">
            <a:extLst>
              <a:ext uri="{FF2B5EF4-FFF2-40B4-BE49-F238E27FC236}">
                <a16:creationId xmlns:a16="http://schemas.microsoft.com/office/drawing/2014/main" id="{970CD0DB-04F5-4575-B65A-9E4548BE326C}"/>
              </a:ext>
            </a:extLst>
          </p:cNvPr>
          <p:cNvCxnSpPr>
            <a:cxnSpLocks/>
          </p:cNvCxnSpPr>
          <p:nvPr/>
        </p:nvCxnSpPr>
        <p:spPr>
          <a:xfrm flipH="1">
            <a:off x="9632165" y="2777388"/>
            <a:ext cx="829301" cy="8596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線接點 307">
            <a:extLst>
              <a:ext uri="{FF2B5EF4-FFF2-40B4-BE49-F238E27FC236}">
                <a16:creationId xmlns:a16="http://schemas.microsoft.com/office/drawing/2014/main" id="{9A9E5E8A-9F3D-4D8C-A563-5B861C83943C}"/>
              </a:ext>
            </a:extLst>
          </p:cNvPr>
          <p:cNvCxnSpPr>
            <a:cxnSpLocks/>
          </p:cNvCxnSpPr>
          <p:nvPr/>
        </p:nvCxnSpPr>
        <p:spPr>
          <a:xfrm>
            <a:off x="9615423" y="2887627"/>
            <a:ext cx="864915" cy="37729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線接點 308">
            <a:extLst>
              <a:ext uri="{FF2B5EF4-FFF2-40B4-BE49-F238E27FC236}">
                <a16:creationId xmlns:a16="http://schemas.microsoft.com/office/drawing/2014/main" id="{77A8871B-0208-41B8-8729-DD15150A0A1B}"/>
              </a:ext>
            </a:extLst>
          </p:cNvPr>
          <p:cNvCxnSpPr>
            <a:cxnSpLocks/>
          </p:cNvCxnSpPr>
          <p:nvPr/>
        </p:nvCxnSpPr>
        <p:spPr>
          <a:xfrm flipV="1">
            <a:off x="9621167" y="3270532"/>
            <a:ext cx="833795" cy="38528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線接點 309">
            <a:extLst>
              <a:ext uri="{FF2B5EF4-FFF2-40B4-BE49-F238E27FC236}">
                <a16:creationId xmlns:a16="http://schemas.microsoft.com/office/drawing/2014/main" id="{42651845-ADC6-4A65-B3E3-7DDDC2FFFBAB}"/>
              </a:ext>
            </a:extLst>
          </p:cNvPr>
          <p:cNvCxnSpPr>
            <a:cxnSpLocks/>
          </p:cNvCxnSpPr>
          <p:nvPr/>
        </p:nvCxnSpPr>
        <p:spPr>
          <a:xfrm flipH="1" flipV="1">
            <a:off x="9623650" y="2872990"/>
            <a:ext cx="857534" cy="15225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線接點 310">
            <a:extLst>
              <a:ext uri="{FF2B5EF4-FFF2-40B4-BE49-F238E27FC236}">
                <a16:creationId xmlns:a16="http://schemas.microsoft.com/office/drawing/2014/main" id="{3E1C2AF0-98F0-4606-A4F7-6F6335D50A85}"/>
              </a:ext>
            </a:extLst>
          </p:cNvPr>
          <p:cNvCxnSpPr>
            <a:cxnSpLocks/>
          </p:cNvCxnSpPr>
          <p:nvPr/>
        </p:nvCxnSpPr>
        <p:spPr>
          <a:xfrm flipH="1">
            <a:off x="9611312" y="3025247"/>
            <a:ext cx="871285" cy="12556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線接點 311">
            <a:extLst>
              <a:ext uri="{FF2B5EF4-FFF2-40B4-BE49-F238E27FC236}">
                <a16:creationId xmlns:a16="http://schemas.microsoft.com/office/drawing/2014/main" id="{DBA85C18-B2C2-4732-8188-5763521F5281}"/>
              </a:ext>
            </a:extLst>
          </p:cNvPr>
          <p:cNvCxnSpPr>
            <a:cxnSpLocks/>
          </p:cNvCxnSpPr>
          <p:nvPr/>
        </p:nvCxnSpPr>
        <p:spPr>
          <a:xfrm flipH="1">
            <a:off x="9623650" y="3276144"/>
            <a:ext cx="856688" cy="12748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線接點 328">
            <a:extLst>
              <a:ext uri="{FF2B5EF4-FFF2-40B4-BE49-F238E27FC236}">
                <a16:creationId xmlns:a16="http://schemas.microsoft.com/office/drawing/2014/main" id="{8AFC4491-0225-472E-A4E4-49A8C4B50AAC}"/>
              </a:ext>
            </a:extLst>
          </p:cNvPr>
          <p:cNvCxnSpPr>
            <a:cxnSpLocks/>
          </p:cNvCxnSpPr>
          <p:nvPr/>
        </p:nvCxnSpPr>
        <p:spPr>
          <a:xfrm>
            <a:off x="9623650" y="3164335"/>
            <a:ext cx="837816" cy="11906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線接點 331">
            <a:extLst>
              <a:ext uri="{FF2B5EF4-FFF2-40B4-BE49-F238E27FC236}">
                <a16:creationId xmlns:a16="http://schemas.microsoft.com/office/drawing/2014/main" id="{C6BDBA92-3EB2-40F0-8834-E16EA240E7D6}"/>
              </a:ext>
            </a:extLst>
          </p:cNvPr>
          <p:cNvCxnSpPr>
            <a:cxnSpLocks/>
          </p:cNvCxnSpPr>
          <p:nvPr/>
        </p:nvCxnSpPr>
        <p:spPr>
          <a:xfrm flipV="1">
            <a:off x="9610888" y="2765567"/>
            <a:ext cx="857343" cy="391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線接點 334">
            <a:extLst>
              <a:ext uri="{FF2B5EF4-FFF2-40B4-BE49-F238E27FC236}">
                <a16:creationId xmlns:a16="http://schemas.microsoft.com/office/drawing/2014/main" id="{00046301-851E-4187-A2C1-9F8BFC3B2030}"/>
              </a:ext>
            </a:extLst>
          </p:cNvPr>
          <p:cNvCxnSpPr>
            <a:cxnSpLocks/>
          </p:cNvCxnSpPr>
          <p:nvPr/>
        </p:nvCxnSpPr>
        <p:spPr>
          <a:xfrm>
            <a:off x="9615131" y="2622678"/>
            <a:ext cx="853100" cy="14911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線接點 337">
            <a:extLst>
              <a:ext uri="{FF2B5EF4-FFF2-40B4-BE49-F238E27FC236}">
                <a16:creationId xmlns:a16="http://schemas.microsoft.com/office/drawing/2014/main" id="{8100C0C2-82AD-4361-A035-F2BDF5AC5FD5}"/>
              </a:ext>
            </a:extLst>
          </p:cNvPr>
          <p:cNvCxnSpPr>
            <a:cxnSpLocks/>
          </p:cNvCxnSpPr>
          <p:nvPr/>
        </p:nvCxnSpPr>
        <p:spPr>
          <a:xfrm>
            <a:off x="9619885" y="2616481"/>
            <a:ext cx="841581" cy="39387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線接點 340">
            <a:extLst>
              <a:ext uri="{FF2B5EF4-FFF2-40B4-BE49-F238E27FC236}">
                <a16:creationId xmlns:a16="http://schemas.microsoft.com/office/drawing/2014/main" id="{3DAA5360-4F97-4C80-ACAB-4CC3A346C777}"/>
              </a:ext>
            </a:extLst>
          </p:cNvPr>
          <p:cNvCxnSpPr>
            <a:cxnSpLocks/>
          </p:cNvCxnSpPr>
          <p:nvPr/>
        </p:nvCxnSpPr>
        <p:spPr>
          <a:xfrm flipV="1">
            <a:off x="9620480" y="2493898"/>
            <a:ext cx="855251" cy="3802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線接點 346">
            <a:extLst>
              <a:ext uri="{FF2B5EF4-FFF2-40B4-BE49-F238E27FC236}">
                <a16:creationId xmlns:a16="http://schemas.microsoft.com/office/drawing/2014/main" id="{7CFF8BAF-2DA0-488F-8962-8CDA67B057C5}"/>
              </a:ext>
            </a:extLst>
          </p:cNvPr>
          <p:cNvCxnSpPr>
            <a:cxnSpLocks/>
          </p:cNvCxnSpPr>
          <p:nvPr/>
        </p:nvCxnSpPr>
        <p:spPr>
          <a:xfrm flipV="1">
            <a:off x="9651841" y="2508970"/>
            <a:ext cx="822442" cy="60886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線接點 350">
            <a:extLst>
              <a:ext uri="{FF2B5EF4-FFF2-40B4-BE49-F238E27FC236}">
                <a16:creationId xmlns:a16="http://schemas.microsoft.com/office/drawing/2014/main" id="{9271B5B6-0456-4263-9B43-485F55176E57}"/>
              </a:ext>
            </a:extLst>
          </p:cNvPr>
          <p:cNvCxnSpPr>
            <a:cxnSpLocks/>
          </p:cNvCxnSpPr>
          <p:nvPr/>
        </p:nvCxnSpPr>
        <p:spPr>
          <a:xfrm flipH="1" flipV="1">
            <a:off x="9610888" y="2116172"/>
            <a:ext cx="850578" cy="38931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線接點 353">
            <a:extLst>
              <a:ext uri="{FF2B5EF4-FFF2-40B4-BE49-F238E27FC236}">
                <a16:creationId xmlns:a16="http://schemas.microsoft.com/office/drawing/2014/main" id="{9CA6C9E2-9E5A-4C77-B7EA-004D6E30CA28}"/>
              </a:ext>
            </a:extLst>
          </p:cNvPr>
          <p:cNvCxnSpPr>
            <a:cxnSpLocks/>
          </p:cNvCxnSpPr>
          <p:nvPr/>
        </p:nvCxnSpPr>
        <p:spPr>
          <a:xfrm flipH="1" flipV="1">
            <a:off x="9618896" y="2363644"/>
            <a:ext cx="842570" cy="1418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接點 356">
            <a:extLst>
              <a:ext uri="{FF2B5EF4-FFF2-40B4-BE49-F238E27FC236}">
                <a16:creationId xmlns:a16="http://schemas.microsoft.com/office/drawing/2014/main" id="{0A5342AB-924C-4A00-A66A-C279EC87F6FD}"/>
              </a:ext>
            </a:extLst>
          </p:cNvPr>
          <p:cNvCxnSpPr>
            <a:cxnSpLocks/>
          </p:cNvCxnSpPr>
          <p:nvPr/>
        </p:nvCxnSpPr>
        <p:spPr>
          <a:xfrm flipH="1" flipV="1">
            <a:off x="9610888" y="2363644"/>
            <a:ext cx="850578" cy="40192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線接點 362">
            <a:extLst>
              <a:ext uri="{FF2B5EF4-FFF2-40B4-BE49-F238E27FC236}">
                <a16:creationId xmlns:a16="http://schemas.microsoft.com/office/drawing/2014/main" id="{449A7BCE-6AB1-46F1-8BA7-54A6C8DFD844}"/>
              </a:ext>
            </a:extLst>
          </p:cNvPr>
          <p:cNvCxnSpPr>
            <a:cxnSpLocks/>
          </p:cNvCxnSpPr>
          <p:nvPr/>
        </p:nvCxnSpPr>
        <p:spPr>
          <a:xfrm flipH="1">
            <a:off x="9618896" y="2513404"/>
            <a:ext cx="849335" cy="10927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FBB93BE3-C3DA-42F3-8EF3-36D7B8961B64}"/>
                  </a:ext>
                </a:extLst>
              </p:cNvPr>
              <p:cNvSpPr/>
              <p:nvPr/>
            </p:nvSpPr>
            <p:spPr>
              <a:xfrm>
                <a:off x="6550392" y="4282414"/>
                <a:ext cx="5117427" cy="1350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可以看到如果要計算第一項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TW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就會很複雜了</a:t>
                </a: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因為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並不是直接影響</a:t>
                </a: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d>
                      <m:d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e>
                    </m:d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，而是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間接影響</a:t>
                </a:r>
              </a:p>
            </p:txBody>
          </p:sp>
        </mc:Choice>
        <mc:Fallback xmlns=""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FBB93BE3-C3DA-42F3-8EF3-36D7B8961B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392" y="4282414"/>
                <a:ext cx="5117427" cy="1350241"/>
              </a:xfrm>
              <a:prstGeom prst="rect">
                <a:avLst/>
              </a:prstGeom>
              <a:blipFill>
                <a:blip r:embed="rId8"/>
                <a:stretch>
                  <a:fillRect l="-1073" r="-358" b="-63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文字方塊 264">
                <a:extLst>
                  <a:ext uri="{FF2B5EF4-FFF2-40B4-BE49-F238E27FC236}">
                    <a16:creationId xmlns:a16="http://schemas.microsoft.com/office/drawing/2014/main" id="{43ECE726-75B7-4113-B9F1-F9FD45DD773A}"/>
                  </a:ext>
                </a:extLst>
              </p:cNvPr>
              <p:cNvSpPr txBox="1"/>
              <p:nvPr/>
            </p:nvSpPr>
            <p:spPr>
              <a:xfrm>
                <a:off x="7995874" y="1298559"/>
                <a:ext cx="19105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zh-TW" altLang="en-US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有關的路徑</a:t>
                </a:r>
              </a:p>
            </p:txBody>
          </p:sp>
        </mc:Choice>
        <mc:Fallback xmlns="">
          <p:sp>
            <p:nvSpPr>
              <p:cNvPr id="265" name="文字方塊 264">
                <a:extLst>
                  <a:ext uri="{FF2B5EF4-FFF2-40B4-BE49-F238E27FC236}">
                    <a16:creationId xmlns:a16="http://schemas.microsoft.com/office/drawing/2014/main" id="{43ECE726-75B7-4113-B9F1-F9FD45DD7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874" y="1298559"/>
                <a:ext cx="1910521" cy="369332"/>
              </a:xfrm>
              <a:prstGeom prst="rect">
                <a:avLst/>
              </a:prstGeom>
              <a:blipFill>
                <a:blip r:embed="rId9"/>
                <a:stretch>
                  <a:fillRect l="-2875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60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F9196F9-B131-401D-979A-08045FFBC5E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Chain Rule</a:t>
            </a: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複習</a:t>
            </a:r>
            <a:endParaRPr kumimoji="0" lang="en-US" altLang="zh-TW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D260D964-BA24-4045-AF4A-78CE086EC311}"/>
              </a:ext>
            </a:extLst>
          </p:cNvPr>
          <p:cNvCxnSpPr>
            <a:cxnSpLocks/>
          </p:cNvCxnSpPr>
          <p:nvPr/>
        </p:nvCxnSpPr>
        <p:spPr>
          <a:xfrm>
            <a:off x="5898777" y="1390650"/>
            <a:ext cx="0" cy="479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B41A73-A454-41EA-99AF-1CA463129821}"/>
              </a:ext>
            </a:extLst>
          </p:cNvPr>
          <p:cNvSpPr txBox="1"/>
          <p:nvPr/>
        </p:nvSpPr>
        <p:spPr>
          <a:xfrm>
            <a:off x="621792" y="139065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Case 1: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D37CDB07-CF79-4A9F-B144-083D23DBB6AE}"/>
              </a:ext>
            </a:extLst>
          </p:cNvPr>
          <p:cNvSpPr txBox="1"/>
          <p:nvPr/>
        </p:nvSpPr>
        <p:spPr>
          <a:xfrm>
            <a:off x="6293224" y="139065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Case 2: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623471-BBCC-4675-A1C2-A5FF1414BF5F}"/>
                  </a:ext>
                </a:extLst>
              </p:cNvPr>
              <p:cNvSpPr/>
              <p:nvPr/>
            </p:nvSpPr>
            <p:spPr>
              <a:xfrm>
                <a:off x="1492543" y="2134896"/>
                <a:ext cx="1145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𝑔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623471-BBCC-4675-A1C2-A5FF1414BF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543" y="2134896"/>
                <a:ext cx="1145378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8236D6E9-3FE6-4137-B0A4-51AE113802A3}"/>
                  </a:ext>
                </a:extLst>
              </p:cNvPr>
              <p:cNvSpPr/>
              <p:nvPr/>
            </p:nvSpPr>
            <p:spPr>
              <a:xfrm>
                <a:off x="3037208" y="2134896"/>
                <a:ext cx="11175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8236D6E9-3FE6-4137-B0A4-51AE113802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208" y="2134896"/>
                <a:ext cx="1117550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BB68DC2B-3AB3-4DFC-8F0A-7BA3FEAD60E2}"/>
                  </a:ext>
                </a:extLst>
              </p:cNvPr>
              <p:cNvSpPr/>
              <p:nvPr/>
            </p:nvSpPr>
            <p:spPr>
              <a:xfrm>
                <a:off x="6984507" y="2134896"/>
                <a:ext cx="11229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𝑔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BB68DC2B-3AB3-4DFC-8F0A-7BA3FEAD6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507" y="2134896"/>
                <a:ext cx="1122936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18E4AEA3-E281-4150-9E8B-EEE72BB04702}"/>
                  </a:ext>
                </a:extLst>
              </p:cNvPr>
              <p:cNvSpPr/>
              <p:nvPr/>
            </p:nvSpPr>
            <p:spPr>
              <a:xfrm>
                <a:off x="8398682" y="2134896"/>
                <a:ext cx="1113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18E4AEA3-E281-4150-9E8B-EEE72BB047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682" y="2134896"/>
                <a:ext cx="1113510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AB409006-D3FE-41C9-ACA3-7B8D231AA1A4}"/>
                  </a:ext>
                </a:extLst>
              </p:cNvPr>
              <p:cNvSpPr/>
              <p:nvPr/>
            </p:nvSpPr>
            <p:spPr>
              <a:xfrm>
                <a:off x="9803333" y="2134896"/>
                <a:ext cx="12002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z</a:t>
                </a: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𝑘</m:t>
                    </m:r>
                    <m:d>
                      <m:d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e>
                    </m:d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AB409006-D3FE-41C9-ACA3-7B8D231AA1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333" y="2134896"/>
                <a:ext cx="1200265" cy="369332"/>
              </a:xfrm>
              <a:prstGeom prst="rect">
                <a:avLst/>
              </a:prstGeom>
              <a:blipFill>
                <a:blip r:embed="rId6"/>
                <a:stretch>
                  <a:fillRect l="-4061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35645D-5201-470D-A0DC-A77339A99CF6}"/>
                  </a:ext>
                </a:extLst>
              </p:cNvPr>
              <p:cNvSpPr txBox="1"/>
              <p:nvPr/>
            </p:nvSpPr>
            <p:spPr>
              <a:xfrm>
                <a:off x="993729" y="3114928"/>
                <a:ext cx="344713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zh-TW" alt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zh-TW" alt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zh-TW" alt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→</m:t>
                      </m:r>
                      <m:r>
                        <m:rPr>
                          <m:sty m:val="p"/>
                        </m:rPr>
                        <a:rPr kumimoji="0" lang="zh-TW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zh-TW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→</m:t>
                      </m:r>
                      <m:r>
                        <m:rPr>
                          <m:sty m:val="p"/>
                        </m:rPr>
                        <a:rPr kumimoji="0" lang="zh-TW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</m:oMath>
                  </m:oMathPara>
                </a14:m>
                <a:endParaRPr kumimoji="0" lang="zh-TW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35645D-5201-470D-A0DC-A77339A99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29" y="3114928"/>
                <a:ext cx="3447137" cy="276999"/>
              </a:xfrm>
              <a:prstGeom prst="rect">
                <a:avLst/>
              </a:prstGeom>
              <a:blipFill>
                <a:blip r:embed="rId7"/>
                <a:stretch>
                  <a:fillRect b="-2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8AE92FC-9843-4FE6-BABA-B20F75F40BD1}"/>
                  </a:ext>
                </a:extLst>
              </p:cNvPr>
              <p:cNvSpPr txBox="1"/>
              <p:nvPr/>
            </p:nvSpPr>
            <p:spPr>
              <a:xfrm>
                <a:off x="1300923" y="3934305"/>
                <a:ext cx="2988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改變</a:t>
                </a: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就會改變</a:t>
                </a: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就會改變</a:t>
                </a: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</m:oMath>
                </a14:m>
                <a:endParaRPr kumimoji="0" lang="zh-TW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8AE92FC-9843-4FE6-BABA-B20F75F40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923" y="3934305"/>
                <a:ext cx="2988832" cy="369332"/>
              </a:xfrm>
              <a:prstGeom prst="rect">
                <a:avLst/>
              </a:prstGeom>
              <a:blipFill>
                <a:blip r:embed="rId8"/>
                <a:stretch>
                  <a:fillRect l="-1629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63EF49B-7A17-4A28-94D4-205F801E6879}"/>
                  </a:ext>
                </a:extLst>
              </p:cNvPr>
              <p:cNvSpPr txBox="1"/>
              <p:nvPr/>
            </p:nvSpPr>
            <p:spPr>
              <a:xfrm>
                <a:off x="1060549" y="4875006"/>
                <a:ext cx="4343513" cy="668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所以這個</a:t>
                </a:r>
                <a:r>
                  <a:rPr kumimoji="0" lang="en-US" altLang="zh-TW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case</a:t>
                </a:r>
                <a:r>
                  <a:rPr kumimoji="0" lang="zh-TW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的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zh-TW" alt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num>
                      <m:den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den>
                    </m:f>
                    <m:r>
                      <a:rPr kumimoji="0" lang="en-US" altLang="zh-TW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num>
                      <m:den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den>
                    </m:f>
                  </m:oMath>
                </a14:m>
                <a:r>
                  <a:rPr kumimoji="0" lang="zh-TW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num>
                      <m:den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den>
                    </m:f>
                  </m:oMath>
                </a14:m>
                <a:endParaRPr kumimoji="0" lang="zh-TW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63EF49B-7A17-4A28-94D4-205F801E6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49" y="4875006"/>
                <a:ext cx="4343513" cy="668645"/>
              </a:xfrm>
              <a:prstGeom prst="rect">
                <a:avLst/>
              </a:prstGeom>
              <a:blipFill>
                <a:blip r:embed="rId9"/>
                <a:stretch>
                  <a:fillRect l="-36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B23FA446-FA38-4D80-B0A1-701FC66AEED3}"/>
              </a:ext>
            </a:extLst>
          </p:cNvPr>
          <p:cNvSpPr/>
          <p:nvPr/>
        </p:nvSpPr>
        <p:spPr>
          <a:xfrm>
            <a:off x="1188720" y="2134896"/>
            <a:ext cx="3315572" cy="3918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C401CBCD-3894-45E2-B48F-FA6A1C506E3A}"/>
              </a:ext>
            </a:extLst>
          </p:cNvPr>
          <p:cNvSpPr/>
          <p:nvPr/>
        </p:nvSpPr>
        <p:spPr>
          <a:xfrm>
            <a:off x="6760327" y="2123638"/>
            <a:ext cx="4505057" cy="3918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5E64298-7B9F-4067-9876-CC032DA35A8A}"/>
                  </a:ext>
                </a:extLst>
              </p:cNvPr>
              <p:cNvSpPr/>
              <p:nvPr/>
            </p:nvSpPr>
            <p:spPr>
              <a:xfrm>
                <a:off x="7715419" y="3105908"/>
                <a:ext cx="4122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Δ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s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5E64298-7B9F-4067-9876-CC032DA35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419" y="3105908"/>
                <a:ext cx="412292" cy="369332"/>
              </a:xfrm>
              <a:prstGeom prst="rect">
                <a:avLst/>
              </a:prstGeom>
              <a:blipFill>
                <a:blip r:embed="rId10"/>
                <a:stretch>
                  <a:fillRect t="-8197" r="-1194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D2995EB4-4CF2-4A19-9A01-B5C871DF7187}"/>
                  </a:ext>
                </a:extLst>
              </p:cNvPr>
              <p:cNvSpPr/>
              <p:nvPr/>
            </p:nvSpPr>
            <p:spPr>
              <a:xfrm>
                <a:off x="8747219" y="2763298"/>
                <a:ext cx="5106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zh-TW" alt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zh-TW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D2995EB4-4CF2-4A19-9A01-B5C871DF7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219" y="2763298"/>
                <a:ext cx="5106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AB8842C-51C8-4BD2-9D4A-C17BCCC881CD}"/>
                  </a:ext>
                </a:extLst>
              </p:cNvPr>
              <p:cNvSpPr/>
              <p:nvPr/>
            </p:nvSpPr>
            <p:spPr>
              <a:xfrm>
                <a:off x="8747219" y="3475846"/>
                <a:ext cx="514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zh-TW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AB8842C-51C8-4BD2-9D4A-C17BCCC88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219" y="3475846"/>
                <a:ext cx="514050" cy="369332"/>
              </a:xfrm>
              <a:prstGeom prst="rect">
                <a:avLst/>
              </a:prstGeom>
              <a:blipFill>
                <a:blip r:embed="rId1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94A3CAF-A808-4953-BFCC-006E76D48071}"/>
                  </a:ext>
                </a:extLst>
              </p:cNvPr>
              <p:cNvSpPr/>
              <p:nvPr/>
            </p:nvSpPr>
            <p:spPr>
              <a:xfrm>
                <a:off x="9877380" y="3104623"/>
                <a:ext cx="395546" cy="3717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zh-TW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94A3CAF-A808-4953-BFCC-006E76D48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7380" y="3104623"/>
                <a:ext cx="395546" cy="371755"/>
              </a:xfrm>
              <a:prstGeom prst="rect">
                <a:avLst/>
              </a:prstGeom>
              <a:blipFill>
                <a:blip r:embed="rId13"/>
                <a:stretch>
                  <a:fillRect r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D866CAA-DC5A-4815-B4A7-B027192C4DCC}"/>
              </a:ext>
            </a:extLst>
          </p:cNvPr>
          <p:cNvCxnSpPr>
            <a:stCxn id="13" idx="3"/>
            <a:endCxn id="167" idx="1"/>
          </p:cNvCxnSpPr>
          <p:nvPr/>
        </p:nvCxnSpPr>
        <p:spPr>
          <a:xfrm flipV="1">
            <a:off x="8127711" y="2947964"/>
            <a:ext cx="619508" cy="342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2098A7D-F560-4E85-94FC-6BEA0B425587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8127711" y="3290574"/>
            <a:ext cx="619508" cy="369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DF7B5F49-4BE4-479D-8E2F-367C4884835A}"/>
              </a:ext>
            </a:extLst>
          </p:cNvPr>
          <p:cNvCxnSpPr>
            <a:cxnSpLocks/>
            <a:stCxn id="167" idx="3"/>
            <a:endCxn id="15" idx="1"/>
          </p:cNvCxnSpPr>
          <p:nvPr/>
        </p:nvCxnSpPr>
        <p:spPr>
          <a:xfrm>
            <a:off x="9257872" y="2947964"/>
            <a:ext cx="619508" cy="342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08418002-1C7E-4653-A7CD-F461A0154144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9261269" y="3290501"/>
            <a:ext cx="616111" cy="370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字方塊 216">
                <a:extLst>
                  <a:ext uri="{FF2B5EF4-FFF2-40B4-BE49-F238E27FC236}">
                    <a16:creationId xmlns:a16="http://schemas.microsoft.com/office/drawing/2014/main" id="{0E4C9CC0-C667-4FD6-95E3-22239056EB16}"/>
                  </a:ext>
                </a:extLst>
              </p:cNvPr>
              <p:cNvSpPr txBox="1"/>
              <p:nvPr/>
            </p:nvSpPr>
            <p:spPr>
              <a:xfrm>
                <a:off x="7059961" y="3934837"/>
                <a:ext cx="3885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改變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s</m:t>
                    </m:r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，</m:t>
                    </m:r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會同時改變</a:t>
                </a: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zh-TW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跟</m:t>
                    </m:r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zh-TW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，</m:t>
                    </m:r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就會改變</a:t>
                </a: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</m:oMath>
                </a14:m>
                <a:endParaRPr kumimoji="0" lang="zh-TW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17" name="文字方塊 216">
                <a:extLst>
                  <a:ext uri="{FF2B5EF4-FFF2-40B4-BE49-F238E27FC236}">
                    <a16:creationId xmlns:a16="http://schemas.microsoft.com/office/drawing/2014/main" id="{0E4C9CC0-C667-4FD6-95E3-22239056E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961" y="3934837"/>
                <a:ext cx="3885166" cy="369332"/>
              </a:xfrm>
              <a:prstGeom prst="rect">
                <a:avLst/>
              </a:prstGeom>
              <a:blipFill>
                <a:blip r:embed="rId14"/>
                <a:stretch>
                  <a:fillRect l="-1256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id="{FC7C6939-AA0C-4D94-98BB-B56217CE8B85}"/>
                  </a:ext>
                </a:extLst>
              </p:cNvPr>
              <p:cNvSpPr txBox="1"/>
              <p:nvPr/>
            </p:nvSpPr>
            <p:spPr>
              <a:xfrm>
                <a:off x="6534195" y="4875007"/>
                <a:ext cx="4936699" cy="668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所以這個</a:t>
                </a:r>
                <a:r>
                  <a:rPr kumimoji="0" lang="en-US" altLang="zh-TW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case</a:t>
                </a:r>
                <a:r>
                  <a:rPr kumimoji="0" lang="zh-TW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的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num>
                      <m:den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den>
                    </m:f>
                    <m:r>
                      <a:rPr kumimoji="0" lang="en-US" altLang="zh-TW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num>
                      <m:den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den>
                    </m:f>
                    <m:f>
                      <m:fPr>
                        <m:ctrlP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num>
                      <m:den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den>
                    </m:f>
                    <m:r>
                      <a:rPr kumimoji="0" lang="en-US" altLang="zh-TW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num>
                      <m:den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den>
                    </m:f>
                  </m:oMath>
                </a14:m>
                <a:r>
                  <a:rPr kumimoji="0" lang="zh-TW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num>
                      <m:den>
                        <m:r>
                          <a:rPr kumimoji="0" lang="zh-TW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ⅆ</m:t>
                        </m:r>
                        <m:r>
                          <a:rPr kumimoji="0" lang="en-US" altLang="zh-TW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den>
                    </m:f>
                  </m:oMath>
                </a14:m>
                <a:endParaRPr kumimoji="0" lang="zh-TW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id="{FC7C6939-AA0C-4D94-98BB-B56217CE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195" y="4875007"/>
                <a:ext cx="4936699" cy="668645"/>
              </a:xfrm>
              <a:prstGeom prst="rect">
                <a:avLst/>
              </a:prstGeom>
              <a:blipFill>
                <a:blip r:embed="rId15"/>
                <a:stretch>
                  <a:fillRect l="-32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21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FB80E2-12C1-475A-AD48-3184F8333208}"/>
              </a:ext>
            </a:extLst>
          </p:cNvPr>
          <p:cNvSpPr/>
          <p:nvPr/>
        </p:nvSpPr>
        <p:spPr>
          <a:xfrm>
            <a:off x="886320" y="230760"/>
            <a:ext cx="4922520" cy="2301240"/>
          </a:xfrm>
          <a:prstGeom prst="rect">
            <a:avLst/>
          </a:prstGeom>
          <a:blipFill dpi="0" rotWithShape="1">
            <a:blip r:embed="rId2">
              <a:alphaModFix amt="3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52B2DDAF-463C-4FAB-9C24-85E7C7366A00}"/>
              </a:ext>
            </a:extLst>
          </p:cNvPr>
          <p:cNvCxnSpPr>
            <a:cxnSpLocks/>
          </p:cNvCxnSpPr>
          <p:nvPr/>
        </p:nvCxnSpPr>
        <p:spPr>
          <a:xfrm flipV="1">
            <a:off x="1164520" y="345669"/>
            <a:ext cx="840582" cy="12114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874106A-639A-4DCA-A628-FA0AD38AAC95}"/>
                  </a:ext>
                </a:extLst>
              </p:cNvPr>
              <p:cNvSpPr txBox="1"/>
              <p:nvPr/>
            </p:nvSpPr>
            <p:spPr>
              <a:xfrm>
                <a:off x="1320801" y="67685"/>
                <a:ext cx="4717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zh-TW" alt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874106A-639A-4DCA-A628-FA0AD38A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1" y="67685"/>
                <a:ext cx="471796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198ADB4-2200-44CE-BEA7-F4329DA255B7}"/>
                  </a:ext>
                </a:extLst>
              </p:cNvPr>
              <p:cNvSpPr/>
              <p:nvPr/>
            </p:nvSpPr>
            <p:spPr>
              <a:xfrm>
                <a:off x="5701728" y="1103117"/>
                <a:ext cx="698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198ADB4-2200-44CE-BEA7-F4329DA25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728" y="1103117"/>
                <a:ext cx="6987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058F4379-7CD8-41BA-BE2E-40C6B5FB1F94}"/>
              </a:ext>
            </a:extLst>
          </p:cNvPr>
          <p:cNvSpPr/>
          <p:nvPr/>
        </p:nvSpPr>
        <p:spPr>
          <a:xfrm>
            <a:off x="4814531" y="604190"/>
            <a:ext cx="946684" cy="160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E64EB6D-791C-4ABA-87C7-6A9E3760E79C}"/>
              </a:ext>
            </a:extLst>
          </p:cNvPr>
          <p:cNvCxnSpPr>
            <a:cxnSpLocks/>
          </p:cNvCxnSpPr>
          <p:nvPr/>
        </p:nvCxnSpPr>
        <p:spPr>
          <a:xfrm>
            <a:off x="2165548" y="330429"/>
            <a:ext cx="861060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28B7C1D-3B0E-4422-BDCB-34475D869AC5}"/>
              </a:ext>
            </a:extLst>
          </p:cNvPr>
          <p:cNvCxnSpPr>
            <a:cxnSpLocks/>
          </p:cNvCxnSpPr>
          <p:nvPr/>
        </p:nvCxnSpPr>
        <p:spPr>
          <a:xfrm>
            <a:off x="2165548" y="330429"/>
            <a:ext cx="861060" cy="28850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762E1BC-FB10-4E47-89A4-0FF8A8DE05CE}"/>
              </a:ext>
            </a:extLst>
          </p:cNvPr>
          <p:cNvCxnSpPr>
            <a:cxnSpLocks/>
          </p:cNvCxnSpPr>
          <p:nvPr/>
        </p:nvCxnSpPr>
        <p:spPr>
          <a:xfrm>
            <a:off x="2179472" y="330428"/>
            <a:ext cx="847136" cy="55055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CB16E72-2305-47CE-97F8-E597628FF7D0}"/>
              </a:ext>
            </a:extLst>
          </p:cNvPr>
          <p:cNvCxnSpPr>
            <a:cxnSpLocks/>
          </p:cNvCxnSpPr>
          <p:nvPr/>
        </p:nvCxnSpPr>
        <p:spPr>
          <a:xfrm>
            <a:off x="2165548" y="343658"/>
            <a:ext cx="861060" cy="75945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45AED7C-EA2C-4B05-A2AC-A73098985C84}"/>
              </a:ext>
            </a:extLst>
          </p:cNvPr>
          <p:cNvCxnSpPr>
            <a:cxnSpLocks/>
          </p:cNvCxnSpPr>
          <p:nvPr/>
        </p:nvCxnSpPr>
        <p:spPr>
          <a:xfrm>
            <a:off x="2179472" y="343658"/>
            <a:ext cx="847136" cy="1025343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C26A88AF-7F6F-4650-884C-83945E6BEE8F}"/>
              </a:ext>
            </a:extLst>
          </p:cNvPr>
          <p:cNvCxnSpPr>
            <a:cxnSpLocks/>
          </p:cNvCxnSpPr>
          <p:nvPr/>
        </p:nvCxnSpPr>
        <p:spPr>
          <a:xfrm>
            <a:off x="2179472" y="343658"/>
            <a:ext cx="847136" cy="130666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6E5FB04-ADDF-4C4F-9496-2C20A0724423}"/>
              </a:ext>
            </a:extLst>
          </p:cNvPr>
          <p:cNvCxnSpPr>
            <a:cxnSpLocks/>
          </p:cNvCxnSpPr>
          <p:nvPr/>
        </p:nvCxnSpPr>
        <p:spPr>
          <a:xfrm>
            <a:off x="2186434" y="345669"/>
            <a:ext cx="854098" cy="157135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133CC9A-FC58-4D30-A831-7E6219D17114}"/>
              </a:ext>
            </a:extLst>
          </p:cNvPr>
          <p:cNvCxnSpPr>
            <a:cxnSpLocks/>
          </p:cNvCxnSpPr>
          <p:nvPr/>
        </p:nvCxnSpPr>
        <p:spPr>
          <a:xfrm>
            <a:off x="2179472" y="330427"/>
            <a:ext cx="861060" cy="1821542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28772C41-03D9-4A80-8BD7-ED11B1679373}"/>
              </a:ext>
            </a:extLst>
          </p:cNvPr>
          <p:cNvCxnSpPr>
            <a:cxnSpLocks/>
          </p:cNvCxnSpPr>
          <p:nvPr/>
        </p:nvCxnSpPr>
        <p:spPr>
          <a:xfrm>
            <a:off x="2164101" y="325288"/>
            <a:ext cx="876431" cy="209111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666588E3-EDA2-4795-A712-8030F7869FC6}"/>
              </a:ext>
            </a:extLst>
          </p:cNvPr>
          <p:cNvCxnSpPr>
            <a:cxnSpLocks/>
          </p:cNvCxnSpPr>
          <p:nvPr/>
        </p:nvCxnSpPr>
        <p:spPr>
          <a:xfrm flipH="1" flipV="1">
            <a:off x="4234608" y="382057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EF66E699-B7B4-4381-B3FC-1CFD4DE961D3}"/>
              </a:ext>
            </a:extLst>
          </p:cNvPr>
          <p:cNvCxnSpPr>
            <a:cxnSpLocks/>
          </p:cNvCxnSpPr>
          <p:nvPr/>
        </p:nvCxnSpPr>
        <p:spPr>
          <a:xfrm flipH="1" flipV="1">
            <a:off x="4233024" y="382057"/>
            <a:ext cx="848293" cy="8616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4F11FB1-486A-47DA-AC04-1D4571C3C72E}"/>
              </a:ext>
            </a:extLst>
          </p:cNvPr>
          <p:cNvCxnSpPr>
            <a:cxnSpLocks/>
          </p:cNvCxnSpPr>
          <p:nvPr/>
        </p:nvCxnSpPr>
        <p:spPr>
          <a:xfrm flipH="1" flipV="1">
            <a:off x="4217516" y="382057"/>
            <a:ext cx="8515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A823F8C-8D16-4B1B-98B4-B4C7651A7AA7}"/>
              </a:ext>
            </a:extLst>
          </p:cNvPr>
          <p:cNvCxnSpPr>
            <a:cxnSpLocks/>
          </p:cNvCxnSpPr>
          <p:nvPr/>
        </p:nvCxnSpPr>
        <p:spPr>
          <a:xfrm flipH="1" flipV="1">
            <a:off x="4233024" y="382057"/>
            <a:ext cx="848293" cy="139997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F2BFC2B3-2BFF-4BA6-8AEB-CB34F43AB0E1}"/>
              </a:ext>
            </a:extLst>
          </p:cNvPr>
          <p:cNvCxnSpPr>
            <a:cxnSpLocks/>
          </p:cNvCxnSpPr>
          <p:nvPr/>
        </p:nvCxnSpPr>
        <p:spPr>
          <a:xfrm>
            <a:off x="3198562" y="343658"/>
            <a:ext cx="861060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E185772-066A-4179-AB8B-C0D0A343D39E}"/>
              </a:ext>
            </a:extLst>
          </p:cNvPr>
          <p:cNvCxnSpPr>
            <a:cxnSpLocks/>
          </p:cNvCxnSpPr>
          <p:nvPr/>
        </p:nvCxnSpPr>
        <p:spPr>
          <a:xfrm>
            <a:off x="3198562" y="343658"/>
            <a:ext cx="861060" cy="28850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43A59659-6B80-454B-9F5D-C625C901BB78}"/>
              </a:ext>
            </a:extLst>
          </p:cNvPr>
          <p:cNvCxnSpPr>
            <a:cxnSpLocks/>
          </p:cNvCxnSpPr>
          <p:nvPr/>
        </p:nvCxnSpPr>
        <p:spPr>
          <a:xfrm>
            <a:off x="3212486" y="343657"/>
            <a:ext cx="847136" cy="55055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1622CDD1-A312-4CAB-83A8-8DD9A9337371}"/>
              </a:ext>
            </a:extLst>
          </p:cNvPr>
          <p:cNvCxnSpPr>
            <a:cxnSpLocks/>
          </p:cNvCxnSpPr>
          <p:nvPr/>
        </p:nvCxnSpPr>
        <p:spPr>
          <a:xfrm>
            <a:off x="3198562" y="356887"/>
            <a:ext cx="861060" cy="75945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78D4137-6120-451A-B568-059C99D8D391}"/>
              </a:ext>
            </a:extLst>
          </p:cNvPr>
          <p:cNvCxnSpPr>
            <a:cxnSpLocks/>
          </p:cNvCxnSpPr>
          <p:nvPr/>
        </p:nvCxnSpPr>
        <p:spPr>
          <a:xfrm>
            <a:off x="3212486" y="356887"/>
            <a:ext cx="847136" cy="1025343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962DF987-131E-465A-91F9-5FF1C0404558}"/>
              </a:ext>
            </a:extLst>
          </p:cNvPr>
          <p:cNvCxnSpPr>
            <a:cxnSpLocks/>
          </p:cNvCxnSpPr>
          <p:nvPr/>
        </p:nvCxnSpPr>
        <p:spPr>
          <a:xfrm>
            <a:off x="3212486" y="356887"/>
            <a:ext cx="847136" cy="130666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BC57AF68-F4C8-44B6-AE72-2D6EC5F3C948}"/>
              </a:ext>
            </a:extLst>
          </p:cNvPr>
          <p:cNvCxnSpPr>
            <a:cxnSpLocks/>
          </p:cNvCxnSpPr>
          <p:nvPr/>
        </p:nvCxnSpPr>
        <p:spPr>
          <a:xfrm>
            <a:off x="3219448" y="358898"/>
            <a:ext cx="854098" cy="157135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92D3F6F4-D3E8-4D0E-B256-DCF8B1646E46}"/>
              </a:ext>
            </a:extLst>
          </p:cNvPr>
          <p:cNvCxnSpPr>
            <a:cxnSpLocks/>
          </p:cNvCxnSpPr>
          <p:nvPr/>
        </p:nvCxnSpPr>
        <p:spPr>
          <a:xfrm>
            <a:off x="3212486" y="343656"/>
            <a:ext cx="861060" cy="1821542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03D670C4-80D2-40EC-BC42-F3E431093EFF}"/>
              </a:ext>
            </a:extLst>
          </p:cNvPr>
          <p:cNvCxnSpPr>
            <a:cxnSpLocks/>
          </p:cNvCxnSpPr>
          <p:nvPr/>
        </p:nvCxnSpPr>
        <p:spPr>
          <a:xfrm>
            <a:off x="3197115" y="338517"/>
            <a:ext cx="876431" cy="209111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5FACD80-682A-464D-932D-87C9867AC464}"/>
                  </a:ext>
                </a:extLst>
              </p:cNvPr>
              <p:cNvSpPr txBox="1"/>
              <p:nvPr/>
            </p:nvSpPr>
            <p:spPr>
              <a:xfrm>
                <a:off x="2512017" y="98900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5FACD80-682A-464D-932D-87C9867A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017" y="98900"/>
                <a:ext cx="47654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8CDFEB44-2FD3-448D-8B8C-300C1915801E}"/>
                  </a:ext>
                </a:extLst>
              </p:cNvPr>
              <p:cNvSpPr txBox="1"/>
              <p:nvPr/>
            </p:nvSpPr>
            <p:spPr>
              <a:xfrm>
                <a:off x="2522611" y="303181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8CDFEB44-2FD3-448D-8B8C-300C19158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611" y="303181"/>
                <a:ext cx="47654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4335392-400C-454A-811D-CB7097374E3B}"/>
                  </a:ext>
                </a:extLst>
              </p:cNvPr>
              <p:cNvSpPr txBox="1"/>
              <p:nvPr/>
            </p:nvSpPr>
            <p:spPr>
              <a:xfrm>
                <a:off x="2570479" y="534971"/>
                <a:ext cx="4703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4335392-400C-454A-811D-CB709737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79" y="534971"/>
                <a:ext cx="47032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E037CF0-0890-4638-945F-79A56B337E62}"/>
                  </a:ext>
                </a:extLst>
              </p:cNvPr>
              <p:cNvSpPr txBox="1"/>
              <p:nvPr/>
            </p:nvSpPr>
            <p:spPr>
              <a:xfrm>
                <a:off x="2570226" y="737209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E037CF0-0890-4638-945F-79A56B337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226" y="737209"/>
                <a:ext cx="47654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77B240A-3409-46CD-9263-29093853F44D}"/>
                  </a:ext>
                </a:extLst>
              </p:cNvPr>
              <p:cNvSpPr txBox="1"/>
              <p:nvPr/>
            </p:nvSpPr>
            <p:spPr>
              <a:xfrm>
                <a:off x="2595575" y="967853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77B240A-3409-46CD-9263-29093853F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575" y="967853"/>
                <a:ext cx="47654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B4D766-5AD6-4934-9A81-D8F229E7A223}"/>
                  </a:ext>
                </a:extLst>
              </p:cNvPr>
              <p:cNvSpPr txBox="1"/>
              <p:nvPr/>
            </p:nvSpPr>
            <p:spPr>
              <a:xfrm>
                <a:off x="2601916" y="1205894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B4D766-5AD6-4934-9A81-D8F229E7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916" y="1205894"/>
                <a:ext cx="47654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377FE73-5EB1-422C-8E25-58CD9AC2BC2E}"/>
                  </a:ext>
                </a:extLst>
              </p:cNvPr>
              <p:cNvSpPr txBox="1"/>
              <p:nvPr/>
            </p:nvSpPr>
            <p:spPr>
              <a:xfrm>
                <a:off x="2570953" y="1416194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377FE73-5EB1-422C-8E25-58CD9AC2B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953" y="1416194"/>
                <a:ext cx="476541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B71FB15-4A5E-46DB-B108-760D130136A0}"/>
                  </a:ext>
                </a:extLst>
              </p:cNvPr>
              <p:cNvSpPr txBox="1"/>
              <p:nvPr/>
            </p:nvSpPr>
            <p:spPr>
              <a:xfrm>
                <a:off x="2574159" y="1657409"/>
                <a:ext cx="47333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B71FB15-4A5E-46DB-B108-760D1301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159" y="1657409"/>
                <a:ext cx="473335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2666BB9-019E-437D-ACC6-C809205D6E48}"/>
                  </a:ext>
                </a:extLst>
              </p:cNvPr>
              <p:cNvSpPr txBox="1"/>
              <p:nvPr/>
            </p:nvSpPr>
            <p:spPr>
              <a:xfrm>
                <a:off x="2534347" y="1932754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2666BB9-019E-437D-ACC6-C809205D6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347" y="1932754"/>
                <a:ext cx="558358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E2EC58D-8A57-4933-9B8B-CFAA85A82105}"/>
                  </a:ext>
                </a:extLst>
              </p:cNvPr>
              <p:cNvSpPr txBox="1"/>
              <p:nvPr/>
            </p:nvSpPr>
            <p:spPr>
              <a:xfrm>
                <a:off x="3441682" y="40369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E2EC58D-8A57-4933-9B8B-CFAA85A82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682" y="40369"/>
                <a:ext cx="558358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DECBBC7D-9CFE-45F0-9430-757FFA5AEB46}"/>
                  </a:ext>
                </a:extLst>
              </p:cNvPr>
              <p:cNvSpPr txBox="1"/>
              <p:nvPr/>
            </p:nvSpPr>
            <p:spPr>
              <a:xfrm>
                <a:off x="3451075" y="274193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DECBBC7D-9CFE-45F0-9430-757FFA5AE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075" y="274193"/>
                <a:ext cx="558358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8ADA86BB-6675-4C3F-98D8-6D785E1A6798}"/>
                  </a:ext>
                </a:extLst>
              </p:cNvPr>
              <p:cNvSpPr txBox="1"/>
              <p:nvPr/>
            </p:nvSpPr>
            <p:spPr>
              <a:xfrm>
                <a:off x="3498943" y="505983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8ADA86BB-6675-4C3F-98D8-6D785E1A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943" y="505983"/>
                <a:ext cx="558358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75CF272-3D13-4F29-8162-84A191EB0FD8}"/>
                  </a:ext>
                </a:extLst>
              </p:cNvPr>
              <p:cNvSpPr txBox="1"/>
              <p:nvPr/>
            </p:nvSpPr>
            <p:spPr>
              <a:xfrm>
                <a:off x="3553083" y="718869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75CF272-3D13-4F29-8162-84A191EB0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083" y="718869"/>
                <a:ext cx="558358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FE55522-CF80-4244-9662-609B81D54904}"/>
                  </a:ext>
                </a:extLst>
              </p:cNvPr>
              <p:cNvSpPr txBox="1"/>
              <p:nvPr/>
            </p:nvSpPr>
            <p:spPr>
              <a:xfrm>
                <a:off x="3578432" y="949513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FE55522-CF80-4244-9662-609B81D54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432" y="949513"/>
                <a:ext cx="558358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3D29C1A5-EA29-4669-82B0-A0B8664C1729}"/>
                  </a:ext>
                </a:extLst>
              </p:cNvPr>
              <p:cNvSpPr txBox="1"/>
              <p:nvPr/>
            </p:nvSpPr>
            <p:spPr>
              <a:xfrm>
                <a:off x="3594295" y="1178057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3D29C1A5-EA29-4669-82B0-A0B8664C1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95" y="1178057"/>
                <a:ext cx="558358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1E9D6260-5B47-4DD4-95E2-32C3726324F1}"/>
                  </a:ext>
                </a:extLst>
              </p:cNvPr>
              <p:cNvSpPr txBox="1"/>
              <p:nvPr/>
            </p:nvSpPr>
            <p:spPr>
              <a:xfrm>
                <a:off x="3600110" y="1424777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17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1E9D6260-5B47-4DD4-95E2-32C372632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10" y="1424777"/>
                <a:ext cx="558358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899E8B2-E619-4FB4-AE8C-92B5DE51EBBB}"/>
                  </a:ext>
                </a:extLst>
              </p:cNvPr>
              <p:cNvSpPr txBox="1"/>
              <p:nvPr/>
            </p:nvSpPr>
            <p:spPr>
              <a:xfrm>
                <a:off x="3584773" y="1646994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18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899E8B2-E619-4FB4-AE8C-92B5DE51E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773" y="1646994"/>
                <a:ext cx="558358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BEA328D-5B90-4A01-9DFC-A3454B8F8324}"/>
                  </a:ext>
                </a:extLst>
              </p:cNvPr>
              <p:cNvSpPr txBox="1"/>
              <p:nvPr/>
            </p:nvSpPr>
            <p:spPr>
              <a:xfrm>
                <a:off x="3598133" y="1932259"/>
                <a:ext cx="5551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19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BEA328D-5B90-4A01-9DFC-A3454B8F8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133" y="1932259"/>
                <a:ext cx="555152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107E825-55E7-4355-B4A8-D41B474AB3FA}"/>
                  </a:ext>
                </a:extLst>
              </p:cNvPr>
              <p:cNvSpPr txBox="1"/>
              <p:nvPr/>
            </p:nvSpPr>
            <p:spPr>
              <a:xfrm>
                <a:off x="4478757" y="472458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107E825-55E7-4355-B4A8-D41B474AB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757" y="472458"/>
                <a:ext cx="563103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021DCED4-FF6C-4767-957F-C898F81EAE30}"/>
                  </a:ext>
                </a:extLst>
              </p:cNvPr>
              <p:cNvSpPr txBox="1"/>
              <p:nvPr/>
            </p:nvSpPr>
            <p:spPr>
              <a:xfrm>
                <a:off x="4522957" y="687052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021DCED4-FF6C-4767-957F-C898F81EA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957" y="687052"/>
                <a:ext cx="563103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FFC1D001-CF0A-4FAC-8ECC-4180274DAF6A}"/>
                  </a:ext>
                </a:extLst>
              </p:cNvPr>
              <p:cNvSpPr txBox="1"/>
              <p:nvPr/>
            </p:nvSpPr>
            <p:spPr>
              <a:xfrm>
                <a:off x="4547622" y="945074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FFC1D001-CF0A-4FAC-8ECC-4180274DA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622" y="945074"/>
                <a:ext cx="563103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60522D58-92AA-4B64-B4E9-C0CEF00B08DE}"/>
                  </a:ext>
                </a:extLst>
              </p:cNvPr>
              <p:cNvSpPr txBox="1"/>
              <p:nvPr/>
            </p:nvSpPr>
            <p:spPr>
              <a:xfrm>
                <a:off x="4585169" y="1205572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60522D58-92AA-4B64-B4E9-C0CEF00B0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169" y="1205572"/>
                <a:ext cx="563103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圖片 50">
            <a:extLst>
              <a:ext uri="{FF2B5EF4-FFF2-40B4-BE49-F238E27FC236}">
                <a16:creationId xmlns:a16="http://schemas.microsoft.com/office/drawing/2014/main" id="{8AF3E045-29AE-4B6E-A273-586595FF878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24947" y="466810"/>
            <a:ext cx="2825906" cy="2377426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C9B1D654-8C0D-4F76-A81D-6855DE8FD548}"/>
                  </a:ext>
                </a:extLst>
              </p:cNvPr>
              <p:cNvSpPr/>
              <p:nvPr/>
            </p:nvSpPr>
            <p:spPr>
              <a:xfrm>
                <a:off x="4966757" y="726261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C9B1D654-8C0D-4F76-A81D-6855DE8FD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757" y="726261"/>
                <a:ext cx="467244" cy="369332"/>
              </a:xfrm>
              <a:prstGeom prst="rect">
                <a:avLst/>
              </a:prstGeom>
              <a:blipFill>
                <a:blip r:embed="rId28"/>
                <a:stretch>
                  <a:fillRect t="-4918" r="-14474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BD1C6042-6098-41B8-9823-3C27DDAE9744}"/>
                  </a:ext>
                </a:extLst>
              </p:cNvPr>
              <p:cNvSpPr/>
              <p:nvPr/>
            </p:nvSpPr>
            <p:spPr>
              <a:xfrm>
                <a:off x="4982202" y="1016532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BD1C6042-6098-41B8-9823-3C27DDAE9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202" y="1016532"/>
                <a:ext cx="472565" cy="369332"/>
              </a:xfrm>
              <a:prstGeom prst="rect">
                <a:avLst/>
              </a:prstGeom>
              <a:blipFill>
                <a:blip r:embed="rId29"/>
                <a:stretch>
                  <a:fillRect t="-5000" r="-12821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EF9F856-2EBE-4456-8AFD-F5641F971CE9}"/>
                  </a:ext>
                </a:extLst>
              </p:cNvPr>
              <p:cNvSpPr/>
              <p:nvPr/>
            </p:nvSpPr>
            <p:spPr>
              <a:xfrm>
                <a:off x="4982202" y="1284263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EF9F856-2EBE-4456-8AFD-F5641F971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202" y="1284263"/>
                <a:ext cx="472565" cy="369332"/>
              </a:xfrm>
              <a:prstGeom prst="rect">
                <a:avLst/>
              </a:prstGeom>
              <a:blipFill>
                <a:blip r:embed="rId30"/>
                <a:stretch>
                  <a:fillRect t="-5000" r="-12821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A11D403D-02BF-469B-B666-43E4F2D96D74}"/>
                  </a:ext>
                </a:extLst>
              </p:cNvPr>
              <p:cNvSpPr/>
              <p:nvPr/>
            </p:nvSpPr>
            <p:spPr>
              <a:xfrm>
                <a:off x="4997647" y="1574534"/>
                <a:ext cx="4626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A11D403D-02BF-469B-B666-43E4F2D96D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647" y="1574534"/>
                <a:ext cx="462691" cy="369332"/>
              </a:xfrm>
              <a:prstGeom prst="rect">
                <a:avLst/>
              </a:prstGeom>
              <a:blipFill>
                <a:blip r:embed="rId31"/>
                <a:stretch>
                  <a:fillRect t="-4918" r="-13158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5DCE3349-1D50-4B51-AFC9-613EBD9766D1}"/>
                  </a:ext>
                </a:extLst>
              </p:cNvPr>
              <p:cNvSpPr txBox="1"/>
              <p:nvPr/>
            </p:nvSpPr>
            <p:spPr>
              <a:xfrm>
                <a:off x="3877261" y="69002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5DCE3349-1D50-4B51-AFC9-613EBD976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261" y="69002"/>
                <a:ext cx="501870" cy="476071"/>
              </a:xfrm>
              <a:prstGeom prst="ellipse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E9605834-85A3-488B-9B3C-28267D0EC7C9}"/>
                  </a:ext>
                </a:extLst>
              </p:cNvPr>
              <p:cNvSpPr/>
              <p:nvPr/>
            </p:nvSpPr>
            <p:spPr>
              <a:xfrm>
                <a:off x="298500" y="5444591"/>
                <a:ext cx="6196761" cy="6338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拆到最後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f>
                          <m:f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zh-TW" alt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en-US" altLang="zh-TW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kumimoji="0" lang="en-US" altLang="zh-TW" sz="18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altLang="zh-TW" sz="18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US" altLang="zh-TW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en-US" altLang="zh-TW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den>
                    </m:f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en-US" altLang="zh-TW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∗</m:t>
                    </m:r>
                    <m:d>
                      <m:d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TW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</m:d>
                    <m:r>
                      <a:rPr kumimoji="0" lang="en-US" altLang="zh-TW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E9605834-85A3-488B-9B3C-28267D0EC7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00" y="5444591"/>
                <a:ext cx="6196761" cy="633891"/>
              </a:xfrm>
              <a:prstGeom prst="rect">
                <a:avLst/>
              </a:prstGeom>
              <a:blipFill>
                <a:blip r:embed="rId33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AE840789-D38C-40FB-A739-3B23A554C5E2}"/>
                  </a:ext>
                </a:extLst>
              </p:cNvPr>
              <p:cNvSpPr/>
              <p:nvPr/>
            </p:nvSpPr>
            <p:spPr>
              <a:xfrm>
                <a:off x="298500" y="2753807"/>
                <a:ext cx="2679003" cy="5377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今天要算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kumimoji="0" lang="zh-TW" alt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AE840789-D38C-40FB-A739-3B23A554C5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00" y="2753807"/>
                <a:ext cx="2679003" cy="537776"/>
              </a:xfrm>
              <a:prstGeom prst="rect">
                <a:avLst/>
              </a:prstGeom>
              <a:blipFill>
                <a:blip r:embed="rId34"/>
                <a:stretch>
                  <a:fillRect l="-2050" b="-1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4687439-96A9-4331-9387-6E215B26E2BF}"/>
                  </a:ext>
                </a:extLst>
              </p:cNvPr>
              <p:cNvSpPr/>
              <p:nvPr/>
            </p:nvSpPr>
            <p:spPr>
              <a:xfrm>
                <a:off x="6307218" y="3423282"/>
                <a:ext cx="4898970" cy="43999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d>
                      <m:dPr>
                        <m:ctrlPr>
                          <a:rPr kumimoji="0" lang="zh-TW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zh-TW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e>
                    </m:d>
                    <m:r>
                      <a:rPr kumimoji="0" lang="en-US" altLang="zh-TW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6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6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TW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6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6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a:rPr kumimoji="0" lang="en-US" altLang="zh-TW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6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6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</m:t>
                            </m:r>
                          </m:sub>
                        </m:sSub>
                        <m:r>
                          <a:rPr kumimoji="0" lang="en-US" altLang="zh-TW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6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6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</m:t>
                            </m:r>
                          </m:sub>
                        </m:sSub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4687439-96A9-4331-9387-6E215B26E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218" y="3423282"/>
                <a:ext cx="4898970" cy="43999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9642C80F-3F29-4C2D-A561-66CCE317EA82}"/>
                  </a:ext>
                </a:extLst>
              </p:cNvPr>
              <p:cNvSpPr/>
              <p:nvPr/>
            </p:nvSpPr>
            <p:spPr>
              <a:xfrm>
                <a:off x="7885536" y="4287612"/>
                <a:ext cx="2698085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20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zh-TW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9642C80F-3F29-4C2D-A561-66CCE317EA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536" y="4287612"/>
                <a:ext cx="2698085" cy="369332"/>
              </a:xfrm>
              <a:prstGeom prst="rect">
                <a:avLst/>
              </a:prstGeom>
              <a:blipFill>
                <a:blip r:embed="rId36"/>
                <a:stretch>
                  <a:fillRect t="-3175" b="-63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字方塊 72">
            <a:extLst>
              <a:ext uri="{FF2B5EF4-FFF2-40B4-BE49-F238E27FC236}">
                <a16:creationId xmlns:a16="http://schemas.microsoft.com/office/drawing/2014/main" id="{5C44B017-122F-495F-8725-831AA8F9222B}"/>
              </a:ext>
            </a:extLst>
          </p:cNvPr>
          <p:cNvSpPr txBox="1"/>
          <p:nvPr/>
        </p:nvSpPr>
        <p:spPr>
          <a:xfrm>
            <a:off x="7660871" y="5127022"/>
            <a:ext cx="3514100" cy="4086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結論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逆著算比較沒那麼多未知數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80939A8-A088-4E4F-9E72-F726BB3316B7}"/>
                  </a:ext>
                </a:extLst>
              </p:cNvPr>
              <p:cNvSpPr txBox="1"/>
              <p:nvPr/>
            </p:nvSpPr>
            <p:spPr>
              <a:xfrm>
                <a:off x="782638" y="19941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80939A8-A088-4E4F-9E72-F726BB331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38" y="199418"/>
                <a:ext cx="501870" cy="476071"/>
              </a:xfrm>
              <a:prstGeom prst="ellipse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2E3FD210-16C9-47EF-9C66-4365D6261E0D}"/>
                  </a:ext>
                </a:extLst>
              </p:cNvPr>
              <p:cNvSpPr txBox="1"/>
              <p:nvPr/>
            </p:nvSpPr>
            <p:spPr>
              <a:xfrm>
                <a:off x="1830385" y="57160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2E3FD210-16C9-47EF-9C66-4365D6261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385" y="57160"/>
                <a:ext cx="501870" cy="476071"/>
              </a:xfrm>
              <a:prstGeom prst="ellipse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C4034130-B01F-4CB1-80DE-E62DB0F55D81}"/>
                  </a:ext>
                </a:extLst>
              </p:cNvPr>
              <p:cNvSpPr txBox="1"/>
              <p:nvPr/>
            </p:nvSpPr>
            <p:spPr>
              <a:xfrm>
                <a:off x="2789390" y="3917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C4034130-B01F-4CB1-80DE-E62DB0F55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390" y="39176"/>
                <a:ext cx="501870" cy="476071"/>
              </a:xfrm>
              <a:prstGeom prst="ellipse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E8AA6F87-517A-4C09-8B2B-56F177E7091C}"/>
                  </a:ext>
                </a:extLst>
              </p:cNvPr>
              <p:cNvSpPr/>
              <p:nvPr/>
            </p:nvSpPr>
            <p:spPr>
              <a:xfrm>
                <a:off x="1300547" y="3423282"/>
                <a:ext cx="5908576" cy="539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=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31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+……+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9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E8AA6F87-517A-4C09-8B2B-56F177E70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547" y="3423282"/>
                <a:ext cx="5908576" cy="53931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271C4256-7DAC-42DF-A90C-D88E8C368DBD}"/>
                  </a:ext>
                </a:extLst>
              </p:cNvPr>
              <p:cNvSpPr txBox="1"/>
              <p:nvPr/>
            </p:nvSpPr>
            <p:spPr>
              <a:xfrm>
                <a:off x="2833308" y="325900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271C4256-7DAC-42DF-A90C-D88E8C36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308" y="325900"/>
                <a:ext cx="501870" cy="476071"/>
              </a:xfrm>
              <a:prstGeom prst="ellipse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3EA8220E-D551-467D-8830-EEDB7ED68FBF}"/>
                  </a:ext>
                </a:extLst>
              </p:cNvPr>
              <p:cNvSpPr txBox="1"/>
              <p:nvPr/>
            </p:nvSpPr>
            <p:spPr>
              <a:xfrm>
                <a:off x="2831881" y="58770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3EA8220E-D551-467D-8830-EEDB7ED68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881" y="587708"/>
                <a:ext cx="501870" cy="476071"/>
              </a:xfrm>
              <a:prstGeom prst="ellipse">
                <a:avLst/>
              </a:prstGeom>
              <a:blipFill>
                <a:blip r:embed="rId4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E8D6AE37-C246-4F4D-97A5-4EA40257FEB5}"/>
                  </a:ext>
                </a:extLst>
              </p:cNvPr>
              <p:cNvSpPr txBox="1"/>
              <p:nvPr/>
            </p:nvSpPr>
            <p:spPr>
              <a:xfrm>
                <a:off x="2830240" y="853850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E8D6AE37-C246-4F4D-97A5-4EA40257F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240" y="853850"/>
                <a:ext cx="501870" cy="476071"/>
              </a:xfrm>
              <a:prstGeom prst="ellipse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F1BA9D83-9E79-4442-8F88-F6E4D64E45D5}"/>
                  </a:ext>
                </a:extLst>
              </p:cNvPr>
              <p:cNvSpPr txBox="1"/>
              <p:nvPr/>
            </p:nvSpPr>
            <p:spPr>
              <a:xfrm>
                <a:off x="2859791" y="1087293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F1BA9D83-9E79-4442-8F88-F6E4D64E4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791" y="1087293"/>
                <a:ext cx="501870" cy="476071"/>
              </a:xfrm>
              <a:prstGeom prst="ellipse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68706184-CA95-4A57-B91E-4A35033291D3}"/>
                  </a:ext>
                </a:extLst>
              </p:cNvPr>
              <p:cNvSpPr txBox="1"/>
              <p:nvPr/>
            </p:nvSpPr>
            <p:spPr>
              <a:xfrm>
                <a:off x="2840365" y="1357483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36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68706184-CA95-4A57-B91E-4A3503329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365" y="1357483"/>
                <a:ext cx="501870" cy="476071"/>
              </a:xfrm>
              <a:prstGeom prst="ellipse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DDA43C9A-9E69-44BA-9761-D20DE285C083}"/>
                  </a:ext>
                </a:extLst>
              </p:cNvPr>
              <p:cNvSpPr txBox="1"/>
              <p:nvPr/>
            </p:nvSpPr>
            <p:spPr>
              <a:xfrm>
                <a:off x="2866960" y="1608959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37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DDA43C9A-9E69-44BA-9761-D20DE285C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960" y="1608959"/>
                <a:ext cx="501870" cy="476071"/>
              </a:xfrm>
              <a:prstGeom prst="ellipse">
                <a:avLst/>
              </a:prstGeom>
              <a:blipFill>
                <a:blip r:embed="rId4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0E75C8DA-D946-470D-A9C5-803272903989}"/>
                  </a:ext>
                </a:extLst>
              </p:cNvPr>
              <p:cNvSpPr txBox="1"/>
              <p:nvPr/>
            </p:nvSpPr>
            <p:spPr>
              <a:xfrm>
                <a:off x="2873922" y="188131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38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0E75C8DA-D946-470D-A9C5-803272903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922" y="1881318"/>
                <a:ext cx="501870" cy="476071"/>
              </a:xfrm>
              <a:prstGeom prst="ellipse">
                <a:avLst/>
              </a:prstGeom>
              <a:blipFill>
                <a:blip r:embed="rId4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EFF8BFD2-2B3F-4DBF-A899-B2DB8D524FCF}"/>
                  </a:ext>
                </a:extLst>
              </p:cNvPr>
              <p:cNvSpPr txBox="1"/>
              <p:nvPr/>
            </p:nvSpPr>
            <p:spPr>
              <a:xfrm>
                <a:off x="2864529" y="2095909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39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EFF8BFD2-2B3F-4DBF-A899-B2DB8D524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529" y="2095909"/>
                <a:ext cx="501870" cy="476071"/>
              </a:xfrm>
              <a:prstGeom prst="ellipse">
                <a:avLst/>
              </a:prstGeom>
              <a:blipFill>
                <a:blip r:embed="rId4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5B2A305F-F70A-4FD9-A8DE-92CE22EFDD53}"/>
                  </a:ext>
                </a:extLst>
              </p:cNvPr>
              <p:cNvSpPr/>
              <p:nvPr/>
            </p:nvSpPr>
            <p:spPr>
              <a:xfrm>
                <a:off x="1281841" y="4108076"/>
                <a:ext cx="5908576" cy="548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=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</m:t>
                            </m:r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31</m:t>
                            </m:r>
                          </m:sub>
                        </m:sSub>
                      </m:den>
                    </m:f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42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+……+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49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49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31</m:t>
                            </m:r>
                          </m:sub>
                        </m:sSub>
                      </m:den>
                    </m:f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5B2A305F-F70A-4FD9-A8DE-92CE22EFD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841" y="4108076"/>
                <a:ext cx="5908576" cy="548868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D8A09CA-1198-411C-8E3F-2912AE34FBFF}"/>
                  </a:ext>
                </a:extLst>
              </p:cNvPr>
              <p:cNvSpPr txBox="1"/>
              <p:nvPr/>
            </p:nvSpPr>
            <p:spPr>
              <a:xfrm>
                <a:off x="3909099" y="33127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D8A09CA-1198-411C-8E3F-2912AE34F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099" y="331278"/>
                <a:ext cx="501870" cy="476071"/>
              </a:xfrm>
              <a:prstGeom prst="ellipse">
                <a:avLst/>
              </a:prstGeom>
              <a:blipFill>
                <a:blip r:embed="rId5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4C7DF963-50AE-4E61-9B2F-F797439C4C1F}"/>
                  </a:ext>
                </a:extLst>
              </p:cNvPr>
              <p:cNvSpPr txBox="1"/>
              <p:nvPr/>
            </p:nvSpPr>
            <p:spPr>
              <a:xfrm>
                <a:off x="3907672" y="59308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4C7DF963-50AE-4E61-9B2F-F797439C4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672" y="593086"/>
                <a:ext cx="501870" cy="476071"/>
              </a:xfrm>
              <a:prstGeom prst="ellipse">
                <a:avLst/>
              </a:prstGeom>
              <a:blipFill>
                <a:blip r:embed="rId5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8B7DE74B-C494-4873-977E-0A97A802F5AA}"/>
                  </a:ext>
                </a:extLst>
              </p:cNvPr>
              <p:cNvSpPr txBox="1"/>
              <p:nvPr/>
            </p:nvSpPr>
            <p:spPr>
              <a:xfrm>
                <a:off x="3906031" y="85922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44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8B7DE74B-C494-4873-977E-0A97A802F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031" y="859228"/>
                <a:ext cx="501870" cy="476071"/>
              </a:xfrm>
              <a:prstGeom prst="ellipse">
                <a:avLst/>
              </a:prstGeom>
              <a:blipFill>
                <a:blip r:embed="rId5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B45D50C-A14F-4423-A4D9-11CD52D367E5}"/>
                  </a:ext>
                </a:extLst>
              </p:cNvPr>
              <p:cNvSpPr txBox="1"/>
              <p:nvPr/>
            </p:nvSpPr>
            <p:spPr>
              <a:xfrm>
                <a:off x="3935582" y="1092671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45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B45D50C-A14F-4423-A4D9-11CD52D36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582" y="1092671"/>
                <a:ext cx="501870" cy="476071"/>
              </a:xfrm>
              <a:prstGeom prst="ellipse">
                <a:avLst/>
              </a:prstGeom>
              <a:blipFill>
                <a:blip r:embed="rId5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979CF282-5C87-4E59-8EF7-0F51B669976C}"/>
                  </a:ext>
                </a:extLst>
              </p:cNvPr>
              <p:cNvSpPr txBox="1"/>
              <p:nvPr/>
            </p:nvSpPr>
            <p:spPr>
              <a:xfrm>
                <a:off x="3916156" y="1362861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46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979CF282-5C87-4E59-8EF7-0F51B6699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156" y="1362861"/>
                <a:ext cx="501870" cy="476071"/>
              </a:xfrm>
              <a:prstGeom prst="ellipse">
                <a:avLst/>
              </a:prstGeom>
              <a:blipFill>
                <a:blip r:embed="rId5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1FC1FF1F-C550-405D-AD99-47238A713625}"/>
                  </a:ext>
                </a:extLst>
              </p:cNvPr>
              <p:cNvSpPr txBox="1"/>
              <p:nvPr/>
            </p:nvSpPr>
            <p:spPr>
              <a:xfrm>
                <a:off x="3942751" y="161433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47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1FC1FF1F-C550-405D-AD99-47238A713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751" y="1614337"/>
                <a:ext cx="501870" cy="476071"/>
              </a:xfrm>
              <a:prstGeom prst="ellipse">
                <a:avLst/>
              </a:prstGeom>
              <a:blipFill>
                <a:blip r:embed="rId5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4CCAD4C6-9E86-4E74-90B1-83C33C977A89}"/>
                  </a:ext>
                </a:extLst>
              </p:cNvPr>
              <p:cNvSpPr txBox="1"/>
              <p:nvPr/>
            </p:nvSpPr>
            <p:spPr>
              <a:xfrm>
                <a:off x="3949713" y="188669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48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4CCAD4C6-9E86-4E74-90B1-83C33C977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713" y="1886696"/>
                <a:ext cx="501870" cy="476071"/>
              </a:xfrm>
              <a:prstGeom prst="ellipse">
                <a:avLst/>
              </a:prstGeom>
              <a:blipFill>
                <a:blip r:embed="rId5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C6C11843-1181-406E-86C5-FF6866653C2B}"/>
                  </a:ext>
                </a:extLst>
              </p:cNvPr>
              <p:cNvSpPr txBox="1"/>
              <p:nvPr/>
            </p:nvSpPr>
            <p:spPr>
              <a:xfrm>
                <a:off x="3940320" y="210128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49</m:t>
                          </m:r>
                        </m:sub>
                      </m:sSub>
                    </m:oMath>
                  </m:oMathPara>
                </a14:m>
                <a:endParaRPr kumimoji="0" lang="zh-TW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C6C11843-1181-406E-86C5-FF686665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320" y="2101287"/>
                <a:ext cx="501870" cy="476071"/>
              </a:xfrm>
              <a:prstGeom prst="ellipse">
                <a:avLst/>
              </a:prstGeom>
              <a:blipFill>
                <a:blip r:embed="rId5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83CF1760-DAA4-4447-A014-35A193D9DE58}"/>
                  </a:ext>
                </a:extLst>
              </p:cNvPr>
              <p:cNvSpPr/>
              <p:nvPr/>
            </p:nvSpPr>
            <p:spPr>
              <a:xfrm>
                <a:off x="1300547" y="4780297"/>
                <a:ext cx="5908576" cy="548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=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41</m:t>
                            </m:r>
                          </m:sub>
                        </m:sSub>
                      </m:den>
                    </m:f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41</m:t>
                            </m:r>
                          </m:sub>
                        </m:sSub>
                      </m:den>
                    </m:f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41</m:t>
                            </m:r>
                          </m:sub>
                        </m:sSub>
                      </m:den>
                    </m:f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83CF1760-DAA4-4447-A014-35A193D9D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547" y="4780297"/>
                <a:ext cx="5908576" cy="548868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矩形 102">
            <a:extLst>
              <a:ext uri="{FF2B5EF4-FFF2-40B4-BE49-F238E27FC236}">
                <a16:creationId xmlns:a16="http://schemas.microsoft.com/office/drawing/2014/main" id="{3D144056-F18D-4981-9AB8-66EAD9519149}"/>
              </a:ext>
            </a:extLst>
          </p:cNvPr>
          <p:cNvSpPr/>
          <p:nvPr/>
        </p:nvSpPr>
        <p:spPr>
          <a:xfrm>
            <a:off x="2008598" y="2743812"/>
            <a:ext cx="483018" cy="53957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DA24D84B-F722-43C2-B0C8-B0BBF7A60D30}"/>
              </a:ext>
            </a:extLst>
          </p:cNvPr>
          <p:cNvCxnSpPr>
            <a:cxnSpLocks/>
          </p:cNvCxnSpPr>
          <p:nvPr/>
        </p:nvCxnSpPr>
        <p:spPr>
          <a:xfrm flipH="1">
            <a:off x="1607653" y="3297952"/>
            <a:ext cx="390367" cy="11937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F2EB2138-589C-472F-B4BB-1A685096D208}"/>
              </a:ext>
            </a:extLst>
          </p:cNvPr>
          <p:cNvSpPr/>
          <p:nvPr/>
        </p:nvSpPr>
        <p:spPr>
          <a:xfrm>
            <a:off x="1364092" y="3423282"/>
            <a:ext cx="483018" cy="53957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1F0041A-2514-4143-8AA3-B42E35052692}"/>
              </a:ext>
            </a:extLst>
          </p:cNvPr>
          <p:cNvSpPr/>
          <p:nvPr/>
        </p:nvSpPr>
        <p:spPr>
          <a:xfrm>
            <a:off x="2008598" y="3439683"/>
            <a:ext cx="483018" cy="539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D1B1AD3D-3DE4-4D56-9726-DD9262D885E0}"/>
              </a:ext>
            </a:extLst>
          </p:cNvPr>
          <p:cNvCxnSpPr>
            <a:cxnSpLocks/>
          </p:cNvCxnSpPr>
          <p:nvPr/>
        </p:nvCxnSpPr>
        <p:spPr>
          <a:xfrm flipH="1">
            <a:off x="1607653" y="3993823"/>
            <a:ext cx="390367" cy="1193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14CA639A-3113-4515-8C9B-8871ED5846AC}"/>
              </a:ext>
            </a:extLst>
          </p:cNvPr>
          <p:cNvSpPr/>
          <p:nvPr/>
        </p:nvSpPr>
        <p:spPr>
          <a:xfrm>
            <a:off x="1364092" y="4119153"/>
            <a:ext cx="483018" cy="539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125FB97-FFAB-4290-8C7D-AD44C2BBDC45}"/>
              </a:ext>
            </a:extLst>
          </p:cNvPr>
          <p:cNvSpPr/>
          <p:nvPr/>
        </p:nvSpPr>
        <p:spPr>
          <a:xfrm>
            <a:off x="2016371" y="4134615"/>
            <a:ext cx="483018" cy="53957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7C703175-91E8-4E7F-88D2-B8D0A0C7FE0D}"/>
              </a:ext>
            </a:extLst>
          </p:cNvPr>
          <p:cNvCxnSpPr>
            <a:cxnSpLocks/>
          </p:cNvCxnSpPr>
          <p:nvPr/>
        </p:nvCxnSpPr>
        <p:spPr>
          <a:xfrm flipH="1">
            <a:off x="1689399" y="4681774"/>
            <a:ext cx="390367" cy="11937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44F52E0E-2533-4003-AEF0-980B4CBC3167}"/>
              </a:ext>
            </a:extLst>
          </p:cNvPr>
          <p:cNvSpPr/>
          <p:nvPr/>
        </p:nvSpPr>
        <p:spPr>
          <a:xfrm>
            <a:off x="1363015" y="4812083"/>
            <a:ext cx="483018" cy="53957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4D97EF28-EF64-451F-AEB3-7B6DAD25C2A9}"/>
              </a:ext>
            </a:extLst>
          </p:cNvPr>
          <p:cNvSpPr/>
          <p:nvPr/>
        </p:nvSpPr>
        <p:spPr>
          <a:xfrm>
            <a:off x="2050364" y="4803347"/>
            <a:ext cx="483018" cy="53957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81BF09C8-032E-4A12-B066-5B1B7EC09D83}"/>
              </a:ext>
            </a:extLst>
          </p:cNvPr>
          <p:cNvCxnSpPr>
            <a:cxnSpLocks/>
          </p:cNvCxnSpPr>
          <p:nvPr/>
        </p:nvCxnSpPr>
        <p:spPr>
          <a:xfrm flipH="1">
            <a:off x="1766407" y="5357242"/>
            <a:ext cx="390367" cy="11937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24DDAF03-ACA2-4624-B204-A7DB95EF9A23}"/>
              </a:ext>
            </a:extLst>
          </p:cNvPr>
          <p:cNvSpPr/>
          <p:nvPr/>
        </p:nvSpPr>
        <p:spPr>
          <a:xfrm>
            <a:off x="1363015" y="5531763"/>
            <a:ext cx="483018" cy="53957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6677FF06-97AA-4392-9FFF-9991A45E0462}"/>
              </a:ext>
            </a:extLst>
          </p:cNvPr>
          <p:cNvSpPr txBox="1"/>
          <p:nvPr/>
        </p:nvSpPr>
        <p:spPr>
          <a:xfrm>
            <a:off x="3456493" y="2746594"/>
            <a:ext cx="36751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“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假設都沒有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activation 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func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跟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bias”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62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0E1E99-9652-48CF-8370-8E6AC097BD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endParaRPr kumimoji="0" lang="en-US" altLang="zh-TW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0.02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25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0.13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0.30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42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3043147" y="1539026"/>
                <a:ext cx="5286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TW" sz="1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  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147" y="1539026"/>
                <a:ext cx="5286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99536" y="1545149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536" y="1545149"/>
                <a:ext cx="47089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3002719" y="4322076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719" y="4322076"/>
                <a:ext cx="470898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401077" y="4335694"/>
                <a:ext cx="47089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077" y="4335694"/>
                <a:ext cx="4708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241270" y="2084629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270" y="2084629"/>
                <a:ext cx="4708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  <a:blipFill>
                <a:blip r:embed="rId17"/>
                <a:stretch>
                  <a:fillRect t="-4918" r="-14474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241270" y="3781003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270" y="3781003"/>
                <a:ext cx="47089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  <a:blipFill>
                <a:blip r:embed="rId19"/>
                <a:stretch>
                  <a:fillRect t="-4918" r="-12987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橢圓 111">
            <a:extLst>
              <a:ext uri="{FF2B5EF4-FFF2-40B4-BE49-F238E27FC236}">
                <a16:creationId xmlns:a16="http://schemas.microsoft.com/office/drawing/2014/main" id="{C9EC734E-E511-4B95-8B43-049F51A0F055}"/>
              </a:ext>
            </a:extLst>
          </p:cNvPr>
          <p:cNvSpPr/>
          <p:nvPr/>
        </p:nvSpPr>
        <p:spPr>
          <a:xfrm>
            <a:off x="7037774" y="1850034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F60B1F3-D5D5-4245-B9A3-BBF50080DC89}"/>
              </a:ext>
            </a:extLst>
          </p:cNvPr>
          <p:cNvSpPr txBox="1"/>
          <p:nvPr/>
        </p:nvSpPr>
        <p:spPr>
          <a:xfrm>
            <a:off x="8015544" y="21000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輸入</a:t>
            </a:r>
          </a:p>
        </p:txBody>
      </p:sp>
      <p:sp>
        <p:nvSpPr>
          <p:cNvPr id="116" name="套索 115">
            <a:extLst>
              <a:ext uri="{FF2B5EF4-FFF2-40B4-BE49-F238E27FC236}">
                <a16:creationId xmlns:a16="http://schemas.microsoft.com/office/drawing/2014/main" id="{19E700DD-5119-4EEE-A360-583742DB8BD1}"/>
              </a:ext>
            </a:extLst>
          </p:cNvPr>
          <p:cNvSpPr/>
          <p:nvPr/>
        </p:nvSpPr>
        <p:spPr>
          <a:xfrm>
            <a:off x="9050984" y="3179947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7" name="套索 116">
            <a:extLst>
              <a:ext uri="{FF2B5EF4-FFF2-40B4-BE49-F238E27FC236}">
                <a16:creationId xmlns:a16="http://schemas.microsoft.com/office/drawing/2014/main" id="{5A1ADB9F-9EC4-40F8-BB01-D1BFC99CC2FC}"/>
              </a:ext>
            </a:extLst>
          </p:cNvPr>
          <p:cNvSpPr/>
          <p:nvPr/>
        </p:nvSpPr>
        <p:spPr>
          <a:xfrm rot="10800000">
            <a:off x="9452450" y="1850033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AE968ED8-CF73-4B33-8C76-070C9FCB3BD7}"/>
              </a:ext>
            </a:extLst>
          </p:cNvPr>
          <p:cNvSpPr txBox="1"/>
          <p:nvPr/>
        </p:nvSpPr>
        <p:spPr>
          <a:xfrm>
            <a:off x="9862438" y="20749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激活函數前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039DEFD3-FE93-4A7A-8878-632824F77F37}"/>
              </a:ext>
            </a:extLst>
          </p:cNvPr>
          <p:cNvSpPr txBox="1"/>
          <p:nvPr/>
        </p:nvSpPr>
        <p:spPr>
          <a:xfrm>
            <a:off x="9917758" y="338709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激活函數後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7F64BC79-872C-436B-83D3-1062BAB85757}"/>
                  </a:ext>
                </a:extLst>
              </p:cNvPr>
              <p:cNvSpPr/>
              <p:nvPr/>
            </p:nvSpPr>
            <p:spPr>
              <a:xfrm>
                <a:off x="7081848" y="3063568"/>
                <a:ext cx="1117935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𝑤</m:t>
                    </m:r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 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: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 權重</a:t>
                </a:r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7F64BC79-872C-436B-83D3-1062BAB85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848" y="3063568"/>
                <a:ext cx="1117935" cy="369332"/>
              </a:xfrm>
              <a:prstGeom prst="rect">
                <a:avLst/>
              </a:prstGeom>
              <a:blipFill>
                <a:blip r:embed="rId20"/>
                <a:stretch>
                  <a:fillRect t="-8065" r="-3784" b="-258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4306F21C-E8CF-4F31-AD76-89C164D72F41}"/>
                  </a:ext>
                </a:extLst>
              </p:cNvPr>
              <p:cNvSpPr/>
              <p:nvPr/>
            </p:nvSpPr>
            <p:spPr>
              <a:xfrm>
                <a:off x="7070691" y="3860360"/>
                <a:ext cx="1129092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𝑏</m:t>
                    </m:r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  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: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 偏差</a:t>
                </a: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4306F21C-E8CF-4F31-AD76-89C164D72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691" y="3860360"/>
                <a:ext cx="1129092" cy="369332"/>
              </a:xfrm>
              <a:prstGeom prst="rect">
                <a:avLst/>
              </a:prstGeom>
              <a:blipFill>
                <a:blip r:embed="rId21"/>
                <a:stretch>
                  <a:fillRect t="-6349" r="-3209" b="-238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>
            <a:extLst>
              <a:ext uri="{FF2B5EF4-FFF2-40B4-BE49-F238E27FC236}">
                <a16:creationId xmlns:a16="http://schemas.microsoft.com/office/drawing/2014/main" id="{CD79974C-EB1D-4A4A-8A34-2010DA9BFEE4}"/>
              </a:ext>
            </a:extLst>
          </p:cNvPr>
          <p:cNvSpPr/>
          <p:nvPr/>
        </p:nvSpPr>
        <p:spPr>
          <a:xfrm>
            <a:off x="6569729" y="1421239"/>
            <a:ext cx="4962510" cy="47195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997BACF9-B0FB-4320-B5F9-1E33F6273D02}"/>
                  </a:ext>
                </a:extLst>
              </p:cNvPr>
              <p:cNvSpPr/>
              <p:nvPr/>
            </p:nvSpPr>
            <p:spPr>
              <a:xfrm>
                <a:off x="7069790" y="4524494"/>
                <a:ext cx="2132635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Sigmoid(</a:t>
                </a: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) =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997BACF9-B0FB-4320-B5F9-1E33F6273D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790" y="4524494"/>
                <a:ext cx="2132635" cy="484941"/>
              </a:xfrm>
              <a:prstGeom prst="rect">
                <a:avLst/>
              </a:prstGeom>
              <a:blipFill>
                <a:blip r:embed="rId22"/>
                <a:stretch>
                  <a:fillRect l="-2273" b="-48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F0A4646E-7972-47CA-BE92-7DA825854AF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84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F0A4646E-7972-47CA-BE92-7DA825854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00673AD5-F143-4093-B090-8FE35DB277F0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0.54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00673AD5-F143-4093-B090-8FE35DB277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24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5FFE67B1-9C23-4482-A42C-26DAE66B54CF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5FFE67B1-9C23-4482-A42C-26DAE66B5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25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EBD5206-B6DB-49ED-A51D-27C1F61D818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52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EBD5206-B6DB-49ED-A51D-27C1F61D8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01B9DB1F-1A59-4B88-AEB1-0BE136EB006B}"/>
                  </a:ext>
                </a:extLst>
              </p:cNvPr>
              <p:cNvSpPr/>
              <p:nvPr/>
            </p:nvSpPr>
            <p:spPr>
              <a:xfrm>
                <a:off x="7081847" y="5339863"/>
                <a:ext cx="3782311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n-US" altLang="zh-TW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Sigmoid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(</a:t>
                </a:r>
                <a14:m>
                  <m:oMath xmlns:m="http://schemas.openxmlformats.org/officeDocument/2006/math"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) =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∗</m:t>
                    </m:r>
                    <m:r>
                      <a:rPr kumimoji="0" lang="en-US" altLang="zh-TW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TW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01B9DB1F-1A59-4B88-AEB1-0BE136EB0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847" y="5339863"/>
                <a:ext cx="3782311" cy="484941"/>
              </a:xfrm>
              <a:prstGeom prst="rect">
                <a:avLst/>
              </a:prstGeom>
              <a:blipFill>
                <a:blip r:embed="rId27"/>
                <a:stretch>
                  <a:fillRect b="-48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429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5745767-513C-4896-AFE6-7717D88DEB7B}"/>
              </a:ext>
            </a:extLst>
          </p:cNvPr>
          <p:cNvSpPr txBox="1"/>
          <p:nvPr/>
        </p:nvSpPr>
        <p:spPr>
          <a:xfrm>
            <a:off x="3233678" y="2254871"/>
            <a:ext cx="57246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Forward pass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計算每顆神經元的值</a:t>
            </a:r>
          </a:p>
        </p:txBody>
      </p:sp>
    </p:spTree>
    <p:extLst>
      <p:ext uri="{BB962C8B-B14F-4D97-AF65-F5344CB8AC3E}">
        <p14:creationId xmlns:p14="http://schemas.microsoft.com/office/powerpoint/2010/main" val="128778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0E1E99-9652-48CF-8370-8E6AC097BD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(Forward)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0.02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25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0.13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0.30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42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3023140" y="4342880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140" y="4342880"/>
                <a:ext cx="470898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94227" y="4342880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227" y="4342880"/>
                <a:ext cx="4708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229224" y="2064864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224" y="2064864"/>
                <a:ext cx="470898" cy="369332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258752" y="3770763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752" y="3770763"/>
                <a:ext cx="470898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458071" y="1707191"/>
                <a:ext cx="4197846" cy="39890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*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0.30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0.02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*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Sigmoid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)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TW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zh-TW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標楷體"/>
                    <a:cs typeface="+mn-cs"/>
                  </a:rPr>
                  <a:t>　</a:t>
                </a:r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(−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.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5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　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62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1" y="1707191"/>
                <a:ext cx="4197846" cy="398904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A67B37C-BEA9-4CA7-BBA8-3EBC85B8D00C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84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A67B37C-BEA9-4CA7-BBA8-3EBC85B8D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45050879-41C2-4963-A467-046F5FC3523A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0.54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45050879-41C2-4963-A467-046F5FC35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20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78408F2-61AC-4DEF-84C7-295402C846AD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78408F2-61AC-4DEF-84C7-295402C84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21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ECCF225-0157-42FF-843E-E2125F043840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52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ECCF225-0157-42FF-843E-E2125F043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B9E8B1F-AB48-472D-943A-AD6A0C78ABF1}"/>
                  </a:ext>
                </a:extLst>
              </p:cNvPr>
              <p:cNvSpPr/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B9E8B1F-AB48-472D-943A-AD6A0C78AB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  <a:blipFill>
                <a:blip r:embed="rId23"/>
                <a:stretch>
                  <a:fillRect t="-4918" r="-14474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AA06C035-970E-49A9-9D06-516D3838EE66}"/>
                  </a:ext>
                </a:extLst>
              </p:cNvPr>
              <p:cNvSpPr/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AA06C035-970E-49A9-9D06-516D3838EE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  <a:blipFill>
                <a:blip r:embed="rId24"/>
                <a:stretch>
                  <a:fillRect t="-4918" r="-12987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85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0.02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25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0.13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0.30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42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0.46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0.61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458071" y="1707191"/>
                <a:ext cx="4197846" cy="3326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*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0.13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0.02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*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0.46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Sigmoid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)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(−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.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46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　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61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1" y="1707191"/>
                <a:ext cx="4197846" cy="33264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BD12BF8-EDCE-4A74-9611-09657BD71873}"/>
                  </a:ext>
                </a:extLst>
              </p:cNvPr>
              <p:cNvSpPr/>
              <p:nvPr/>
            </p:nvSpPr>
            <p:spPr>
              <a:xfrm>
                <a:off x="5229224" y="2064864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BD12BF8-EDCE-4A74-9611-09657BD718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224" y="2064864"/>
                <a:ext cx="470898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67C7B9E-8BD4-4B70-89A5-9A0EA5101B55}"/>
                  </a:ext>
                </a:extLst>
              </p:cNvPr>
              <p:cNvSpPr/>
              <p:nvPr/>
            </p:nvSpPr>
            <p:spPr>
              <a:xfrm>
                <a:off x="5258752" y="3770763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67C7B9E-8BD4-4B70-89A5-9A0EA5101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752" y="3770763"/>
                <a:ext cx="470898" cy="369332"/>
              </a:xfrm>
              <a:prstGeom prst="rect">
                <a:avLst/>
              </a:prstGeom>
              <a:blipFill>
                <a:blip r:embed="rId1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DB0357A-2B59-46B5-8F88-2519C65ADEE0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84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DB0357A-2B59-46B5-8F88-2519C65AD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350D5DB3-11A2-4359-9F07-914EF4C23A89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0.54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350D5DB3-11A2-4359-9F07-914EF4C23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20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5FE1FA3D-BF66-4495-B7C4-104E51038321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5FE1FA3D-BF66-4495-B7C4-104E51038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21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26CC0A52-DA18-4784-BC1C-CBC95FD61726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52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26CC0A52-DA18-4784-BC1C-CBC95FD617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2">
            <a:extLst>
              <a:ext uri="{FF2B5EF4-FFF2-40B4-BE49-F238E27FC236}">
                <a16:creationId xmlns:a16="http://schemas.microsoft.com/office/drawing/2014/main" id="{882EB90D-C644-437F-AA59-82E43BC7F5D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(Forward)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7A50DFC2-134D-48D0-BB9A-EF7BCEA4B49A}"/>
                  </a:ext>
                </a:extLst>
              </p:cNvPr>
              <p:cNvSpPr/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7A50DFC2-134D-48D0-BB9A-EF7BCEA4B4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  <a:blipFill>
                <a:blip r:embed="rId23"/>
                <a:stretch>
                  <a:fillRect t="-4918" r="-14474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2D597D92-FD89-4130-951C-87DE96C57342}"/>
                  </a:ext>
                </a:extLst>
              </p:cNvPr>
              <p:cNvSpPr/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2D597D92-FD89-4130-951C-87DE96C57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  <a:blipFill>
                <a:blip r:embed="rId24"/>
                <a:stretch>
                  <a:fillRect t="-4918" r="-12987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172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0.02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25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0.13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0.30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42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0.46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0.61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1.42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16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0.80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17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283687" y="3766900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687" y="3766900"/>
                <a:ext cx="47089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62612" y="3764518"/>
                <a:ext cx="47256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612" y="3764518"/>
                <a:ext cx="472565" cy="369332"/>
              </a:xfrm>
              <a:prstGeom prst="rect">
                <a:avLst/>
              </a:prstGeom>
              <a:blipFill>
                <a:blip r:embed="rId19"/>
                <a:stretch>
                  <a:fillRect t="-5000" r="-12987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458071" y="1707191"/>
                <a:ext cx="4197846" cy="3499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0.62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*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0.61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*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0.54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　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42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kumimoji="0" lang="en-US" altLang="zh-TW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TW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7</m:t>
                                </m:r>
                              </m:sub>
                            </m:s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zh-TW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標楷體"/>
                    <a:cs typeface="+mn-cs"/>
                  </a:rPr>
                  <a:t>　</a:t>
                </a:r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(−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.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42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　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80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1" y="1707191"/>
                <a:ext cx="4197846" cy="349986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341655A-D430-4CBF-9020-2465304E28C8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84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341655A-D430-4CBF-9020-2465304E2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E296D419-9025-4011-8E07-E30558BFF841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0.54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E296D419-9025-4011-8E07-E30558BFF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22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325CD44-B1E9-4A2D-82C7-0ED948369CA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325CD44-B1E9-4A2D-82C7-0ED948369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23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BA4478B2-D7CC-456B-9139-65AC062D44D3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52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BA4478B2-D7CC-456B-9139-65AC062D44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2">
            <a:extLst>
              <a:ext uri="{FF2B5EF4-FFF2-40B4-BE49-F238E27FC236}">
                <a16:creationId xmlns:a16="http://schemas.microsoft.com/office/drawing/2014/main" id="{577997DF-20FF-486B-AC0B-95CDE80D1DC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(Forward)</a:t>
            </a:r>
          </a:p>
        </p:txBody>
      </p:sp>
    </p:spTree>
    <p:extLst>
      <p:ext uri="{BB962C8B-B14F-4D97-AF65-F5344CB8AC3E}">
        <p14:creationId xmlns:p14="http://schemas.microsoft.com/office/powerpoint/2010/main" val="3231780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0.02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25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0.13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0.30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42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0.46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0.61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84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0.54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52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1.42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0.80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1.51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60805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0.82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608052" cy="646331"/>
              </a:xfrm>
              <a:prstGeom prst="rect">
                <a:avLst/>
              </a:prstGeom>
              <a:blipFill>
                <a:blip r:embed="rId23"/>
                <a:stretch>
                  <a:fillRect l="-8000" t="-2830" r="-1600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458071" y="1707191"/>
                <a:ext cx="4197846" cy="3499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0.62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*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0.84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0.61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*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0.52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+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　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51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kumimoji="0" lang="en-US" altLang="zh-TW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TW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9</m:t>
                                </m:r>
                              </m:sub>
                            </m:s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zh-TW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標楷體"/>
                    <a:cs typeface="+mn-cs"/>
                  </a:rPr>
                  <a:t>　</a:t>
                </a:r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　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(−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.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51</m:t>
                            </m:r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　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altLang="zh-TW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82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1" y="1707191"/>
                <a:ext cx="4197846" cy="349986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2">
            <a:extLst>
              <a:ext uri="{FF2B5EF4-FFF2-40B4-BE49-F238E27FC236}">
                <a16:creationId xmlns:a16="http://schemas.microsoft.com/office/drawing/2014/main" id="{FE601569-AF31-4187-934F-A13169551D0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(Forward)</a:t>
            </a:r>
          </a:p>
        </p:txBody>
      </p:sp>
    </p:spTree>
    <p:extLst>
      <p:ext uri="{BB962C8B-B14F-4D97-AF65-F5344CB8AC3E}">
        <p14:creationId xmlns:p14="http://schemas.microsoft.com/office/powerpoint/2010/main" val="3394876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745767-513C-4896-AFE6-7717D88DEB7B}"/>
                  </a:ext>
                </a:extLst>
              </p:cNvPr>
              <p:cNvSpPr txBox="1"/>
              <p:nvPr/>
            </p:nvSpPr>
            <p:spPr>
              <a:xfrm>
                <a:off x="4089746" y="2680384"/>
                <a:ext cx="401251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4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計算損失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4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4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TW" sz="4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total</m:t>
                        </m:r>
                      </m:sub>
                    </m:sSub>
                  </m:oMath>
                </a14:m>
                <a:endParaRPr kumimoji="0" lang="en-US" altLang="zh-TW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745767-513C-4896-AFE6-7717D88DE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746" y="2680384"/>
                <a:ext cx="4012510" cy="830997"/>
              </a:xfrm>
              <a:prstGeom prst="rect">
                <a:avLst/>
              </a:prstGeom>
              <a:blipFill>
                <a:blip r:embed="rId2"/>
                <a:stretch>
                  <a:fillRect l="-6535" t="-16912" b="-38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591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0.25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0.02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25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0.13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0.30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42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47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147FF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0.46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0.61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84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0.54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0.67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0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.</m:t>
                      </m:r>
                      <m:r>
                        <m:rPr>
                          <m:nor/>
                        </m:rP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DBDBDB"/>
                          </a:highlight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m:t>52</m:t>
                      </m:r>
                    </m:oMath>
                  </m:oMathPara>
                </a14:m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1.42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0.80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1.51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DBDBDB"/>
                    </a:highlight>
                    <a:uLnTx/>
                    <a:uFillTx/>
                    <a:latin typeface="Times New Roman"/>
                    <a:ea typeface="標楷體"/>
                    <a:cs typeface="+mn-cs"/>
                  </a:rPr>
                  <a:t>0.82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DBDBDB"/>
                  </a:highlight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  <a:blipFill>
                <a:blip r:embed="rId23"/>
                <a:stretch>
                  <a:fillRect l="-8247" t="-2830" r="-1752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515975" y="1895473"/>
                <a:ext cx="4437993" cy="1716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.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80</m:t>
                        </m:r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32</m:t>
                    </m:r>
                  </m:oMath>
                </a14:m>
                <a:r>
                  <a:rPr kumimoji="0" lang="en-US" altLang="zh-TW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標楷體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.</m:t>
                        </m:r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82</m:t>
                        </m:r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TW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0162</m:t>
                    </m:r>
                  </m:oMath>
                </a14:m>
                <a:r>
                  <a:rPr kumimoji="0" lang="en-US" altLang="zh-TW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標楷體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total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altLang="zh-TW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altLang="zh-TW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3362</m:t>
                      </m:r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975" y="1895473"/>
                <a:ext cx="4437993" cy="171694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zh-TW" altLang="en-US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範例</a:t>
                </a:r>
                <a:r>
                  <a:rPr kumimoji="0" lang="en-US" altLang="zh-TW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kumimoji="0" lang="zh-TW" altLang="en-US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計算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4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TW" sz="4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TW" sz="4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</m:oMath>
                </a14:m>
                <a:r>
                  <a:rPr kumimoji="0" lang="en-US" altLang="zh-TW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5"/>
                <a:stretch>
                  <a:fillRect t="-26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/>
              <p:nvPr/>
            </p:nvSpPr>
            <p:spPr>
              <a:xfrm>
                <a:off x="6292618" y="2064335"/>
                <a:ext cx="770211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altLang="zh-TW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= 0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18" y="2064335"/>
                <a:ext cx="770211" cy="369332"/>
              </a:xfrm>
              <a:prstGeom prst="rect">
                <a:avLst/>
              </a:prstGeom>
              <a:blipFill>
                <a:blip r:embed="rId26"/>
                <a:stretch>
                  <a:fillRect t="-8065" r="-5426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/>
              <p:nvPr/>
            </p:nvSpPr>
            <p:spPr>
              <a:xfrm>
                <a:off x="6288592" y="3764517"/>
                <a:ext cx="775533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altLang="zh-TW" sz="1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= 1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592" y="3764517"/>
                <a:ext cx="775533" cy="369332"/>
              </a:xfrm>
              <a:prstGeom prst="rect">
                <a:avLst/>
              </a:prstGeom>
              <a:blipFill>
                <a:blip r:embed="rId27"/>
                <a:stretch>
                  <a:fillRect t="-8065" r="-4651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/>
              <p:nvPr/>
            </p:nvSpPr>
            <p:spPr>
              <a:xfrm>
                <a:off x="7524749" y="4371975"/>
                <a:ext cx="3511423" cy="483466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TW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total</m:t>
                        </m:r>
                      </m:sub>
                    </m:sSub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749" y="4371975"/>
                <a:ext cx="3511423" cy="483466"/>
              </a:xfrm>
              <a:prstGeom prst="rect">
                <a:avLst/>
              </a:prstGeom>
              <a:blipFill>
                <a:blip r:embed="rId28"/>
                <a:stretch>
                  <a:fillRect b="-123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795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95A91F7-C7AB-40BC-BA8C-4D011B83B3C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TW" sz="4400" dirty="0"/>
                  <a:t>1.Loss </a:t>
                </a:r>
                <a:r>
                  <a:rPr lang="zh-TW" altLang="en-US" sz="4400" dirty="0"/>
                  <a:t>對輸出的偏微分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4400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4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sz="4400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95A91F7-C7AB-40BC-BA8C-4D011B83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20000"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2A3B2F5D-FCAD-403B-A507-63921DD7C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33" y="1367711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7A233C8-03CD-83A1-ABAF-11F06F015BED}"/>
              </a:ext>
            </a:extLst>
          </p:cNvPr>
          <p:cNvSpPr/>
          <p:nvPr/>
        </p:nvSpPr>
        <p:spPr>
          <a:xfrm>
            <a:off x="1045152" y="1573935"/>
            <a:ext cx="447675" cy="442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6B08521-7F8D-87F0-4A93-A134B9C3D20D}"/>
                  </a:ext>
                </a:extLst>
              </p:cNvPr>
              <p:cNvSpPr txBox="1"/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de-DE" altLang="zh-TW" dirty="0"/>
                  <a:t>w1​ </a:t>
                </a:r>
                <a:r>
                  <a:rPr lang="zh-TW" altLang="en-US" dirty="0"/>
                  <a:t>只影響隱藏層的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ar-AE" dirty="0"/>
                  <a:t>，</a:t>
                </a:r>
                <a:r>
                  <a:rPr lang="zh-TW" altLang="en-US" dirty="0"/>
                  <a:t>再往右影響兩個輸出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ar-AE" dirty="0"/>
                  <a:t>。</a:t>
                </a:r>
                <a:br>
                  <a:rPr lang="zh-TW" altLang="ar-AE" dirty="0"/>
                </a:br>
                <a:r>
                  <a:rPr lang="zh-TW" altLang="en-US" dirty="0"/>
                  <a:t>所以：</a:t>
                </a:r>
                <a:endParaRPr lang="en-US" altLang="zh-TW" dirty="0"/>
              </a:p>
              <a:p>
                <a:pPr>
                  <a:buNone/>
                </a:pPr>
                <a:endParaRPr lang="zh-TW" alt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TW" b="0" dirty="0"/>
              </a:p>
              <a:p>
                <a:pPr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6B08521-7F8D-87F0-4A93-A134B9C3D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blipFill>
                <a:blip r:embed="rId4"/>
                <a:stretch>
                  <a:fillRect l="-853" t="-17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B79CB896-A07B-50A9-4436-7299252FE6DF}"/>
              </a:ext>
            </a:extLst>
          </p:cNvPr>
          <p:cNvCxnSpPr>
            <a:cxnSpLocks/>
          </p:cNvCxnSpPr>
          <p:nvPr/>
        </p:nvCxnSpPr>
        <p:spPr>
          <a:xfrm flipV="1">
            <a:off x="1000125" y="1647826"/>
            <a:ext cx="900113" cy="33337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A6A422BB-9C61-C185-EC3C-72457FB8F351}"/>
              </a:ext>
            </a:extLst>
          </p:cNvPr>
          <p:cNvCxnSpPr>
            <a:cxnSpLocks/>
          </p:cNvCxnSpPr>
          <p:nvPr/>
        </p:nvCxnSpPr>
        <p:spPr>
          <a:xfrm>
            <a:off x="2471738" y="1643063"/>
            <a:ext cx="909637" cy="338137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ED0E7D1-1BBB-BA71-293C-8BA27377B33D}"/>
              </a:ext>
            </a:extLst>
          </p:cNvPr>
          <p:cNvCxnSpPr>
            <a:cxnSpLocks/>
          </p:cNvCxnSpPr>
          <p:nvPr/>
        </p:nvCxnSpPr>
        <p:spPr>
          <a:xfrm>
            <a:off x="2471738" y="1633538"/>
            <a:ext cx="923925" cy="1438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699678C0-37D3-850B-DC8F-4E457408B8E7}"/>
                  </a:ext>
                </a:extLst>
              </p:cNvPr>
              <p:cNvSpPr/>
              <p:nvPr/>
            </p:nvSpPr>
            <p:spPr>
              <a:xfrm>
                <a:off x="4981574" y="3409950"/>
                <a:ext cx="3511423" cy="483466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TW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total</m:t>
                        </m:r>
                      </m:sub>
                    </m:sSub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TW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zh-TW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zh-TW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TW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endParaRPr kumimoji="0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699678C0-37D3-850B-DC8F-4E457408B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574" y="3409950"/>
                <a:ext cx="3511423" cy="483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A242B584-2FDC-FEAA-991C-4D71CD479329}"/>
                  </a:ext>
                </a:extLst>
              </p:cNvPr>
              <p:cNvSpPr txBox="1"/>
              <p:nvPr/>
            </p:nvSpPr>
            <p:spPr>
              <a:xfrm>
                <a:off x="4724399" y="4210105"/>
                <a:ext cx="2524125" cy="1485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𝑡𝑜𝑡𝑎𝑙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  <a:endParaRPr lang="ar-AE" altLang="zh-TW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𝑡𝑜𝑡𝑎𝑙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A242B584-2FDC-FEAA-991C-4D71CD479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4210105"/>
                <a:ext cx="2524125" cy="14857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ACD4CBBD-9EF0-B460-5E99-B9A0598AA7E6}"/>
              </a:ext>
            </a:extLst>
          </p:cNvPr>
          <p:cNvCxnSpPr>
            <a:cxnSpLocks/>
          </p:cNvCxnSpPr>
          <p:nvPr/>
        </p:nvCxnSpPr>
        <p:spPr>
          <a:xfrm>
            <a:off x="6010275" y="2842260"/>
            <a:ext cx="756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4ABFDA2-B870-6CAD-E6E3-32C1760F95B7}"/>
              </a:ext>
            </a:extLst>
          </p:cNvPr>
          <p:cNvCxnSpPr>
            <a:cxnSpLocks/>
          </p:cNvCxnSpPr>
          <p:nvPr/>
        </p:nvCxnSpPr>
        <p:spPr>
          <a:xfrm>
            <a:off x="7976235" y="2804160"/>
            <a:ext cx="7562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364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B7F9-D134-86C5-DEC1-178B7C23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4B1E93-98F3-A826-6D53-D8B7BE43AD1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sz="4400" dirty="0"/>
              <a:t>2.</a:t>
            </a:r>
            <a:r>
              <a:rPr lang="zh-TW" altLang="en-US" sz="4400" dirty="0"/>
              <a:t>輸出層的激活函數微分</a:t>
            </a:r>
            <a:endParaRPr lang="en-US" altLang="zh-TW" sz="4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52199A5-4AD1-D3CF-734F-DB4F12C8C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33" y="1367711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8238947-1B41-8088-3EFE-6B0CD3CF7E52}"/>
              </a:ext>
            </a:extLst>
          </p:cNvPr>
          <p:cNvSpPr/>
          <p:nvPr/>
        </p:nvSpPr>
        <p:spPr>
          <a:xfrm>
            <a:off x="1045152" y="1573935"/>
            <a:ext cx="447675" cy="442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B3DFAA3-7F28-3962-939A-342DEF256F9A}"/>
                  </a:ext>
                </a:extLst>
              </p:cNvPr>
              <p:cNvSpPr txBox="1"/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de-DE" altLang="zh-TW" dirty="0"/>
                  <a:t>w1​ </a:t>
                </a:r>
                <a:r>
                  <a:rPr lang="zh-TW" altLang="en-US" dirty="0"/>
                  <a:t>只影響隱藏層的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ar-AE" dirty="0"/>
                  <a:t>，</a:t>
                </a:r>
                <a:r>
                  <a:rPr lang="zh-TW" altLang="en-US" dirty="0"/>
                  <a:t>再往右影響兩個輸出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ar-AE" dirty="0"/>
                  <a:t>。</a:t>
                </a:r>
                <a:br>
                  <a:rPr lang="zh-TW" altLang="ar-AE" dirty="0"/>
                </a:br>
                <a:r>
                  <a:rPr lang="zh-TW" altLang="en-US" dirty="0"/>
                  <a:t>所以：</a:t>
                </a:r>
                <a:endParaRPr lang="en-US" altLang="zh-TW" dirty="0"/>
              </a:p>
              <a:p>
                <a:pPr>
                  <a:buNone/>
                </a:pPr>
                <a:endParaRPr lang="zh-TW" alt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TW" b="0" dirty="0"/>
              </a:p>
              <a:p>
                <a:pPr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B3DFAA3-7F28-3962-939A-342DEF256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blipFill>
                <a:blip r:embed="rId3"/>
                <a:stretch>
                  <a:fillRect l="-853" t="-17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60100846-101B-80C1-77B3-66EFD8E3BD7B}"/>
              </a:ext>
            </a:extLst>
          </p:cNvPr>
          <p:cNvCxnSpPr>
            <a:cxnSpLocks/>
          </p:cNvCxnSpPr>
          <p:nvPr/>
        </p:nvCxnSpPr>
        <p:spPr>
          <a:xfrm flipV="1">
            <a:off x="1000125" y="1647826"/>
            <a:ext cx="900113" cy="33337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8BA0E6D-294C-2EC9-DD0A-98C2906E6756}"/>
              </a:ext>
            </a:extLst>
          </p:cNvPr>
          <p:cNvCxnSpPr>
            <a:cxnSpLocks/>
          </p:cNvCxnSpPr>
          <p:nvPr/>
        </p:nvCxnSpPr>
        <p:spPr>
          <a:xfrm>
            <a:off x="2471738" y="1643063"/>
            <a:ext cx="909637" cy="338137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9AE52FD-0A8B-D84C-1A2A-8CDE8BEBB4E3}"/>
              </a:ext>
            </a:extLst>
          </p:cNvPr>
          <p:cNvCxnSpPr>
            <a:cxnSpLocks/>
          </p:cNvCxnSpPr>
          <p:nvPr/>
        </p:nvCxnSpPr>
        <p:spPr>
          <a:xfrm>
            <a:off x="2471738" y="1633538"/>
            <a:ext cx="923925" cy="1438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3F67C47-BE22-F964-9905-70B4B47FDF92}"/>
                  </a:ext>
                </a:extLst>
              </p:cNvPr>
              <p:cNvSpPr txBox="1"/>
              <p:nvPr/>
            </p:nvSpPr>
            <p:spPr>
              <a:xfrm>
                <a:off x="4886325" y="2965091"/>
                <a:ext cx="6096000" cy="31829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輸出層的激活函數微分（</a:t>
                </a:r>
                <a:r>
                  <a:rPr lang="en-US" altLang="zh-TW" dirty="0"/>
                  <a:t>S</a:t>
                </a:r>
                <a:r>
                  <a:rPr lang="de-DE" altLang="zh-TW" dirty="0"/>
                  <a:t>igmoid,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TW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de-DE" dirty="0"/>
                  <a:t>）</a:t>
                </a:r>
              </a:p>
              <a:p>
                <a:pPr>
                  <a:buNone/>
                </a:pPr>
                <a:r>
                  <a:rPr lang="zh-TW" altLang="en-US" dirty="0"/>
                  <a:t>因為：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=</m:t>
                          </m:r>
                          <m:acc>
                            <m:accPr>
                              <m:chr m:val="̂"/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zh-TW" dirty="0"/>
              </a:p>
              <a:p>
                <a:pPr>
                  <a:buNone/>
                </a:pPr>
                <a:r>
                  <a:rPr lang="de-DE" altLang="zh-TW" dirty="0"/>
                  <a:t>sigmoid </a:t>
                </a:r>
                <a:r>
                  <a:rPr lang="zh-TW" altLang="en-US" dirty="0"/>
                  <a:t>導數：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ar-AE" altLang="zh-TW" b="0" i="1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ar-AE" altLang="zh-TW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ar-AE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altLang="zh-TW" b="0" dirty="0"/>
              </a:p>
              <a:p>
                <a:pPr>
                  <a:buNone/>
                </a:pPr>
                <a:r>
                  <a:rPr lang="zh-TW" altLang="en-US" dirty="0"/>
                  <a:t>所以：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  <a:endParaRPr lang="ar-AE" altLang="zh-TW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  <a:endParaRPr lang="ar-AE" altLang="zh-TW" b="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3F67C47-BE22-F964-9905-70B4B47FD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325" y="2965091"/>
                <a:ext cx="6096000" cy="3182923"/>
              </a:xfrm>
              <a:prstGeom prst="rect">
                <a:avLst/>
              </a:prstGeom>
              <a:blipFill>
                <a:blip r:embed="rId4"/>
                <a:stretch>
                  <a:fillRect l="-900" t="-9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FD767ED-4C57-D89C-4D2B-0602A1D4E40A}"/>
              </a:ext>
            </a:extLst>
          </p:cNvPr>
          <p:cNvCxnSpPr>
            <a:cxnSpLocks/>
          </p:cNvCxnSpPr>
          <p:nvPr/>
        </p:nvCxnSpPr>
        <p:spPr>
          <a:xfrm>
            <a:off x="6860020" y="2768369"/>
            <a:ext cx="50136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A728228-0F94-C72D-A313-6CE79C860B0B}"/>
              </a:ext>
            </a:extLst>
          </p:cNvPr>
          <p:cNvCxnSpPr>
            <a:cxnSpLocks/>
          </p:cNvCxnSpPr>
          <p:nvPr/>
        </p:nvCxnSpPr>
        <p:spPr>
          <a:xfrm>
            <a:off x="8762712" y="2777605"/>
            <a:ext cx="4921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273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3FFB-577F-D5CC-A3BD-2C008AE1F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21FF1C1-6BFB-6358-57E9-D02C6C17DE4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TW" sz="4400" dirty="0"/>
                  <a:t>3.</a:t>
                </a:r>
                <a:r>
                  <a:rPr lang="zh-TW" altLang="en-US" sz="4400" dirty="0"/>
                  <a:t>線性組合對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/>
                        </m:ctrlPr>
                      </m:sSubPr>
                      <m:e>
                        <m:r>
                          <a:rPr lang="zh-TW" altLang="en-US" i="1"/>
                          <m:t>𝑥</m:t>
                        </m:r>
                      </m:e>
                      <m:sub>
                        <m:r>
                          <a:rPr lang="en-US" altLang="zh-TW"/>
                          <m:t>4</m:t>
                        </m:r>
                      </m:sub>
                    </m:sSub>
                  </m:oMath>
                </a14:m>
                <a:r>
                  <a:rPr lang="zh-TW" altLang="en-US" sz="4400" dirty="0"/>
                  <a:t>的導數</a:t>
                </a:r>
                <a:endParaRPr lang="en-US" altLang="zh-TW" sz="4400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21FF1C1-6BFB-6358-57E9-D02C6C17D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26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7AA5395D-1424-5941-6DA2-FAB3BDC00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33" y="1367711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DD05E06-24E6-EA36-7DFF-1BB7E2D349C8}"/>
              </a:ext>
            </a:extLst>
          </p:cNvPr>
          <p:cNvSpPr/>
          <p:nvPr/>
        </p:nvSpPr>
        <p:spPr>
          <a:xfrm>
            <a:off x="1045152" y="1573935"/>
            <a:ext cx="447675" cy="442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C18A167-BC55-62A6-97E2-F3D7064F8543}"/>
                  </a:ext>
                </a:extLst>
              </p:cNvPr>
              <p:cNvSpPr txBox="1"/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de-DE" altLang="zh-TW" dirty="0"/>
                  <a:t>w1​ </a:t>
                </a:r>
                <a:r>
                  <a:rPr lang="zh-TW" altLang="en-US" dirty="0"/>
                  <a:t>只影響隱藏層的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ar-AE" dirty="0"/>
                  <a:t>，</a:t>
                </a:r>
                <a:r>
                  <a:rPr lang="zh-TW" altLang="en-US" dirty="0"/>
                  <a:t>再往右影響兩個輸出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ar-AE" dirty="0"/>
                  <a:t>。</a:t>
                </a:r>
                <a:br>
                  <a:rPr lang="zh-TW" altLang="ar-AE" dirty="0"/>
                </a:br>
                <a:r>
                  <a:rPr lang="zh-TW" altLang="en-US" dirty="0"/>
                  <a:t>所以：</a:t>
                </a:r>
                <a:endParaRPr lang="en-US" altLang="zh-TW" dirty="0"/>
              </a:p>
              <a:p>
                <a:pPr>
                  <a:buNone/>
                </a:pPr>
                <a:endParaRPr lang="zh-TW" alt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TW" b="0" dirty="0"/>
              </a:p>
              <a:p>
                <a:pPr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C18A167-BC55-62A6-97E2-F3D7064F8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blipFill>
                <a:blip r:embed="rId4"/>
                <a:stretch>
                  <a:fillRect l="-853" t="-17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12F1AD80-4921-6FFD-4B29-E2CDCA371312}"/>
              </a:ext>
            </a:extLst>
          </p:cNvPr>
          <p:cNvCxnSpPr>
            <a:cxnSpLocks/>
          </p:cNvCxnSpPr>
          <p:nvPr/>
        </p:nvCxnSpPr>
        <p:spPr>
          <a:xfrm flipV="1">
            <a:off x="1000125" y="1647826"/>
            <a:ext cx="900113" cy="33337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12D84E7D-2E54-4996-7CED-C7ADFC046AA8}"/>
              </a:ext>
            </a:extLst>
          </p:cNvPr>
          <p:cNvCxnSpPr>
            <a:cxnSpLocks/>
          </p:cNvCxnSpPr>
          <p:nvPr/>
        </p:nvCxnSpPr>
        <p:spPr>
          <a:xfrm>
            <a:off x="2471738" y="1643063"/>
            <a:ext cx="909637" cy="338137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60E6292D-0DEC-C121-71E0-474F6C29FAA1}"/>
              </a:ext>
            </a:extLst>
          </p:cNvPr>
          <p:cNvCxnSpPr>
            <a:cxnSpLocks/>
          </p:cNvCxnSpPr>
          <p:nvPr/>
        </p:nvCxnSpPr>
        <p:spPr>
          <a:xfrm>
            <a:off x="2471738" y="1633538"/>
            <a:ext cx="923925" cy="1438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BD85ABB-5001-46F2-470E-3506B8BDE0BA}"/>
                  </a:ext>
                </a:extLst>
              </p:cNvPr>
              <p:cNvSpPr txBox="1"/>
              <p:nvPr/>
            </p:nvSpPr>
            <p:spPr>
              <a:xfrm>
                <a:off x="4943475" y="3011168"/>
                <a:ext cx="6096000" cy="1758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線性組合對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b="0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dirty="0"/>
                  <a:t>的導數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⇒</m:t>
                      </m:r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altLang="zh-TW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⇒</m:t>
                      </m:r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BD85ABB-5001-46F2-470E-3506B8BDE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475" y="3011168"/>
                <a:ext cx="6096000" cy="1758815"/>
              </a:xfrm>
              <a:prstGeom prst="rect">
                <a:avLst/>
              </a:prstGeom>
              <a:blipFill>
                <a:blip r:embed="rId5"/>
                <a:stretch>
                  <a:fillRect l="-900" t="-17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10BC742-37A4-9F9B-1181-6C2BBAED5CF1}"/>
                  </a:ext>
                </a:extLst>
              </p:cNvPr>
              <p:cNvSpPr txBox="1"/>
              <p:nvPr/>
            </p:nvSpPr>
            <p:spPr>
              <a:xfrm>
                <a:off x="4800600" y="4906738"/>
                <a:ext cx="6096000" cy="106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這三個合併：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𝑡𝑜𝑡𝑎𝑙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altLang="zh-TW" b="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10BC742-37A4-9F9B-1181-6C2BBAED5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4906738"/>
                <a:ext cx="6096000" cy="1064074"/>
              </a:xfrm>
              <a:prstGeom prst="rect">
                <a:avLst/>
              </a:prstGeom>
              <a:blipFill>
                <a:blip r:embed="rId6"/>
                <a:stretch>
                  <a:fillRect l="-900" t="-2874" r="-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1897965-290B-8A10-489C-826557B5E98F}"/>
              </a:ext>
            </a:extLst>
          </p:cNvPr>
          <p:cNvCxnSpPr>
            <a:cxnSpLocks/>
          </p:cNvCxnSpPr>
          <p:nvPr/>
        </p:nvCxnSpPr>
        <p:spPr>
          <a:xfrm>
            <a:off x="7331075" y="2796078"/>
            <a:ext cx="4736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D8BF2CC-9CD9-2F8B-B251-14FC42DF8504}"/>
              </a:ext>
            </a:extLst>
          </p:cNvPr>
          <p:cNvCxnSpPr>
            <a:cxnSpLocks/>
          </p:cNvCxnSpPr>
          <p:nvPr/>
        </p:nvCxnSpPr>
        <p:spPr>
          <a:xfrm>
            <a:off x="9192202" y="2800696"/>
            <a:ext cx="4736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612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19EF-B7A9-FCEE-528F-52836097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C2D40B-EEE3-170F-D1F2-6501DEDB967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TW" sz="4400" dirty="0"/>
                  <a:t>4.</a:t>
                </a:r>
                <a:r>
                  <a:rPr lang="zh-TW" altLang="en-US" sz="4400" dirty="0"/>
                  <a:t>隱藏層的激活函數對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/>
                        </m:ctrlPr>
                      </m:sSubPr>
                      <m:e>
                        <m:r>
                          <a:rPr lang="zh-TW" altLang="en-US" i="1"/>
                          <m:t>𝑥</m:t>
                        </m:r>
                      </m:e>
                      <m:sub>
                        <m:r>
                          <a:rPr lang="en-US" altLang="zh-TW"/>
                          <m:t>3</m:t>
                        </m:r>
                      </m:sub>
                    </m:sSub>
                  </m:oMath>
                </a14:m>
                <a:r>
                  <a:rPr lang="zh-TW" altLang="en-US" sz="4400" dirty="0"/>
                  <a:t>的導數</a:t>
                </a:r>
                <a:endParaRPr lang="en-US" altLang="zh-TW" sz="4400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C2D40B-EEE3-170F-D1F2-6501DEDB9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26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D132AC37-7DB5-2894-ACF1-D07E22F39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33" y="1367711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BD1DBC-2EFF-0AEC-E3CB-FDEBEBE4B8B2}"/>
              </a:ext>
            </a:extLst>
          </p:cNvPr>
          <p:cNvSpPr/>
          <p:nvPr/>
        </p:nvSpPr>
        <p:spPr>
          <a:xfrm>
            <a:off x="1045152" y="1573935"/>
            <a:ext cx="447675" cy="442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ABCE763-5C98-6788-4A9D-F50752A27A40}"/>
                  </a:ext>
                </a:extLst>
              </p:cNvPr>
              <p:cNvSpPr txBox="1"/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de-DE" altLang="zh-TW" dirty="0"/>
                  <a:t>w1​ </a:t>
                </a:r>
                <a:r>
                  <a:rPr lang="zh-TW" altLang="en-US" dirty="0"/>
                  <a:t>只影響隱藏層的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ar-AE" dirty="0"/>
                  <a:t>，</a:t>
                </a:r>
                <a:r>
                  <a:rPr lang="zh-TW" altLang="en-US" dirty="0"/>
                  <a:t>再往右影響兩個輸出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ar-AE" dirty="0"/>
                  <a:t>。</a:t>
                </a:r>
                <a:br>
                  <a:rPr lang="zh-TW" altLang="ar-AE" dirty="0"/>
                </a:br>
                <a:r>
                  <a:rPr lang="zh-TW" altLang="en-US" dirty="0"/>
                  <a:t>所以：</a:t>
                </a:r>
                <a:endParaRPr lang="en-US" altLang="zh-TW" dirty="0"/>
              </a:p>
              <a:p>
                <a:pPr>
                  <a:buNone/>
                </a:pPr>
                <a:endParaRPr lang="zh-TW" alt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TW" b="0" dirty="0"/>
              </a:p>
              <a:p>
                <a:pPr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ABCE763-5C98-6788-4A9D-F50752A27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blipFill>
                <a:blip r:embed="rId4"/>
                <a:stretch>
                  <a:fillRect l="-853" t="-17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431CE06C-AA18-AFC1-CD82-D7A01D700796}"/>
              </a:ext>
            </a:extLst>
          </p:cNvPr>
          <p:cNvCxnSpPr>
            <a:cxnSpLocks/>
          </p:cNvCxnSpPr>
          <p:nvPr/>
        </p:nvCxnSpPr>
        <p:spPr>
          <a:xfrm flipV="1">
            <a:off x="1000125" y="1647826"/>
            <a:ext cx="900113" cy="33337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A3EA06E-4523-70B2-2646-7D366BDF0F9A}"/>
              </a:ext>
            </a:extLst>
          </p:cNvPr>
          <p:cNvCxnSpPr>
            <a:cxnSpLocks/>
          </p:cNvCxnSpPr>
          <p:nvPr/>
        </p:nvCxnSpPr>
        <p:spPr>
          <a:xfrm>
            <a:off x="2471738" y="1643063"/>
            <a:ext cx="909637" cy="338137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35DC202B-7025-C4AD-3760-4781A9B30338}"/>
              </a:ext>
            </a:extLst>
          </p:cNvPr>
          <p:cNvCxnSpPr>
            <a:cxnSpLocks/>
          </p:cNvCxnSpPr>
          <p:nvPr/>
        </p:nvCxnSpPr>
        <p:spPr>
          <a:xfrm>
            <a:off x="2471738" y="1633538"/>
            <a:ext cx="923925" cy="1438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6C2FEF9B-3154-0215-AE29-B878D7BF7DB5}"/>
              </a:ext>
            </a:extLst>
          </p:cNvPr>
          <p:cNvCxnSpPr>
            <a:cxnSpLocks/>
          </p:cNvCxnSpPr>
          <p:nvPr/>
        </p:nvCxnSpPr>
        <p:spPr>
          <a:xfrm>
            <a:off x="9774093" y="2745277"/>
            <a:ext cx="4736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13B4C46-4C05-8549-7925-F90A7B4C72DC}"/>
                  </a:ext>
                </a:extLst>
              </p:cNvPr>
              <p:cNvSpPr txBox="1"/>
              <p:nvPr/>
            </p:nvSpPr>
            <p:spPr>
              <a:xfrm>
                <a:off x="4996872" y="3203458"/>
                <a:ext cx="6096000" cy="2486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輸出層的激活函數微分（</a:t>
                </a:r>
                <a:r>
                  <a:rPr lang="en-US" altLang="zh-TW" dirty="0"/>
                  <a:t>S</a:t>
                </a:r>
                <a:r>
                  <a:rPr lang="de-DE" altLang="zh-TW" dirty="0"/>
                  <a:t>igmoid,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TW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de-DE" dirty="0"/>
                  <a:t>）</a:t>
                </a:r>
              </a:p>
              <a:p>
                <a:pPr>
                  <a:buNone/>
                </a:pPr>
                <a:r>
                  <a:rPr lang="zh-TW" altLang="en-US" dirty="0"/>
                  <a:t>因為：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zh-TW" dirty="0"/>
              </a:p>
              <a:p>
                <a:pPr>
                  <a:buNone/>
                </a:pPr>
                <a:r>
                  <a:rPr lang="de-DE" altLang="zh-TW" dirty="0"/>
                  <a:t>sigmoid </a:t>
                </a:r>
                <a:r>
                  <a:rPr lang="zh-TW" altLang="en-US" dirty="0"/>
                  <a:t>導數：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ar-AE" altLang="zh-TW" i="1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altLang="zh-TW" dirty="0"/>
              </a:p>
              <a:p>
                <a:pPr>
                  <a:buNone/>
                </a:pPr>
                <a:r>
                  <a:rPr lang="zh-TW" altLang="en-US" dirty="0"/>
                  <a:t>所以：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13B4C46-4C05-8549-7925-F90A7B4C7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872" y="3203458"/>
                <a:ext cx="6096000" cy="2486130"/>
              </a:xfrm>
              <a:prstGeom prst="rect">
                <a:avLst/>
              </a:prstGeom>
              <a:blipFill>
                <a:blip r:embed="rId5"/>
                <a:stretch>
                  <a:fillRect l="-900" t="-14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283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23448-824E-507E-919D-EAD3A143D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2E47BCD-D92E-0C65-6E03-D53B5DBF553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TW" sz="4400" dirty="0"/>
                  <a:t>5.</a:t>
                </a:r>
                <a:r>
                  <a:rPr lang="zh-TW" altLang="en-US" sz="4400" dirty="0"/>
                  <a:t>線性組合對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/>
                        </m:ctrlPr>
                      </m:sSubPr>
                      <m:e>
                        <m:r>
                          <a:rPr lang="zh-TW" altLang="en-US" i="1"/>
                          <m:t>𝑤</m:t>
                        </m:r>
                      </m:e>
                      <m:sub>
                        <m:r>
                          <a:rPr lang="en-US" altLang="zh-TW"/>
                          <m:t>1</m:t>
                        </m:r>
                      </m:sub>
                    </m:sSub>
                  </m:oMath>
                </a14:m>
                <a:r>
                  <a:rPr lang="zh-TW" altLang="en-US" sz="4400" dirty="0"/>
                  <a:t>的導數</a:t>
                </a:r>
                <a:endParaRPr lang="en-US" altLang="zh-TW" sz="4400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2E47BCD-D92E-0C65-6E03-D53B5DBF5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26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76240CB4-B132-1100-D278-3A57C2207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33" y="1367711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0951747-F0E5-6D55-631F-74E7593722F5}"/>
              </a:ext>
            </a:extLst>
          </p:cNvPr>
          <p:cNvSpPr/>
          <p:nvPr/>
        </p:nvSpPr>
        <p:spPr>
          <a:xfrm>
            <a:off x="1045152" y="1573935"/>
            <a:ext cx="447675" cy="442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AB8F713-2A15-AF02-F574-261EB0A99ADE}"/>
                  </a:ext>
                </a:extLst>
              </p:cNvPr>
              <p:cNvSpPr txBox="1"/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de-DE" altLang="zh-TW" dirty="0"/>
                  <a:t>w1​ </a:t>
                </a:r>
                <a:r>
                  <a:rPr lang="zh-TW" altLang="en-US" dirty="0"/>
                  <a:t>只影響隱藏層的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ar-AE" dirty="0"/>
                  <a:t>，</a:t>
                </a:r>
                <a:r>
                  <a:rPr lang="zh-TW" altLang="en-US" dirty="0"/>
                  <a:t>再往右影響兩個輸出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ar-AE" dirty="0"/>
                  <a:t>。</a:t>
                </a:r>
                <a:br>
                  <a:rPr lang="zh-TW" altLang="ar-AE" dirty="0"/>
                </a:br>
                <a:r>
                  <a:rPr lang="zh-TW" altLang="en-US" dirty="0"/>
                  <a:t>所以：</a:t>
                </a:r>
                <a:endParaRPr lang="en-US" altLang="zh-TW" dirty="0"/>
              </a:p>
              <a:p>
                <a:pPr>
                  <a:buNone/>
                </a:pPr>
                <a:endParaRPr lang="zh-TW" alt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TW" b="0" dirty="0"/>
              </a:p>
              <a:p>
                <a:pPr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AB8F713-2A15-AF02-F574-261EB0A99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blipFill>
                <a:blip r:embed="rId4"/>
                <a:stretch>
                  <a:fillRect l="-853" t="-17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7361FD5-296E-14C4-856A-650EF7E4B311}"/>
              </a:ext>
            </a:extLst>
          </p:cNvPr>
          <p:cNvCxnSpPr>
            <a:cxnSpLocks/>
          </p:cNvCxnSpPr>
          <p:nvPr/>
        </p:nvCxnSpPr>
        <p:spPr>
          <a:xfrm flipV="1">
            <a:off x="1000125" y="1647826"/>
            <a:ext cx="900113" cy="33337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946F6F57-3592-ECC3-635D-14784A29B54B}"/>
              </a:ext>
            </a:extLst>
          </p:cNvPr>
          <p:cNvCxnSpPr>
            <a:cxnSpLocks/>
          </p:cNvCxnSpPr>
          <p:nvPr/>
        </p:nvCxnSpPr>
        <p:spPr>
          <a:xfrm>
            <a:off x="2471738" y="1643063"/>
            <a:ext cx="909637" cy="338137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AE2CD31C-0205-1BC5-6463-238FF4A12FAD}"/>
              </a:ext>
            </a:extLst>
          </p:cNvPr>
          <p:cNvCxnSpPr>
            <a:cxnSpLocks/>
          </p:cNvCxnSpPr>
          <p:nvPr/>
        </p:nvCxnSpPr>
        <p:spPr>
          <a:xfrm>
            <a:off x="2471738" y="1633538"/>
            <a:ext cx="923925" cy="1438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74AEE31-E646-5423-FF86-8BD57FC027B6}"/>
              </a:ext>
            </a:extLst>
          </p:cNvPr>
          <p:cNvCxnSpPr>
            <a:cxnSpLocks/>
          </p:cNvCxnSpPr>
          <p:nvPr/>
        </p:nvCxnSpPr>
        <p:spPr>
          <a:xfrm>
            <a:off x="10198966" y="2745277"/>
            <a:ext cx="4736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D10B603-599F-9D96-03EF-5055CB02A5E6}"/>
                  </a:ext>
                </a:extLst>
              </p:cNvPr>
              <p:cNvSpPr txBox="1"/>
              <p:nvPr/>
            </p:nvSpPr>
            <p:spPr>
              <a:xfrm>
                <a:off x="4932219" y="3171493"/>
                <a:ext cx="6096000" cy="2477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回到隱藏層的線性組合：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zh-TW" dirty="0"/>
              </a:p>
              <a:p>
                <a:pPr>
                  <a:buNone/>
                </a:pPr>
                <a:r>
                  <a:rPr lang="zh-TW" altLang="en-US" dirty="0"/>
                  <a:t>只有第一項跟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/>
                  <a:t>有關：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zh-TW" dirty="0"/>
              </a:p>
              <a:p>
                <a:pPr>
                  <a:buNone/>
                </a:pPr>
                <a:r>
                  <a:rPr lang="zh-TW" altLang="en-US" dirty="0"/>
                  <a:t>所以：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D10B603-599F-9D96-03EF-5055CB02A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219" y="3171493"/>
                <a:ext cx="6096000" cy="2477922"/>
              </a:xfrm>
              <a:prstGeom prst="rect">
                <a:avLst/>
              </a:prstGeom>
              <a:blipFill>
                <a:blip r:embed="rId5"/>
                <a:stretch>
                  <a:fillRect l="-800" t="-9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19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33E54-2BE8-DFC4-5429-3DCC02C9B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F26F18-A73F-68BD-F695-A54106C1630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sz="4400" dirty="0"/>
              <a:t>1~5</a:t>
            </a:r>
            <a:r>
              <a:rPr lang="zh-TW" altLang="en-US" sz="4400" dirty="0"/>
              <a:t>大合併</a:t>
            </a:r>
            <a:endParaRPr lang="en-US" altLang="zh-TW" sz="4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593F47C-E0B7-73C2-DD7F-BB54B10F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33" y="1367711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1FA9FA7-ABED-E0D9-265B-101D2CB09F66}"/>
              </a:ext>
            </a:extLst>
          </p:cNvPr>
          <p:cNvSpPr/>
          <p:nvPr/>
        </p:nvSpPr>
        <p:spPr>
          <a:xfrm>
            <a:off x="1045152" y="1573935"/>
            <a:ext cx="447675" cy="442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CFEA445-1F22-E17B-16BE-E8B9A577142A}"/>
                  </a:ext>
                </a:extLst>
              </p:cNvPr>
              <p:cNvSpPr txBox="1"/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de-DE" altLang="zh-TW" dirty="0"/>
                  <a:t>w1​ </a:t>
                </a:r>
                <a:r>
                  <a:rPr lang="zh-TW" altLang="en-US" dirty="0"/>
                  <a:t>只影響隱藏層的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ar-AE" dirty="0"/>
                  <a:t>，</a:t>
                </a:r>
                <a:r>
                  <a:rPr lang="zh-TW" altLang="en-US" dirty="0"/>
                  <a:t>再往右影響兩個輸出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altLang="zh-TW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ar-AE" dirty="0"/>
                  <a:t>。</a:t>
                </a:r>
                <a:br>
                  <a:rPr lang="zh-TW" altLang="ar-AE" dirty="0"/>
                </a:br>
                <a:r>
                  <a:rPr lang="zh-TW" altLang="en-US" dirty="0"/>
                  <a:t>所以：</a:t>
                </a:r>
                <a:endParaRPr lang="en-US" altLang="zh-TW" dirty="0"/>
              </a:p>
              <a:p>
                <a:pPr>
                  <a:buNone/>
                </a:pPr>
                <a:endParaRPr lang="zh-TW" alt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 smtClean="0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ED33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solidFill>
                            <a:srgbClr val="ED33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i="1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ar-AE" altLang="zh-TW">
                              <a:solidFill>
                                <a:srgbClr val="ED3338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>
                                  <a:solidFill>
                                    <a:srgbClr val="ED333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r-AE" altLang="zh-TW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TW" b="0" dirty="0"/>
              </a:p>
              <a:p>
                <a:pPr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CFEA445-1F22-E17B-16BE-E8B9A5771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182" y="1220893"/>
                <a:ext cx="6430818" cy="1779718"/>
              </a:xfrm>
              <a:prstGeom prst="rect">
                <a:avLst/>
              </a:prstGeom>
              <a:blipFill>
                <a:blip r:embed="rId3"/>
                <a:stretch>
                  <a:fillRect l="-853" t="-17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CA19C5E1-48CF-6657-E18B-0A4ED5C807E5}"/>
              </a:ext>
            </a:extLst>
          </p:cNvPr>
          <p:cNvCxnSpPr>
            <a:cxnSpLocks/>
          </p:cNvCxnSpPr>
          <p:nvPr/>
        </p:nvCxnSpPr>
        <p:spPr>
          <a:xfrm flipV="1">
            <a:off x="1000125" y="1647826"/>
            <a:ext cx="900113" cy="33337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BC847E1E-BFD2-0EDC-DAE0-152671AA2A60}"/>
              </a:ext>
            </a:extLst>
          </p:cNvPr>
          <p:cNvCxnSpPr>
            <a:cxnSpLocks/>
          </p:cNvCxnSpPr>
          <p:nvPr/>
        </p:nvCxnSpPr>
        <p:spPr>
          <a:xfrm>
            <a:off x="2471738" y="1643063"/>
            <a:ext cx="909637" cy="338137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2BB2E365-8E43-C919-4A35-CEE6A3EDA0B8}"/>
              </a:ext>
            </a:extLst>
          </p:cNvPr>
          <p:cNvCxnSpPr>
            <a:cxnSpLocks/>
          </p:cNvCxnSpPr>
          <p:nvPr/>
        </p:nvCxnSpPr>
        <p:spPr>
          <a:xfrm>
            <a:off x="2471738" y="1633538"/>
            <a:ext cx="923925" cy="1438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763702D-DD0A-8207-A216-7DAB69F59382}"/>
              </a:ext>
            </a:extLst>
          </p:cNvPr>
          <p:cNvCxnSpPr>
            <a:cxnSpLocks/>
          </p:cNvCxnSpPr>
          <p:nvPr/>
        </p:nvCxnSpPr>
        <p:spPr>
          <a:xfrm>
            <a:off x="10198966" y="2745277"/>
            <a:ext cx="4736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B641437-F2B6-BB77-B567-6CE15DC7F1DA}"/>
                  </a:ext>
                </a:extLst>
              </p:cNvPr>
              <p:cNvSpPr txBox="1"/>
              <p:nvPr/>
            </p:nvSpPr>
            <p:spPr>
              <a:xfrm>
                <a:off x="4221017" y="3619708"/>
                <a:ext cx="7841673" cy="1341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𝑡𝑜𝑡𝑎𝑙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=[</m:t>
                          </m:r>
                          <m:d>
                            <m:dPr>
                              <m:ctrlPr>
                                <a:rPr lang="ar-AE" altLang="zh-TW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altLang="zh-TW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ar-AE" altLang="zh-TW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TW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altLang="zh-TW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altLang="zh-TW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ar-AE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altLang="zh-TW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altLang="zh-TW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ar-AE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altLang="zh-TW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ar-AE" altLang="zh-TW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  </m:t>
                          </m:r>
                          <m:sSub>
                            <m:sSubPr>
                              <m:ctrlPr>
                                <a:rPr lang="ar-AE" altLang="zh-TW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b="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b="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b="0" i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ar-AE" altLang="zh-TW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  </m:t>
                          </m:r>
                          <m:sSub>
                            <m:sSubPr>
                              <m:ctrlPr>
                                <a:rPr lang="ar-AE" altLang="zh-TW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b="0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US" altLang="zh-TW" dirty="0"/>
              </a:p>
              <a:p>
                <a:pPr>
                  <a:buNone/>
                </a:pPr>
                <a:endParaRPr lang="en-US" altLang="zh-TW" b="0" dirty="0"/>
              </a:p>
              <a:p>
                <a:pPr>
                  <a:buNone/>
                </a:pPr>
                <a:r>
                  <a:rPr lang="en-US" altLang="zh-TW" dirty="0"/>
                  <a:t>	</a:t>
                </a:r>
                <a:r>
                  <a:rPr lang="ar-AE" altLang="zh-TW" dirty="0"/>
                  <a:t> </a:t>
                </a:r>
                <a14:m>
                  <m:oMath xmlns:m="http://schemas.openxmlformats.org/officeDocument/2006/math">
                    <m:r>
                      <a:rPr lang="ar-AE" altLang="zh-TW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b="0" dirty="0"/>
                  <a:t> </a:t>
                </a:r>
                <a:r>
                  <a:rPr lang="en-US" altLang="zh-TW" b="0" dirty="0"/>
                  <a:t>0.00373</a:t>
                </a:r>
                <a:endParaRPr lang="ar-AE" altLang="zh-TW" b="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B641437-F2B6-BB77-B567-6CE15DC7F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017" y="3619708"/>
                <a:ext cx="7841673" cy="1341073"/>
              </a:xfrm>
              <a:prstGeom prst="rect">
                <a:avLst/>
              </a:prstGeom>
              <a:blipFill>
                <a:blip r:embed="rId4"/>
                <a:stretch>
                  <a:fillRect b="-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2871724-2DEE-31B2-691B-DE59E1BE0BB1}"/>
                  </a:ext>
                </a:extLst>
              </p:cNvPr>
              <p:cNvSpPr txBox="1"/>
              <p:nvPr/>
            </p:nvSpPr>
            <p:spPr>
              <a:xfrm>
                <a:off x="4137891" y="3173026"/>
                <a:ext cx="2780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假設</m:t>
                      </m:r>
                      <m:r>
                        <a:rPr lang="zh-TW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,</m:t>
                      </m:r>
                      <m:sSub>
                        <m:sSubPr>
                          <m:ctrlPr>
                            <a:rPr lang="ar-AE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2871724-2DEE-31B2-691B-DE59E1BE0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891" y="3173026"/>
                <a:ext cx="2780145" cy="369332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555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更新</m:t>
                      </m:r>
                      <m:r>
                        <a:rPr lang="zh-TW" altLang="en-US" sz="4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權重</m:t>
                      </m:r>
                      <m:sSub>
                        <m:sSubPr>
                          <m:ctrlPr>
                            <a:rPr lang="en-US" altLang="zh-TW" sz="31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31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  <m:r>
                            <a:rPr lang="en-US" altLang="zh-TW" sz="31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31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100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sz="4400" dirty="0"/>
              </a:p>
            </p:txBody>
          </p:sp>
        </mc:Choice>
        <mc:Fallback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F41D68F-CB50-4F82-A884-EFE4AD1C6075}"/>
                  </a:ext>
                </a:extLst>
              </p:cNvPr>
              <p:cNvSpPr/>
              <p:nvPr/>
            </p:nvSpPr>
            <p:spPr>
              <a:xfrm>
                <a:off x="6886403" y="2800724"/>
                <a:ext cx="4608076" cy="94134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r>
                  <a:rPr lang="en-US" altLang="zh-TW" dirty="0">
                    <a:solidFill>
                      <a:prstClr val="black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30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dirty="0">
                            <a:highlight>
                              <a:srgbClr val="FFFF00"/>
                            </a:highlight>
                          </a:rPr>
                          <m:t>0.00373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0.299627</a:t>
                </a: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F41D68F-CB50-4F82-A884-EFE4AD1C60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03" y="2800724"/>
                <a:ext cx="4608076" cy="941348"/>
              </a:xfrm>
              <a:prstGeom prst="rect">
                <a:avLst/>
              </a:prstGeom>
              <a:blipFill>
                <a:blip r:embed="rId3"/>
                <a:stretch>
                  <a:fillRect b="-828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F9E4C2-819C-458A-A4CF-D38B0041D9C7}"/>
                  </a:ext>
                </a:extLst>
              </p:cNvPr>
              <p:cNvSpPr/>
              <p:nvPr/>
            </p:nvSpPr>
            <p:spPr>
              <a:xfrm>
                <a:off x="6888634" y="1472484"/>
                <a:ext cx="2922595" cy="64633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TW" altLang="en-US" dirty="0">
                    <a:latin typeface="Cambria Math" panose="02040503050406030204" pitchFamily="18" charset="0"/>
                  </a:rPr>
                  <a:t>權重更新方式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(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優化器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:SGD)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zh-TW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zh-TW" alt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zh-TW" alt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TW" altLang="en-US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  設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TW" dirty="0"/>
                  <a:t>=0.1</a:t>
                </a:r>
                <a:endParaRPr lang="zh-TW" altLang="en-US" dirty="0"/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F9E4C2-819C-458A-A4CF-D38B0041D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634" y="1472484"/>
                <a:ext cx="2922595" cy="646331"/>
              </a:xfrm>
              <a:prstGeom prst="rect">
                <a:avLst/>
              </a:prstGeom>
              <a:blipFill>
                <a:blip r:embed="rId4"/>
                <a:stretch>
                  <a:fillRect l="-1455" t="-5556" r="-1455" b="-138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橢圓 1">
            <a:extLst>
              <a:ext uri="{FF2B5EF4-FFF2-40B4-BE49-F238E27FC236}">
                <a16:creationId xmlns:a16="http://schemas.microsoft.com/office/drawing/2014/main" id="{1646EE44-5216-2ABC-C9D4-6C8AE8881DCD}"/>
              </a:ext>
            </a:extLst>
          </p:cNvPr>
          <p:cNvSpPr/>
          <p:nvPr/>
        </p:nvSpPr>
        <p:spPr>
          <a:xfrm>
            <a:off x="513195" y="1812348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47B8BD1A-EA1A-DD62-D216-09693FCE1A57}"/>
              </a:ext>
            </a:extLst>
          </p:cNvPr>
          <p:cNvSpPr/>
          <p:nvPr/>
        </p:nvSpPr>
        <p:spPr>
          <a:xfrm>
            <a:off x="513195" y="3469698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9E2272F-2D4B-8AAD-1767-D9C0515C523D}"/>
              </a:ext>
            </a:extLst>
          </p:cNvPr>
          <p:cNvSpPr/>
          <p:nvPr/>
        </p:nvSpPr>
        <p:spPr>
          <a:xfrm>
            <a:off x="2761095" y="1288473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3587D81-1F4B-5709-418F-A561B4D0AFAA}"/>
              </a:ext>
            </a:extLst>
          </p:cNvPr>
          <p:cNvSpPr/>
          <p:nvPr/>
        </p:nvSpPr>
        <p:spPr>
          <a:xfrm>
            <a:off x="2761095" y="4050723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B31911C-80C8-4DD4-BC68-3EED852A2EFD}"/>
              </a:ext>
            </a:extLst>
          </p:cNvPr>
          <p:cNvSpPr/>
          <p:nvPr/>
        </p:nvSpPr>
        <p:spPr>
          <a:xfrm>
            <a:off x="5008995" y="1812348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AD1FB2E-A266-5B6E-AC67-4A6D36D20608}"/>
              </a:ext>
            </a:extLst>
          </p:cNvPr>
          <p:cNvSpPr/>
          <p:nvPr/>
        </p:nvSpPr>
        <p:spPr>
          <a:xfrm>
            <a:off x="5008995" y="3469698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C92FA3B-D212-CB02-8CB0-9E213D38A6E4}"/>
              </a:ext>
            </a:extLst>
          </p:cNvPr>
          <p:cNvCxnSpPr>
            <a:stCxn id="2" idx="6"/>
            <a:endCxn id="4" idx="2"/>
          </p:cNvCxnSpPr>
          <p:nvPr/>
        </p:nvCxnSpPr>
        <p:spPr>
          <a:xfrm flipV="1">
            <a:off x="1332345" y="1698048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66199ED-B6C8-B389-A0D9-4506C902B1A6}"/>
              </a:ext>
            </a:extLst>
          </p:cNvPr>
          <p:cNvCxnSpPr>
            <a:stCxn id="2" idx="6"/>
            <a:endCxn id="5" idx="2"/>
          </p:cNvCxnSpPr>
          <p:nvPr/>
        </p:nvCxnSpPr>
        <p:spPr>
          <a:xfrm>
            <a:off x="1332345" y="2221923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B5E9632-B9DD-462E-E390-712D4BAE2693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 flipV="1">
            <a:off x="1332345" y="1698048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976029-5EB4-9A9F-88F5-ECE658D628AF}"/>
              </a:ext>
            </a:extLst>
          </p:cNvPr>
          <p:cNvCxnSpPr>
            <a:stCxn id="3" idx="6"/>
            <a:endCxn id="5" idx="2"/>
          </p:cNvCxnSpPr>
          <p:nvPr/>
        </p:nvCxnSpPr>
        <p:spPr>
          <a:xfrm>
            <a:off x="1332345" y="3879273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58E4C98-B275-F058-BBB6-5ACE4E46BF0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3580245" y="2221923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F7BDB22-D349-B915-4E9B-554EE6ED205D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3580245" y="1698048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DBFE01A0-7AC2-43FC-C43E-D73650EC1B9E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3580245" y="1698048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53C77B4-6804-83ED-12C5-6C52E3D4A2E2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3580245" y="3879273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550D3FEE-0BD3-E793-D52A-F35BB6B62303}"/>
              </a:ext>
            </a:extLst>
          </p:cNvPr>
          <p:cNvCxnSpPr>
            <a:endCxn id="4" idx="4"/>
          </p:cNvCxnSpPr>
          <p:nvPr/>
        </p:nvCxnSpPr>
        <p:spPr>
          <a:xfrm>
            <a:off x="3170670" y="1288473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5EF0239A-9DA5-0563-AF08-521DBEC6D2F5}"/>
              </a:ext>
            </a:extLst>
          </p:cNvPr>
          <p:cNvCxnSpPr>
            <a:stCxn id="5" idx="0"/>
            <a:endCxn id="5" idx="4"/>
          </p:cNvCxnSpPr>
          <p:nvPr/>
        </p:nvCxnSpPr>
        <p:spPr>
          <a:xfrm>
            <a:off x="3170670" y="4050723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00006B8-A3FC-E269-0C99-C474BD3BBBEE}"/>
              </a:ext>
            </a:extLst>
          </p:cNvPr>
          <p:cNvCxnSpPr>
            <a:stCxn id="6" idx="0"/>
            <a:endCxn id="6" idx="4"/>
          </p:cNvCxnSpPr>
          <p:nvPr/>
        </p:nvCxnSpPr>
        <p:spPr>
          <a:xfrm>
            <a:off x="5418570" y="1812348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21400845-0F9A-78B3-98A0-A7230AFD8050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5418570" y="3469698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559A095-018F-01B0-0E3A-2FF370FF29BF}"/>
              </a:ext>
            </a:extLst>
          </p:cNvPr>
          <p:cNvCxnSpPr>
            <a:cxnSpLocks/>
            <a:stCxn id="4" idx="2"/>
            <a:endCxn id="24" idx="0"/>
          </p:cNvCxnSpPr>
          <p:nvPr/>
        </p:nvCxnSpPr>
        <p:spPr>
          <a:xfrm>
            <a:off x="2761095" y="1698048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1869ABB-6F8F-080A-B716-01DCB26CC0D1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>
            <a:off x="2761095" y="4460298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958CFFF-FECE-F8C4-E013-6433820A70F6}"/>
              </a:ext>
            </a:extLst>
          </p:cNvPr>
          <p:cNvSpPr/>
          <p:nvPr/>
        </p:nvSpPr>
        <p:spPr>
          <a:xfrm>
            <a:off x="2446772" y="2667218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CEEA46-2BAC-4E5D-4C51-E8606DB8AC2E}"/>
              </a:ext>
            </a:extLst>
          </p:cNvPr>
          <p:cNvSpPr/>
          <p:nvPr/>
        </p:nvSpPr>
        <p:spPr>
          <a:xfrm>
            <a:off x="2446772" y="5169912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EFA34C72-50C4-DB40-DC7E-2C4EADB0D3E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008995" y="2221923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2FD7EE8-9B9A-485F-5166-9A6748FDF634}"/>
              </a:ext>
            </a:extLst>
          </p:cNvPr>
          <p:cNvSpPr/>
          <p:nvPr/>
        </p:nvSpPr>
        <p:spPr>
          <a:xfrm>
            <a:off x="4694671" y="266959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23E3FFC-529E-F0C4-BEF8-F01AADFC8856}"/>
              </a:ext>
            </a:extLst>
          </p:cNvPr>
          <p:cNvCxnSpPr>
            <a:cxnSpLocks/>
            <a:stCxn id="7" idx="2"/>
            <a:endCxn id="30" idx="0"/>
          </p:cNvCxnSpPr>
          <p:nvPr/>
        </p:nvCxnSpPr>
        <p:spPr>
          <a:xfrm>
            <a:off x="5008995" y="3879273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8D3481EC-DE29-028C-673E-42E085C51650}"/>
              </a:ext>
            </a:extLst>
          </p:cNvPr>
          <p:cNvSpPr/>
          <p:nvPr/>
        </p:nvSpPr>
        <p:spPr>
          <a:xfrm>
            <a:off x="4694671" y="5169912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套索 73">
            <a:extLst>
              <a:ext uri="{FF2B5EF4-FFF2-40B4-BE49-F238E27FC236}">
                <a16:creationId xmlns:a16="http://schemas.microsoft.com/office/drawing/2014/main" id="{7C988DA7-0DEF-B5E8-680C-C16DFF179C56}"/>
              </a:ext>
            </a:extLst>
          </p:cNvPr>
          <p:cNvSpPr/>
          <p:nvPr/>
        </p:nvSpPr>
        <p:spPr>
          <a:xfrm>
            <a:off x="2713470" y="1288471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套索 74">
            <a:extLst>
              <a:ext uri="{FF2B5EF4-FFF2-40B4-BE49-F238E27FC236}">
                <a16:creationId xmlns:a16="http://schemas.microsoft.com/office/drawing/2014/main" id="{C9903621-D619-0256-1F8D-3801A36C5218}"/>
              </a:ext>
            </a:extLst>
          </p:cNvPr>
          <p:cNvSpPr/>
          <p:nvPr/>
        </p:nvSpPr>
        <p:spPr>
          <a:xfrm>
            <a:off x="2713470" y="4050722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套索 75">
            <a:extLst>
              <a:ext uri="{FF2B5EF4-FFF2-40B4-BE49-F238E27FC236}">
                <a16:creationId xmlns:a16="http://schemas.microsoft.com/office/drawing/2014/main" id="{2FCE3505-F6F1-776F-EE69-47DC32E1C97A}"/>
              </a:ext>
            </a:extLst>
          </p:cNvPr>
          <p:cNvSpPr/>
          <p:nvPr/>
        </p:nvSpPr>
        <p:spPr>
          <a:xfrm>
            <a:off x="4961370" y="1812347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套索 76">
            <a:extLst>
              <a:ext uri="{FF2B5EF4-FFF2-40B4-BE49-F238E27FC236}">
                <a16:creationId xmlns:a16="http://schemas.microsoft.com/office/drawing/2014/main" id="{221957DD-CE3A-7767-6BDD-1D2B1C549350}"/>
              </a:ext>
            </a:extLst>
          </p:cNvPr>
          <p:cNvSpPr/>
          <p:nvPr/>
        </p:nvSpPr>
        <p:spPr>
          <a:xfrm>
            <a:off x="4961370" y="3469697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DD1ADB44-7178-F406-E618-CDBDD48435D2}"/>
                  </a:ext>
                </a:extLst>
              </p:cNvPr>
              <p:cNvSpPr/>
              <p:nvPr/>
            </p:nvSpPr>
            <p:spPr>
              <a:xfrm>
                <a:off x="1458097" y="159023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DD1ADB44-7178-F406-E618-CDBDD4843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097" y="1590238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EC6A4E3-D77E-F3DA-0D4C-78EDCE296657}"/>
                  </a:ext>
                </a:extLst>
              </p:cNvPr>
              <p:cNvSpPr/>
              <p:nvPr/>
            </p:nvSpPr>
            <p:spPr>
              <a:xfrm>
                <a:off x="1656678" y="920602"/>
                <a:ext cx="1050288" cy="6556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00FF00"/>
                    </a:highlight>
                  </a:rPr>
                  <a:t>0.299627</a:t>
                </a:r>
                <a:endParaRPr lang="zh-TW" altLang="en-US" dirty="0">
                  <a:highlight>
                    <a:srgbClr val="00FF00"/>
                  </a:highlight>
                </a:endParaRPr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EC6A4E3-D77E-F3DA-0D4C-78EDCE2966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678" y="920602"/>
                <a:ext cx="1050288" cy="655629"/>
              </a:xfrm>
              <a:prstGeom prst="rect">
                <a:avLst/>
              </a:prstGeom>
              <a:blipFill>
                <a:blip r:embed="rId6"/>
                <a:stretch>
                  <a:fillRect l="-5233" r="-5233" b="-13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225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9013A-0AC6-AD09-C624-9BE8A3B2E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D8F6BC7-17D2-77CB-7E47-D0155E1B8E03}"/>
              </a:ext>
            </a:extLst>
          </p:cNvPr>
          <p:cNvSpPr/>
          <p:nvPr/>
        </p:nvSpPr>
        <p:spPr>
          <a:xfrm>
            <a:off x="9291781" y="858981"/>
            <a:ext cx="2660073" cy="5357091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86C53F8-9623-A72C-E38E-58660D52D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25EE10-825B-4D49-8D47-2CB0B2BE83D5}" type="slidenum">
              <a:rPr lang="zh-TW" altLang="en-US" smtClean="0"/>
              <a:pPr/>
              <a:t>24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BC082E-C443-6517-8C0D-144EA04E1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3" y="859694"/>
            <a:ext cx="7888486" cy="53563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2DBE5E9-95EC-6839-67B0-46D5CF6569DA}"/>
              </a:ext>
            </a:extLst>
          </p:cNvPr>
          <p:cNvSpPr txBox="1"/>
          <p:nvPr/>
        </p:nvSpPr>
        <p:spPr>
          <a:xfrm>
            <a:off x="0" y="19396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訓練網路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93582C0-C853-27B7-A584-B926F1B38DCC}"/>
              </a:ext>
            </a:extLst>
          </p:cNvPr>
          <p:cNvCxnSpPr>
            <a:cxnSpLocks/>
          </p:cNvCxnSpPr>
          <p:nvPr/>
        </p:nvCxnSpPr>
        <p:spPr>
          <a:xfrm>
            <a:off x="6142182" y="4100946"/>
            <a:ext cx="683491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4C6C0F7-092B-67C4-C9BA-53BF2FCE74EB}"/>
              </a:ext>
            </a:extLst>
          </p:cNvPr>
          <p:cNvCxnSpPr>
            <a:cxnSpLocks/>
          </p:cNvCxnSpPr>
          <p:nvPr/>
        </p:nvCxnSpPr>
        <p:spPr>
          <a:xfrm>
            <a:off x="4830619" y="4895273"/>
            <a:ext cx="822035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3B74873D-30EE-8C59-9F9B-F54417CC4118}"/>
              </a:ext>
            </a:extLst>
          </p:cNvPr>
          <p:cNvCxnSpPr>
            <a:cxnSpLocks/>
          </p:cNvCxnSpPr>
          <p:nvPr/>
        </p:nvCxnSpPr>
        <p:spPr>
          <a:xfrm>
            <a:off x="4184073" y="5209310"/>
            <a:ext cx="2105891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E9DF1641-F1EC-5194-61C6-7FCD4B473628}"/>
              </a:ext>
            </a:extLst>
          </p:cNvPr>
          <p:cNvCxnSpPr>
            <a:cxnSpLocks/>
          </p:cNvCxnSpPr>
          <p:nvPr/>
        </p:nvCxnSpPr>
        <p:spPr>
          <a:xfrm>
            <a:off x="4313382" y="5957455"/>
            <a:ext cx="2262909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9CB7E63-542D-B273-B583-9A9176598EEB}"/>
              </a:ext>
            </a:extLst>
          </p:cNvPr>
          <p:cNvSpPr txBox="1"/>
          <p:nvPr/>
        </p:nvSpPr>
        <p:spPr>
          <a:xfrm>
            <a:off x="6908799" y="38608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算誤差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8E37FE2-89A4-8A66-F61A-1B3E752D1DCC}"/>
              </a:ext>
            </a:extLst>
          </p:cNvPr>
          <p:cNvSpPr txBox="1"/>
          <p:nvPr/>
        </p:nvSpPr>
        <p:spPr>
          <a:xfrm>
            <a:off x="5643419" y="460438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TW" altLang="en-US" dirty="0"/>
              <a:t>清空前一次累積的梯度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61DE2C7-9A72-FD49-F793-031399E7E613}"/>
              </a:ext>
            </a:extLst>
          </p:cNvPr>
          <p:cNvSpPr txBox="1"/>
          <p:nvPr/>
        </p:nvSpPr>
        <p:spPr>
          <a:xfrm>
            <a:off x="6354617" y="4992317"/>
            <a:ext cx="4972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TW" altLang="en-US" dirty="0"/>
              <a:t>根據</a:t>
            </a:r>
            <a:r>
              <a:rPr lang="en-US" altLang="zh-TW" dirty="0"/>
              <a:t>loss</a:t>
            </a:r>
            <a:r>
              <a:rPr lang="zh-TW" altLang="en-US" dirty="0"/>
              <a:t>算每個參數的梯度，並儲存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4A91F07-C90D-F052-EDA9-CE6D631AFE3C}"/>
                  </a:ext>
                </a:extLst>
              </p:cNvPr>
              <p:cNvSpPr txBox="1"/>
              <p:nvPr/>
            </p:nvSpPr>
            <p:spPr>
              <a:xfrm>
                <a:off x="6677891" y="5629624"/>
                <a:ext cx="5402056" cy="495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2400">
                    <a:solidFill>
                      <a:schemeClr val="tx2">
                        <a:lumMod val="20000"/>
                        <a:lumOff val="80000"/>
                      </a:schemeClr>
                    </a:solidFill>
                  </a:defRPr>
                </a:lvl1pPr>
              </a:lstStyle>
              <a:p>
                <a:r>
                  <a:rPr lang="zh-TW" altLang="en-US" dirty="0"/>
                  <a:t>做參數更新  </a:t>
                </a:r>
                <a:r>
                  <a:rPr lang="en-US" altLang="zh-TW" dirty="0"/>
                  <a:t>SGD: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/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/>
                          <m:t>1</m:t>
                        </m:r>
                      </m:sub>
                      <m:sup>
                        <m:r>
                          <a:rPr lang="zh-TW" altLang="en-US"/>
                          <m:t>′</m:t>
                        </m:r>
                      </m:sup>
                    </m:sSubSup>
                    <m:r>
                      <a:rPr lang="zh-TW" altLang="en-US"/>
                      <m:t>=</m:t>
                    </m:r>
                    <m:sSub>
                      <m:sSubPr>
                        <m:ctrlPr>
                          <a:rPr lang="zh-TW" altLang="en-US"/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/>
                          <m:t>1</m:t>
                        </m:r>
                      </m:sub>
                    </m:sSub>
                    <m:r>
                      <a:rPr lang="en-US" altLang="zh-TW" smtClean="0"/>
                      <m:t>−</m:t>
                    </m:r>
                    <m:r>
                      <a:rPr lang="zh-TW" altLang="en-US"/>
                      <m:t>𝜂</m:t>
                    </m:r>
                    <m:r>
                      <m:rPr>
                        <m:sty m:val="p"/>
                      </m:rPr>
                      <a:rPr lang="zh-TW" altLang="en-US"/>
                      <m:t>∇</m:t>
                    </m:r>
                    <m:r>
                      <a:rPr lang="zh-TW" altLang="en-US"/>
                      <m:t>𝐿</m:t>
                    </m:r>
                    <m:d>
                      <m:dPr>
                        <m:ctrlPr>
                          <a:rPr lang="zh-TW" altLang="en-US"/>
                        </m:ctrlPr>
                      </m:dPr>
                      <m:e>
                        <m:sSub>
                          <m:sSubPr>
                            <m:ctrlPr>
                              <a:rPr lang="zh-TW" altLang="en-US"/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4A91F07-C90D-F052-EDA9-CE6D631AF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91" y="5629624"/>
                <a:ext cx="5402056" cy="495905"/>
              </a:xfrm>
              <a:prstGeom prst="rect">
                <a:avLst/>
              </a:prstGeom>
              <a:blipFill>
                <a:blip r:embed="rId3"/>
                <a:stretch>
                  <a:fillRect l="-1691" t="-2439" b="-268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024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7704F18-5DD1-4488-AE46-75AC1A2CAF8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影像如何被計算</a:t>
            </a:r>
          </a:p>
        </p:txBody>
      </p:sp>
      <p:pic>
        <p:nvPicPr>
          <p:cNvPr id="1026" name="Picture 2" descr="The Shiba Inu dog from the doge meme turns 16, celebration post goes viral  | Trending - Hindustan Times">
            <a:extLst>
              <a:ext uri="{FF2B5EF4-FFF2-40B4-BE49-F238E27FC236}">
                <a16:creationId xmlns:a16="http://schemas.microsoft.com/office/drawing/2014/main" id="{C2F46A4C-D255-4F78-ACCD-8223681E83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8" r="24643"/>
          <a:stretch/>
        </p:blipFill>
        <p:spPr bwMode="auto">
          <a:xfrm>
            <a:off x="616404" y="2073275"/>
            <a:ext cx="2612571" cy="293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he Shiba Inu dog from the doge meme turns 16, celebration post goes viral  | Trending - Hindustan Times">
            <a:extLst>
              <a:ext uri="{FF2B5EF4-FFF2-40B4-BE49-F238E27FC236}">
                <a16:creationId xmlns:a16="http://schemas.microsoft.com/office/drawing/2014/main" id="{96407B1F-45D3-4E65-978A-088776B0EB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02" t="1960" r="36564" b="83513"/>
          <a:stretch/>
        </p:blipFill>
        <p:spPr bwMode="auto">
          <a:xfrm>
            <a:off x="4026832" y="2623570"/>
            <a:ext cx="1744403" cy="177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2372D05-0F31-4000-8E41-35BDFA5F1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95" r="27045" b="24812"/>
          <a:stretch/>
        </p:blipFill>
        <p:spPr>
          <a:xfrm>
            <a:off x="6604639" y="2902507"/>
            <a:ext cx="1271451" cy="120015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B8B20BBF-5FD2-41E2-B085-4885E0A74C8A}"/>
              </a:ext>
            </a:extLst>
          </p:cNvPr>
          <p:cNvSpPr/>
          <p:nvPr/>
        </p:nvSpPr>
        <p:spPr>
          <a:xfrm>
            <a:off x="2114550" y="2083960"/>
            <a:ext cx="571500" cy="5715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7EA981C-F1EB-4C31-88E5-BA0691F5D552}"/>
              </a:ext>
            </a:extLst>
          </p:cNvPr>
          <p:cNvSpPr/>
          <p:nvPr/>
        </p:nvSpPr>
        <p:spPr>
          <a:xfrm>
            <a:off x="5246392" y="2959657"/>
            <a:ext cx="393142" cy="39314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609C279B-EF61-48DB-8E13-AAB7F7967C0A}"/>
              </a:ext>
            </a:extLst>
          </p:cNvPr>
          <p:cNvSpPr/>
          <p:nvPr/>
        </p:nvSpPr>
        <p:spPr>
          <a:xfrm>
            <a:off x="3399900" y="3342118"/>
            <a:ext cx="473273" cy="337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A8E36016-8525-43E0-A8F8-208724C73754}"/>
              </a:ext>
            </a:extLst>
          </p:cNvPr>
          <p:cNvSpPr/>
          <p:nvPr/>
        </p:nvSpPr>
        <p:spPr>
          <a:xfrm>
            <a:off x="5892727" y="3342118"/>
            <a:ext cx="473273" cy="337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17BD3FA3-FDA3-4872-A3C8-8E04E3BAB924}"/>
              </a:ext>
            </a:extLst>
          </p:cNvPr>
          <p:cNvSpPr/>
          <p:nvPr/>
        </p:nvSpPr>
        <p:spPr>
          <a:xfrm>
            <a:off x="8226012" y="3342118"/>
            <a:ext cx="473273" cy="337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213E5682-8182-44C5-B6C2-D4D523977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106" y="2280212"/>
            <a:ext cx="1747068" cy="1651774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55AFD97-1977-4F95-BEB8-AD4C2D54E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8245" y="2683921"/>
            <a:ext cx="1755010" cy="1659714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21C2AEA-2A70-4EB4-821C-2D8E5FFF1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3326" y="3073957"/>
            <a:ext cx="1755012" cy="1651774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43F7C3A4-EB49-48B8-AD90-32AFCC36CF88}"/>
              </a:ext>
            </a:extLst>
          </p:cNvPr>
          <p:cNvSpPr txBox="1"/>
          <p:nvPr/>
        </p:nvSpPr>
        <p:spPr>
          <a:xfrm>
            <a:off x="8363599" y="2683921"/>
            <a:ext cx="76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R(red)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B9AF990-53AE-46D0-810E-18A7509B371A}"/>
              </a:ext>
            </a:extLst>
          </p:cNvPr>
          <p:cNvSpPr txBox="1"/>
          <p:nvPr/>
        </p:nvSpPr>
        <p:spPr>
          <a:xfrm>
            <a:off x="8778411" y="2280212"/>
            <a:ext cx="101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</a:rPr>
              <a:t>G(green)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3CBE8E3-64BF-4A54-8595-0078ECBAC441}"/>
              </a:ext>
            </a:extLst>
          </p:cNvPr>
          <p:cNvSpPr txBox="1"/>
          <p:nvPr/>
        </p:nvSpPr>
        <p:spPr>
          <a:xfrm>
            <a:off x="9079090" y="1849631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B(blue)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6D8AE815-E450-43F1-9E6C-30309C7D7673}"/>
              </a:ext>
            </a:extLst>
          </p:cNvPr>
          <p:cNvGraphicFramePr>
            <a:graphicFrameLocks noGrp="1"/>
          </p:cNvGraphicFramePr>
          <p:nvPr/>
        </p:nvGraphicFramePr>
        <p:xfrm>
          <a:off x="6594430" y="2902507"/>
          <a:ext cx="1281660" cy="12001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415">
                  <a:extLst>
                    <a:ext uri="{9D8B030D-6E8A-4147-A177-3AD203B41FA5}">
                      <a16:colId xmlns:a16="http://schemas.microsoft.com/office/drawing/2014/main" val="3288341895"/>
                    </a:ext>
                  </a:extLst>
                </a:gridCol>
                <a:gridCol w="320415">
                  <a:extLst>
                    <a:ext uri="{9D8B030D-6E8A-4147-A177-3AD203B41FA5}">
                      <a16:colId xmlns:a16="http://schemas.microsoft.com/office/drawing/2014/main" val="4089639487"/>
                    </a:ext>
                  </a:extLst>
                </a:gridCol>
                <a:gridCol w="320415">
                  <a:extLst>
                    <a:ext uri="{9D8B030D-6E8A-4147-A177-3AD203B41FA5}">
                      <a16:colId xmlns:a16="http://schemas.microsoft.com/office/drawing/2014/main" val="1456691696"/>
                    </a:ext>
                  </a:extLst>
                </a:gridCol>
                <a:gridCol w="320415">
                  <a:extLst>
                    <a:ext uri="{9D8B030D-6E8A-4147-A177-3AD203B41FA5}">
                      <a16:colId xmlns:a16="http://schemas.microsoft.com/office/drawing/2014/main" val="3764906772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endParaRPr lang="zh-TW" alt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98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53768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6812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89281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B5FA272-6CA6-4358-85C1-087E3CB9C7D2}"/>
              </a:ext>
            </a:extLst>
          </p:cNvPr>
          <p:cNvSpPr txBox="1"/>
          <p:nvPr/>
        </p:nvSpPr>
        <p:spPr>
          <a:xfrm>
            <a:off x="6781449" y="2438904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(4*4*3)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4967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0F3F40B-A95E-482D-922F-B61988139D3F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CNN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簡介</a:t>
            </a:r>
          </a:p>
        </p:txBody>
      </p:sp>
      <p:pic>
        <p:nvPicPr>
          <p:cNvPr id="1026" name="Picture 2" descr="A Comprehensive Guide to Convolutional Neural Networks — the ELI5 way | by  Sumit Saha | Towards Data Science">
            <a:extLst>
              <a:ext uri="{FF2B5EF4-FFF2-40B4-BE49-F238E27FC236}">
                <a16:creationId xmlns:a16="http://schemas.microsoft.com/office/drawing/2014/main" id="{7859A79E-7C9C-4A3A-9A2C-26DC10B2B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753" y="1060003"/>
            <a:ext cx="9466729" cy="506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C222596-6804-490A-A507-FEDA3D2931F9}"/>
              </a:ext>
            </a:extLst>
          </p:cNvPr>
          <p:cNvSpPr txBox="1"/>
          <p:nvPr/>
        </p:nvSpPr>
        <p:spPr>
          <a:xfrm>
            <a:off x="2556768" y="13671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卷積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6267C4-3B59-4AAF-98AB-99109C4B0CF7}"/>
              </a:ext>
            </a:extLst>
          </p:cNvPr>
          <p:cNvSpPr txBox="1"/>
          <p:nvPr/>
        </p:nvSpPr>
        <p:spPr>
          <a:xfrm>
            <a:off x="5680924" y="14097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卷積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EE3C6C-4577-4D8B-B813-6029ECACD86D}"/>
              </a:ext>
            </a:extLst>
          </p:cNvPr>
          <p:cNvSpPr txBox="1"/>
          <p:nvPr/>
        </p:nvSpPr>
        <p:spPr>
          <a:xfrm>
            <a:off x="4084423" y="18551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池化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81CDA6-F6BA-449E-9CE6-9754793DDB9B}"/>
              </a:ext>
            </a:extLst>
          </p:cNvPr>
          <p:cNvSpPr txBox="1"/>
          <p:nvPr/>
        </p:nvSpPr>
        <p:spPr>
          <a:xfrm>
            <a:off x="6965965" y="19063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池化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364580C-AF8B-4352-897D-0CDD98AD2BE7}"/>
              </a:ext>
            </a:extLst>
          </p:cNvPr>
          <p:cNvSpPr txBox="1"/>
          <p:nvPr/>
        </p:nvSpPr>
        <p:spPr>
          <a:xfrm>
            <a:off x="8023888" y="8058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全連接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2600C2D-D779-479C-AF74-2B5588FDF79D}"/>
              </a:ext>
            </a:extLst>
          </p:cNvPr>
          <p:cNvSpPr txBox="1"/>
          <p:nvPr/>
        </p:nvSpPr>
        <p:spPr>
          <a:xfrm>
            <a:off x="9728084" y="8116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全連接</a:t>
            </a:r>
          </a:p>
        </p:txBody>
      </p:sp>
    </p:spTree>
    <p:extLst>
      <p:ext uri="{BB962C8B-B14F-4D97-AF65-F5344CB8AC3E}">
        <p14:creationId xmlns:p14="http://schemas.microsoft.com/office/powerpoint/2010/main" val="4245577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961D7EE-0692-4A6C-85E9-4344A1274F46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卷積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(Convolution)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8D2578D-5E5B-4D78-9130-3CA7A1604112}"/>
              </a:ext>
            </a:extLst>
          </p:cNvPr>
          <p:cNvGraphicFramePr>
            <a:graphicFrameLocks noGrp="1"/>
          </p:cNvGraphicFramePr>
          <p:nvPr/>
        </p:nvGraphicFramePr>
        <p:xfrm>
          <a:off x="1651793" y="2483731"/>
          <a:ext cx="2968584" cy="30336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764">
                  <a:extLst>
                    <a:ext uri="{9D8B030D-6E8A-4147-A177-3AD203B41FA5}">
                      <a16:colId xmlns:a16="http://schemas.microsoft.com/office/drawing/2014/main" val="3064250690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2128855947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3363602961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773467553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1704254330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2470161137"/>
                    </a:ext>
                  </a:extLst>
                </a:gridCol>
              </a:tblGrid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67693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028326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57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824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51835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86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899584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42720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3B30FF6-0D1C-48FA-AD83-0C13874AB36C}"/>
              </a:ext>
            </a:extLst>
          </p:cNvPr>
          <p:cNvGraphicFramePr>
            <a:graphicFrameLocks noGrp="1"/>
          </p:cNvGraphicFramePr>
          <p:nvPr/>
        </p:nvGraphicFramePr>
        <p:xfrm>
          <a:off x="8051016" y="2736535"/>
          <a:ext cx="2473820" cy="2528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764">
                  <a:extLst>
                    <a:ext uri="{9D8B030D-6E8A-4147-A177-3AD203B41FA5}">
                      <a16:colId xmlns:a16="http://schemas.microsoft.com/office/drawing/2014/main" val="856930491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2358892713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2134242462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690478280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1678988839"/>
                    </a:ext>
                  </a:extLst>
                </a:gridCol>
              </a:tblGrid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300697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909478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746718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66189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20050"/>
                  </a:ext>
                </a:extLst>
              </a:tr>
            </a:tbl>
          </a:graphicData>
        </a:graphic>
      </p:graphicFrame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081500D-6F61-44B9-A776-5EBE4C20E061}"/>
              </a:ext>
            </a:extLst>
          </p:cNvPr>
          <p:cNvCxnSpPr/>
          <p:nvPr/>
        </p:nvCxnSpPr>
        <p:spPr>
          <a:xfrm>
            <a:off x="2645545" y="2483731"/>
            <a:ext cx="4045258" cy="1003176"/>
          </a:xfrm>
          <a:prstGeom prst="line">
            <a:avLst/>
          </a:prstGeom>
          <a:ln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3359D8C-1F08-4737-840E-C5646B080421}"/>
              </a:ext>
            </a:extLst>
          </p:cNvPr>
          <p:cNvCxnSpPr/>
          <p:nvPr/>
        </p:nvCxnSpPr>
        <p:spPr>
          <a:xfrm>
            <a:off x="1651793" y="2483731"/>
            <a:ext cx="4045260" cy="1003176"/>
          </a:xfrm>
          <a:prstGeom prst="line">
            <a:avLst/>
          </a:prstGeom>
          <a:ln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CE50836-42C5-4426-A6DC-849CDCF3EE95}"/>
              </a:ext>
            </a:extLst>
          </p:cNvPr>
          <p:cNvCxnSpPr/>
          <p:nvPr/>
        </p:nvCxnSpPr>
        <p:spPr>
          <a:xfrm>
            <a:off x="1651793" y="3486907"/>
            <a:ext cx="4045260" cy="1027300"/>
          </a:xfrm>
          <a:prstGeom prst="line">
            <a:avLst/>
          </a:prstGeom>
          <a:ln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89CE6BF-A0BE-452F-B1EE-843E47E137B0}"/>
              </a:ext>
            </a:extLst>
          </p:cNvPr>
          <p:cNvCxnSpPr/>
          <p:nvPr/>
        </p:nvCxnSpPr>
        <p:spPr>
          <a:xfrm>
            <a:off x="2645545" y="3486907"/>
            <a:ext cx="4045258" cy="1027300"/>
          </a:xfrm>
          <a:prstGeom prst="line">
            <a:avLst/>
          </a:prstGeom>
          <a:ln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09F55728-C806-47A4-8B72-9ACA99890E64}"/>
              </a:ext>
            </a:extLst>
          </p:cNvPr>
          <p:cNvCxnSpPr/>
          <p:nvPr/>
        </p:nvCxnSpPr>
        <p:spPr>
          <a:xfrm flipV="1">
            <a:off x="5697053" y="2736535"/>
            <a:ext cx="2353963" cy="750372"/>
          </a:xfrm>
          <a:prstGeom prst="line">
            <a:avLst/>
          </a:prstGeom>
          <a:ln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963B280-1597-46CC-9383-729B3F22482D}"/>
              </a:ext>
            </a:extLst>
          </p:cNvPr>
          <p:cNvCxnSpPr/>
          <p:nvPr/>
        </p:nvCxnSpPr>
        <p:spPr>
          <a:xfrm flipV="1">
            <a:off x="6690803" y="2736535"/>
            <a:ext cx="1849515" cy="750372"/>
          </a:xfrm>
          <a:prstGeom prst="line">
            <a:avLst/>
          </a:prstGeom>
          <a:ln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E1C023FF-F288-4355-A67F-DB352A2FA4C0}"/>
              </a:ext>
            </a:extLst>
          </p:cNvPr>
          <p:cNvCxnSpPr/>
          <p:nvPr/>
        </p:nvCxnSpPr>
        <p:spPr>
          <a:xfrm flipV="1">
            <a:off x="5697053" y="3240350"/>
            <a:ext cx="2353963" cy="1273857"/>
          </a:xfrm>
          <a:prstGeom prst="line">
            <a:avLst/>
          </a:prstGeom>
          <a:ln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75675267-2D89-48DE-AB26-753EA414D4DC}"/>
              </a:ext>
            </a:extLst>
          </p:cNvPr>
          <p:cNvCxnSpPr/>
          <p:nvPr/>
        </p:nvCxnSpPr>
        <p:spPr>
          <a:xfrm flipV="1">
            <a:off x="6690803" y="3240350"/>
            <a:ext cx="1849515" cy="1273857"/>
          </a:xfrm>
          <a:prstGeom prst="line">
            <a:avLst/>
          </a:prstGeom>
          <a:ln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59D6FFF-D4B9-440A-82A7-4A773611DCD9}"/>
              </a:ext>
            </a:extLst>
          </p:cNvPr>
          <p:cNvGraphicFramePr>
            <a:graphicFrameLocks noGrp="1"/>
          </p:cNvGraphicFramePr>
          <p:nvPr/>
        </p:nvGraphicFramePr>
        <p:xfrm>
          <a:off x="5697053" y="3486907"/>
          <a:ext cx="993750" cy="102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875">
                  <a:extLst>
                    <a:ext uri="{9D8B030D-6E8A-4147-A177-3AD203B41FA5}">
                      <a16:colId xmlns:a16="http://schemas.microsoft.com/office/drawing/2014/main" val="3003161066"/>
                    </a:ext>
                  </a:extLst>
                </a:gridCol>
                <a:gridCol w="496875">
                  <a:extLst>
                    <a:ext uri="{9D8B030D-6E8A-4147-A177-3AD203B41FA5}">
                      <a16:colId xmlns:a16="http://schemas.microsoft.com/office/drawing/2014/main" val="4194347237"/>
                    </a:ext>
                  </a:extLst>
                </a:gridCol>
              </a:tblGrid>
              <a:tr h="5136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803782"/>
                  </a:ext>
                </a:extLst>
              </a:tr>
              <a:tr h="5136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921107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AC6294AD-559D-4821-910B-B7CF93C11B9E}"/>
              </a:ext>
            </a:extLst>
          </p:cNvPr>
          <p:cNvSpPr txBox="1"/>
          <p:nvPr/>
        </p:nvSpPr>
        <p:spPr>
          <a:xfrm>
            <a:off x="5139339" y="2547081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6</a:t>
            </a:r>
            <a:r>
              <a:rPr lang="en-US" altLang="zh-TW" dirty="0"/>
              <a:t>x2+</a:t>
            </a:r>
            <a:r>
              <a:rPr lang="en-US" altLang="zh-TW" dirty="0">
                <a:solidFill>
                  <a:srgbClr val="0000FF"/>
                </a:solidFill>
              </a:rPr>
              <a:t>8</a:t>
            </a:r>
            <a:r>
              <a:rPr lang="en-US" altLang="zh-TW" dirty="0"/>
              <a:t>x1+</a:t>
            </a:r>
            <a:r>
              <a:rPr lang="en-US" altLang="zh-TW" dirty="0">
                <a:solidFill>
                  <a:srgbClr val="0000FF"/>
                </a:solidFill>
              </a:rPr>
              <a:t>4</a:t>
            </a:r>
            <a:r>
              <a:rPr lang="en-US" altLang="zh-TW" dirty="0"/>
              <a:t>x4+</a:t>
            </a:r>
            <a:r>
              <a:rPr lang="en-US" altLang="zh-TW" dirty="0">
                <a:solidFill>
                  <a:srgbClr val="0000FF"/>
                </a:solidFill>
              </a:rPr>
              <a:t>5</a:t>
            </a:r>
            <a:r>
              <a:rPr lang="en-US" altLang="zh-TW" dirty="0"/>
              <a:t>x3=</a:t>
            </a:r>
            <a:r>
              <a:rPr lang="en-US" altLang="zh-TW" dirty="0">
                <a:solidFill>
                  <a:srgbClr val="FF0000"/>
                </a:solidFill>
              </a:rPr>
              <a:t>52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C999B560-40DB-469D-AD03-CEDFCC32A267}"/>
              </a:ext>
            </a:extLst>
          </p:cNvPr>
          <p:cNvSpPr/>
          <p:nvPr/>
        </p:nvSpPr>
        <p:spPr>
          <a:xfrm>
            <a:off x="2636667" y="2889933"/>
            <a:ext cx="248575" cy="190772"/>
          </a:xfrm>
          <a:prstGeom prst="rightArrow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EFA5D50-E271-455D-909F-35C706DBE1C7}"/>
              </a:ext>
            </a:extLst>
          </p:cNvPr>
          <p:cNvSpPr txBox="1"/>
          <p:nvPr/>
        </p:nvSpPr>
        <p:spPr>
          <a:xfrm>
            <a:off x="2812919" y="57185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輸入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1D6E135-C387-48A9-AE2E-0C647CE16424}"/>
              </a:ext>
            </a:extLst>
          </p:cNvPr>
          <p:cNvSpPr txBox="1"/>
          <p:nvPr/>
        </p:nvSpPr>
        <p:spPr>
          <a:xfrm>
            <a:off x="8964760" y="551738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輸出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3788A34-DD55-47E9-80E4-3347FAB2EDE1}"/>
              </a:ext>
            </a:extLst>
          </p:cNvPr>
          <p:cNvSpPr txBox="1"/>
          <p:nvPr/>
        </p:nvSpPr>
        <p:spPr>
          <a:xfrm>
            <a:off x="5260417" y="4776444"/>
            <a:ext cx="1971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或稱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Filter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D9A76EF-BCCB-456A-8D2F-8BE4A7DB61B3}"/>
              </a:ext>
            </a:extLst>
          </p:cNvPr>
          <p:cNvSpPr txBox="1"/>
          <p:nvPr/>
        </p:nvSpPr>
        <p:spPr>
          <a:xfrm>
            <a:off x="4877111" y="1542950"/>
            <a:ext cx="2633633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找尋特定特徵</a:t>
            </a:r>
          </a:p>
        </p:txBody>
      </p:sp>
    </p:spTree>
    <p:extLst>
      <p:ext uri="{BB962C8B-B14F-4D97-AF65-F5344CB8AC3E}">
        <p14:creationId xmlns:p14="http://schemas.microsoft.com/office/powerpoint/2010/main" val="1245661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961D7EE-0692-4A6C-85E9-4344A1274F46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池化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(Pooling)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7283610-4CB3-4A03-9A3D-2521C418594C}"/>
              </a:ext>
            </a:extLst>
          </p:cNvPr>
          <p:cNvGraphicFramePr>
            <a:graphicFrameLocks noGrp="1"/>
          </p:cNvGraphicFramePr>
          <p:nvPr/>
        </p:nvGraphicFramePr>
        <p:xfrm>
          <a:off x="1968643" y="2449160"/>
          <a:ext cx="3119616" cy="31879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904">
                  <a:extLst>
                    <a:ext uri="{9D8B030D-6E8A-4147-A177-3AD203B41FA5}">
                      <a16:colId xmlns:a16="http://schemas.microsoft.com/office/drawing/2014/main" val="1594021107"/>
                    </a:ext>
                  </a:extLst>
                </a:gridCol>
                <a:gridCol w="779904">
                  <a:extLst>
                    <a:ext uri="{9D8B030D-6E8A-4147-A177-3AD203B41FA5}">
                      <a16:colId xmlns:a16="http://schemas.microsoft.com/office/drawing/2014/main" val="271955962"/>
                    </a:ext>
                  </a:extLst>
                </a:gridCol>
                <a:gridCol w="779904">
                  <a:extLst>
                    <a:ext uri="{9D8B030D-6E8A-4147-A177-3AD203B41FA5}">
                      <a16:colId xmlns:a16="http://schemas.microsoft.com/office/drawing/2014/main" val="2010093458"/>
                    </a:ext>
                  </a:extLst>
                </a:gridCol>
                <a:gridCol w="779904">
                  <a:extLst>
                    <a:ext uri="{9D8B030D-6E8A-4147-A177-3AD203B41FA5}">
                      <a16:colId xmlns:a16="http://schemas.microsoft.com/office/drawing/2014/main" val="486748626"/>
                    </a:ext>
                  </a:extLst>
                </a:gridCol>
              </a:tblGrid>
              <a:tr h="79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231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74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1965"/>
                  </a:ext>
                </a:extLst>
              </a:tr>
              <a:tr h="79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123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235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638559"/>
                  </a:ext>
                </a:extLst>
              </a:tr>
              <a:tr h="79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71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34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183781"/>
                  </a:ext>
                </a:extLst>
              </a:tr>
              <a:tr h="79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86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34371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DEC0259-1C34-4B4E-BEBF-CED0F6AAC149}"/>
              </a:ext>
            </a:extLst>
          </p:cNvPr>
          <p:cNvGraphicFramePr>
            <a:graphicFrameLocks noGrp="1"/>
          </p:cNvGraphicFramePr>
          <p:nvPr/>
        </p:nvGraphicFramePr>
        <p:xfrm>
          <a:off x="2962780" y="1285505"/>
          <a:ext cx="776670" cy="7873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6670">
                  <a:extLst>
                    <a:ext uri="{9D8B030D-6E8A-4147-A177-3AD203B41FA5}">
                      <a16:colId xmlns:a16="http://schemas.microsoft.com/office/drawing/2014/main" val="1663684468"/>
                    </a:ext>
                  </a:extLst>
                </a:gridCol>
              </a:tblGrid>
              <a:tr h="78733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231</a:t>
                      </a:r>
                      <a:endParaRPr lang="zh-TW" alt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4139" marR="144139" marT="72069" marB="7206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43829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D3B56CEE-5B1F-47E8-A0C7-9991760753FE}"/>
              </a:ext>
            </a:extLst>
          </p:cNvPr>
          <p:cNvSpPr/>
          <p:nvPr/>
        </p:nvSpPr>
        <p:spPr>
          <a:xfrm>
            <a:off x="1968643" y="2449160"/>
            <a:ext cx="1564671" cy="15990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2A331D1-9224-4CE7-8F77-C793FD7E7EE9}"/>
              </a:ext>
            </a:extLst>
          </p:cNvPr>
          <p:cNvCxnSpPr>
            <a:cxnSpLocks/>
          </p:cNvCxnSpPr>
          <p:nvPr/>
        </p:nvCxnSpPr>
        <p:spPr>
          <a:xfrm flipV="1">
            <a:off x="2503504" y="1856027"/>
            <a:ext cx="559293" cy="7540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8C5E718-9925-4337-AC92-D7A12D7654A8}"/>
              </a:ext>
            </a:extLst>
          </p:cNvPr>
          <p:cNvSpPr txBox="1"/>
          <p:nvPr/>
        </p:nvSpPr>
        <p:spPr>
          <a:xfrm>
            <a:off x="1897702" y="1777617"/>
            <a:ext cx="91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取最大</a:t>
            </a: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51892D39-AF8F-4A39-959C-FF8FCCDB848B}"/>
              </a:ext>
            </a:extLst>
          </p:cNvPr>
          <p:cNvSpPr/>
          <p:nvPr/>
        </p:nvSpPr>
        <p:spPr>
          <a:xfrm>
            <a:off x="5669021" y="3485233"/>
            <a:ext cx="1777238" cy="11158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F462C9D-BB65-41D0-9929-7AAF1C0A2C37}"/>
              </a:ext>
            </a:extLst>
          </p:cNvPr>
          <p:cNvGraphicFramePr>
            <a:graphicFrameLocks noGrp="1"/>
          </p:cNvGraphicFramePr>
          <p:nvPr/>
        </p:nvGraphicFramePr>
        <p:xfrm>
          <a:off x="8027021" y="3246159"/>
          <a:ext cx="1559808" cy="1593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904">
                  <a:extLst>
                    <a:ext uri="{9D8B030D-6E8A-4147-A177-3AD203B41FA5}">
                      <a16:colId xmlns:a16="http://schemas.microsoft.com/office/drawing/2014/main" val="3003161066"/>
                    </a:ext>
                  </a:extLst>
                </a:gridCol>
                <a:gridCol w="779904">
                  <a:extLst>
                    <a:ext uri="{9D8B030D-6E8A-4147-A177-3AD203B41FA5}">
                      <a16:colId xmlns:a16="http://schemas.microsoft.com/office/drawing/2014/main" val="4194347237"/>
                    </a:ext>
                  </a:extLst>
                </a:gridCol>
              </a:tblGrid>
              <a:tr h="79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231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235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803782"/>
                  </a:ext>
                </a:extLst>
              </a:tr>
              <a:tr h="79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86</a:t>
                      </a:r>
                      <a:endParaRPr lang="zh-TW" altLang="en-US" sz="2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44138" marR="144138" marT="72069" marB="720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921107"/>
                  </a:ext>
                </a:extLst>
              </a:tr>
            </a:tbl>
          </a:graphicData>
        </a:graphic>
      </p:graphicFrame>
      <p:sp>
        <p:nvSpPr>
          <p:cNvPr id="32" name="文字方塊 31">
            <a:extLst>
              <a:ext uri="{FF2B5EF4-FFF2-40B4-BE49-F238E27FC236}">
                <a16:creationId xmlns:a16="http://schemas.microsoft.com/office/drawing/2014/main" id="{895DE30A-923D-43BD-9A7F-27703ED0FA0C}"/>
              </a:ext>
            </a:extLst>
          </p:cNvPr>
          <p:cNvSpPr txBox="1"/>
          <p:nvPr/>
        </p:nvSpPr>
        <p:spPr>
          <a:xfrm>
            <a:off x="2974453" y="576034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池化前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7050BD3-3491-4A2E-8573-3D85A84EEC86}"/>
              </a:ext>
            </a:extLst>
          </p:cNvPr>
          <p:cNvSpPr txBox="1"/>
          <p:nvPr/>
        </p:nvSpPr>
        <p:spPr>
          <a:xfrm>
            <a:off x="8338045" y="495395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池化後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38C165D-25D4-4472-AFB7-28434A18B30B}"/>
              </a:ext>
            </a:extLst>
          </p:cNvPr>
          <p:cNvSpPr txBox="1"/>
          <p:nvPr/>
        </p:nvSpPr>
        <p:spPr>
          <a:xfrm>
            <a:off x="6722218" y="2028719"/>
            <a:ext cx="4339650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挑選特徵最強的地方，減少之後的運算量</a:t>
            </a:r>
          </a:p>
        </p:txBody>
      </p:sp>
    </p:spTree>
    <p:extLst>
      <p:ext uri="{BB962C8B-B14F-4D97-AF65-F5344CB8AC3E}">
        <p14:creationId xmlns:p14="http://schemas.microsoft.com/office/powerpoint/2010/main" val="1245902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961D7EE-0692-4A6C-85E9-4344A1274F46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填充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(Padding)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55B4968-79C3-48F5-A006-C3BCAF424AB4}"/>
              </a:ext>
            </a:extLst>
          </p:cNvPr>
          <p:cNvGraphicFramePr>
            <a:graphicFrameLocks noGrp="1"/>
          </p:cNvGraphicFramePr>
          <p:nvPr/>
        </p:nvGraphicFramePr>
        <p:xfrm>
          <a:off x="7348317" y="2296561"/>
          <a:ext cx="2968584" cy="30336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764">
                  <a:extLst>
                    <a:ext uri="{9D8B030D-6E8A-4147-A177-3AD203B41FA5}">
                      <a16:colId xmlns:a16="http://schemas.microsoft.com/office/drawing/2014/main" val="3064250690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2128855947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3363602961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773467553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1704254330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2470161137"/>
                    </a:ext>
                  </a:extLst>
                </a:gridCol>
              </a:tblGrid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67693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028326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824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51835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86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899584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42720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F73230D-8889-4310-A4B1-7BAA2732F7DC}"/>
              </a:ext>
            </a:extLst>
          </p:cNvPr>
          <p:cNvGraphicFramePr>
            <a:graphicFrameLocks noGrp="1"/>
          </p:cNvGraphicFramePr>
          <p:nvPr/>
        </p:nvGraphicFramePr>
        <p:xfrm>
          <a:off x="2474982" y="2793293"/>
          <a:ext cx="1979056" cy="20224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764">
                  <a:extLst>
                    <a:ext uri="{9D8B030D-6E8A-4147-A177-3AD203B41FA5}">
                      <a16:colId xmlns:a16="http://schemas.microsoft.com/office/drawing/2014/main" val="1594021107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271955962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2010093458"/>
                    </a:ext>
                  </a:extLst>
                </a:gridCol>
                <a:gridCol w="494764">
                  <a:extLst>
                    <a:ext uri="{9D8B030D-6E8A-4147-A177-3AD203B41FA5}">
                      <a16:colId xmlns:a16="http://schemas.microsoft.com/office/drawing/2014/main" val="486748626"/>
                    </a:ext>
                  </a:extLst>
                </a:gridCol>
              </a:tblGrid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81965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235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38559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71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183781"/>
                  </a:ext>
                </a:extLst>
              </a:tr>
              <a:tr h="505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86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34371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B986E4B2-5706-4543-9894-14F01B5CD514}"/>
              </a:ext>
            </a:extLst>
          </p:cNvPr>
          <p:cNvSpPr txBox="1"/>
          <p:nvPr/>
        </p:nvSpPr>
        <p:spPr>
          <a:xfrm>
            <a:off x="2714144" y="5652347"/>
            <a:ext cx="1500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Padding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093C9D1-A7A3-483D-9478-022D5A3D0E98}"/>
              </a:ext>
            </a:extLst>
          </p:cNvPr>
          <p:cNvSpPr txBox="1"/>
          <p:nvPr/>
        </p:nvSpPr>
        <p:spPr>
          <a:xfrm>
            <a:off x="8082243" y="5652347"/>
            <a:ext cx="1500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Padding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F53111CE-31B2-44CA-9DDE-106A36435AED}"/>
              </a:ext>
            </a:extLst>
          </p:cNvPr>
          <p:cNvSpPr/>
          <p:nvPr/>
        </p:nvSpPr>
        <p:spPr>
          <a:xfrm>
            <a:off x="5337445" y="3311372"/>
            <a:ext cx="1127464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80071D6-2156-4AFE-B4E4-B7E4DAB4305B}"/>
              </a:ext>
            </a:extLst>
          </p:cNvPr>
          <p:cNvSpPr txBox="1"/>
          <p:nvPr/>
        </p:nvSpPr>
        <p:spPr>
          <a:xfrm>
            <a:off x="3464510" y="1459943"/>
            <a:ext cx="5262979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避免做卷積時步伐太大，直接撞牆，無法算到邊緣</a:t>
            </a:r>
          </a:p>
        </p:txBody>
      </p:sp>
    </p:spTree>
    <p:extLst>
      <p:ext uri="{BB962C8B-B14F-4D97-AF65-F5344CB8AC3E}">
        <p14:creationId xmlns:p14="http://schemas.microsoft.com/office/powerpoint/2010/main" val="2837375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7C477893-40BC-01A7-96CD-0A02A7712905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CNN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權重更新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12F511-18FA-8FBA-56A1-2A494E692390}"/>
                  </a:ext>
                </a:extLst>
              </p:cNvPr>
              <p:cNvSpPr txBox="1"/>
              <p:nvPr/>
            </p:nvSpPr>
            <p:spPr>
              <a:xfrm>
                <a:off x="212436" y="3516816"/>
                <a:ext cx="5477165" cy="1701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每一個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/>
                  <a:t>都是「對應的 </a:t>
                </a:r>
                <a:r>
                  <a:rPr lang="en-US" altLang="zh-TW" dirty="0"/>
                  <a:t>2×2 </a:t>
                </a:r>
                <a:r>
                  <a:rPr lang="zh-TW" altLang="en-US" dirty="0"/>
                  <a:t>區塊」跟 </a:t>
                </a:r>
                <a:r>
                  <a:rPr lang="de-DE" altLang="zh-TW" dirty="0"/>
                  <a:t>kernel </a:t>
                </a:r>
                <a:r>
                  <a:rPr lang="zh-TW" altLang="en-US" dirty="0"/>
                  <a:t>的內積：</a:t>
                </a:r>
                <a:endParaRPr lang="en-US" altLang="zh-TW" dirty="0"/>
              </a:p>
              <a:p>
                <a:pPr>
                  <a:buNone/>
                </a:pPr>
                <a:endParaRPr lang="zh-TW" alt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12F511-18FA-8FBA-56A1-2A494E692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36" y="3516816"/>
                <a:ext cx="5477165" cy="1701941"/>
              </a:xfrm>
              <a:prstGeom prst="rect">
                <a:avLst/>
              </a:prstGeom>
              <a:blipFill>
                <a:blip r:embed="rId2"/>
                <a:stretch>
                  <a:fillRect l="-1002" t="-2151" r="-50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B228A02-F543-4C5F-BE0A-383A102A04ED}"/>
                  </a:ext>
                </a:extLst>
              </p:cNvPr>
              <p:cNvSpPr txBox="1"/>
              <p:nvPr/>
            </p:nvSpPr>
            <p:spPr>
              <a:xfrm>
                <a:off x="581890" y="1734650"/>
                <a:ext cx="8552873" cy="106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 ⋆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ar-AE" altLang="zh-TW" sz="2400" dirty="0"/>
                  <a:t> 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ar-AE" altLang="zh-TW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zh-TW" sz="16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de-DE" altLang="zh-TW" sz="1600" i="1">
                                <a:latin typeface="Cambria Math" panose="02040503050406030204" pitchFamily="18" charset="0"/>
                              </a:rPr>
                              <m:t>MaxPool</m:t>
                            </m:r>
                          </m:e>
                        </m:box>
                      </m:e>
                    </m:groupChr>
                    <m:r>
                      <m:rPr>
                        <m:nor/>
                      </m:rPr>
                      <a:rPr lang="ar-AE" altLang="zh-TW" sz="1600" i="1">
                        <a:latin typeface="Cambria Math" panose="02040503050406030204" pitchFamily="18" charset="0"/>
                      </a:rPr>
                      <m:t> </m:t>
                    </m:r>
                    <m:r>
                      <a:rPr lang="zh-TW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TW" alt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B228A02-F543-4C5F-BE0A-383A102A0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0" y="1734650"/>
                <a:ext cx="8552873" cy="1069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54E9BD4A-5247-FA91-E8BB-1B6F6C8FAA25}"/>
              </a:ext>
            </a:extLst>
          </p:cNvPr>
          <p:cNvSpPr txBox="1"/>
          <p:nvPr/>
        </p:nvSpPr>
        <p:spPr>
          <a:xfrm>
            <a:off x="1403928" y="12261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輸入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534D9A8-AD9C-AA09-5721-7D330DDD61CF}"/>
              </a:ext>
            </a:extLst>
          </p:cNvPr>
          <p:cNvSpPr txBox="1"/>
          <p:nvPr/>
        </p:nvSpPr>
        <p:spPr>
          <a:xfrm>
            <a:off x="3486728" y="122612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kernel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A944776-D4D0-3C57-52F4-1993CB3CDA1C}"/>
              </a:ext>
            </a:extLst>
          </p:cNvPr>
          <p:cNvSpPr txBox="1"/>
          <p:nvPr/>
        </p:nvSpPr>
        <p:spPr>
          <a:xfrm>
            <a:off x="7116619" y="12307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最終輸出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3374E5B7-E61B-B00B-ECB7-D0FB2B8C4864}"/>
                  </a:ext>
                </a:extLst>
              </p:cNvPr>
              <p:cNvSpPr txBox="1"/>
              <p:nvPr/>
            </p:nvSpPr>
            <p:spPr>
              <a:xfrm>
                <a:off x="600365" y="5343297"/>
                <a:ext cx="35744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ar-AE" altLang="zh-TW"/>
                            <m:t> 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ar-AE" altLang="zh-TW" i="1"/>
                            <m:t> </m:t>
                          </m:r>
                        </m:e>
                      </m:d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altLang="zh-TW" i="1">
                          <a:latin typeface="Cambria Math" panose="02040503050406030204" pitchFamily="18" charset="0"/>
                        </a:rPr>
                        <m:t>MaxPool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s-ES" altLang="zh-TW" dirty="0"/>
                            <m:t>​,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s-ES" altLang="zh-TW" dirty="0"/>
                            <m:t>​,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s-ES" altLang="zh-TW" dirty="0"/>
                            <m:t>​,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3374E5B7-E61B-B00B-ECB7-D0FB2B8C4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65" y="5343297"/>
                <a:ext cx="3574472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A172EC4D-33BB-87C5-D668-B2D1D61B597B}"/>
                  </a:ext>
                </a:extLst>
              </p:cNvPr>
              <p:cNvSpPr txBox="1"/>
              <p:nvPr/>
            </p:nvSpPr>
            <p:spPr>
              <a:xfrm>
                <a:off x="6109855" y="4285734"/>
                <a:ext cx="5731163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altLang="zh-TW" i="1">
                        <a:latin typeface="Cambria Math" panose="02040503050406030204" pitchFamily="18" charset="0"/>
                      </a:rPr>
                      <m:t>MaxPool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ar-AE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ar-AE" altLang="zh-TW"/>
                          <m:t> </m:t>
                        </m:r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ar-AE" altLang="zh-TW" i="1"/>
                          <m:t> 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A172EC4D-33BB-87C5-D668-B2D1D61B5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55" y="4285734"/>
                <a:ext cx="5731163" cy="112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箭號: 向右 40">
            <a:extLst>
              <a:ext uri="{FF2B5EF4-FFF2-40B4-BE49-F238E27FC236}">
                <a16:creationId xmlns:a16="http://schemas.microsoft.com/office/drawing/2014/main" id="{C7CF51C4-E6DD-A0B7-86D4-2ED7BDB6979F}"/>
              </a:ext>
            </a:extLst>
          </p:cNvPr>
          <p:cNvSpPr/>
          <p:nvPr/>
        </p:nvSpPr>
        <p:spPr>
          <a:xfrm>
            <a:off x="5523346" y="4692073"/>
            <a:ext cx="471055" cy="29556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2246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068D-C37B-D23C-A58C-73A65B39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83EAFE0-A46D-A5CB-CEE0-9FFAA4C7D33D}"/>
                  </a:ext>
                </a:extLst>
              </p:cNvPr>
              <p:cNvSpPr txBox="1"/>
              <p:nvPr/>
            </p:nvSpPr>
            <p:spPr>
              <a:xfrm>
                <a:off x="0" y="161364"/>
                <a:ext cx="121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CNN</a:t>
                </a:r>
                <a:r>
                  <a:rPr lang="zh-TW" altLang="en-US" sz="4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4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altLang="zh-TW" sz="400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zh-TW" altLang="en-US" sz="4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權重更新</a:t>
                </a: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83EAFE0-A46D-A5CB-CEE0-9FFAA4C7D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1364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t="-15385" b="-35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C5A5EBB-7BC4-ED09-DA4B-81B9088ECBA0}"/>
                  </a:ext>
                </a:extLst>
              </p:cNvPr>
              <p:cNvSpPr txBox="1"/>
              <p:nvPr/>
            </p:nvSpPr>
            <p:spPr>
              <a:xfrm>
                <a:off x="581890" y="1734650"/>
                <a:ext cx="8552873" cy="106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 ⋆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ar-AE" altLang="zh-TW" sz="2400" dirty="0"/>
                  <a:t> 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ar-AE" altLang="zh-TW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zh-TW" sz="16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de-DE" altLang="zh-TW" sz="1600" i="1">
                                <a:latin typeface="Cambria Math" panose="02040503050406030204" pitchFamily="18" charset="0"/>
                              </a:rPr>
                              <m:t>MaxPool</m:t>
                            </m:r>
                          </m:e>
                        </m:box>
                      </m:e>
                    </m:groupChr>
                    <m:r>
                      <m:rPr>
                        <m:nor/>
                      </m:rPr>
                      <a:rPr lang="ar-AE" altLang="zh-TW" sz="1600" i="1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US" altLang="zh-TW" sz="16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AE" altLang="zh-TW" sz="2400" i="1"/>
                      <m:t> </m:t>
                    </m:r>
                    <m:r>
                      <a:rPr lang="zh-TW" altLang="ar-AE" sz="2400" b="0" i="1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ar-AE" altLang="zh-TW" sz="2400" i="1"/>
                      <m:t> </m:t>
                    </m:r>
                  </m:oMath>
                </a14:m>
                <a:endParaRPr lang="zh-TW" altLang="en-US" sz="24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C5A5EBB-7BC4-ED09-DA4B-81B9088EC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0" y="1734650"/>
                <a:ext cx="8552873" cy="1069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5CA96B78-C47C-B9E1-F5DD-BC354626F29D}"/>
              </a:ext>
            </a:extLst>
          </p:cNvPr>
          <p:cNvSpPr txBox="1"/>
          <p:nvPr/>
        </p:nvSpPr>
        <p:spPr>
          <a:xfrm>
            <a:off x="1403928" y="12261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輸入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34992EF-D2E1-37EA-CA47-B331A806D352}"/>
              </a:ext>
            </a:extLst>
          </p:cNvPr>
          <p:cNvSpPr txBox="1"/>
          <p:nvPr/>
        </p:nvSpPr>
        <p:spPr>
          <a:xfrm>
            <a:off x="3486728" y="122612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kernel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2E9971-0098-08F5-DE11-EB111815457A}"/>
              </a:ext>
            </a:extLst>
          </p:cNvPr>
          <p:cNvSpPr txBox="1"/>
          <p:nvPr/>
        </p:nvSpPr>
        <p:spPr>
          <a:xfrm>
            <a:off x="7116619" y="12307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最終輸出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1B28AF9-8023-6B83-0FA1-C63E93709A2A}"/>
                  </a:ext>
                </a:extLst>
              </p:cNvPr>
              <p:cNvSpPr txBox="1"/>
              <p:nvPr/>
            </p:nvSpPr>
            <p:spPr>
              <a:xfrm>
                <a:off x="1085272" y="3355631"/>
                <a:ext cx="8552873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⋆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ar-AE" altLang="zh-TW" sz="16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zh-TW" sz="16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de-DE" altLang="zh-TW" sz="1600" i="1">
                                <a:latin typeface="Cambria Math" panose="02040503050406030204" pitchFamily="18" charset="0"/>
                              </a:rPr>
                              <m:t>MaxPool</m:t>
                            </m:r>
                          </m:e>
                        </m:box>
                      </m:e>
                    </m:groupChr>
                    <m:r>
                      <m:rPr>
                        <m:nor/>
                      </m:rPr>
                      <a:rPr lang="ar-AE" altLang="zh-TW" sz="1600" i="1">
                        <a:latin typeface="Cambria Math" panose="02040503050406030204" pitchFamily="18" charset="0"/>
                      </a:rPr>
                      <m:t> </m:t>
                    </m:r>
                  </m:oMath>
                </a14:m>
                <a:r>
                  <a:rPr lang="zh-TW" altLang="en-US" sz="2400" dirty="0"/>
                  <a:t>  </a:t>
                </a:r>
                <a:r>
                  <a:rPr lang="en-US" altLang="zh-TW" sz="2400" dirty="0"/>
                  <a:t>1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1B28AF9-8023-6B83-0FA1-C63E9370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72" y="3355631"/>
                <a:ext cx="8552873" cy="10689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8094ABC8-9A0E-F764-B305-0FC7ADCFE2DF}"/>
              </a:ext>
            </a:extLst>
          </p:cNvPr>
          <p:cNvSpPr txBox="1"/>
          <p:nvPr/>
        </p:nvSpPr>
        <p:spPr>
          <a:xfrm>
            <a:off x="369455" y="374072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2CCE714-8A22-FB23-46FD-5A75DCC17883}"/>
              </a:ext>
            </a:extLst>
          </p:cNvPr>
          <p:cNvSpPr txBox="1"/>
          <p:nvPr/>
        </p:nvSpPr>
        <p:spPr>
          <a:xfrm>
            <a:off x="2766291" y="3135744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初始化權重</a:t>
            </a:r>
            <a:r>
              <a:rPr lang="en-US" altLang="zh-TW" sz="1400" dirty="0"/>
              <a:t>0.1</a:t>
            </a:r>
            <a:endParaRPr lang="zh-TW" altLang="en-US" sz="1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3281AFD-584A-28B2-D644-9C22FC5262FF}"/>
              </a:ext>
            </a:extLst>
          </p:cNvPr>
          <p:cNvSpPr txBox="1"/>
          <p:nvPr/>
        </p:nvSpPr>
        <p:spPr>
          <a:xfrm>
            <a:off x="1533236" y="298334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輸入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B7E6DAF-9456-274B-B319-20AAC55D8463}"/>
              </a:ext>
            </a:extLst>
          </p:cNvPr>
          <p:cNvSpPr txBox="1"/>
          <p:nvPr/>
        </p:nvSpPr>
        <p:spPr>
          <a:xfrm>
            <a:off x="7398328" y="3648364"/>
            <a:ext cx="1903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Target (t</a:t>
            </a:r>
            <a:r>
              <a:rPr lang="zh-TW" altLang="en-US" dirty="0">
                <a:solidFill>
                  <a:srgbClr val="FF0000"/>
                </a:solidFill>
              </a:rPr>
              <a:t>表示</a:t>
            </a:r>
            <a:r>
              <a:rPr lang="en-US" altLang="zh-TW" dirty="0">
                <a:solidFill>
                  <a:srgbClr val="FF0000"/>
                </a:solidFill>
              </a:rPr>
              <a:t>) = </a:t>
            </a:r>
            <a:r>
              <a:rPr lang="en-US" altLang="zh-TW" sz="2400" dirty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6D291AE-8973-0B9A-F978-8B68BA626580}"/>
                  </a:ext>
                </a:extLst>
              </p:cNvPr>
              <p:cNvSpPr txBox="1"/>
              <p:nvPr/>
            </p:nvSpPr>
            <p:spPr>
              <a:xfrm>
                <a:off x="1131455" y="4876861"/>
                <a:ext cx="5731163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altLang="zh-TW" i="1">
                        <a:latin typeface="Cambria Math" panose="02040503050406030204" pitchFamily="18" charset="0"/>
                      </a:rPr>
                      <m:t>MaxPool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ar-AE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ar-AE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ar-AE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ar-AE" altLang="zh-TW" i="1" smtClean="0"/>
                      <m:t> 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6D291AE-8973-0B9A-F978-8B68BA626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455" y="4876861"/>
                <a:ext cx="5731163" cy="112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001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2652-BE6F-00BA-52A5-F97E4968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C5F72379-5C6B-C897-4524-093D7720CE8D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 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算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loss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7D0851E-D557-2D57-C94F-8B0234016DB0}"/>
                  </a:ext>
                </a:extLst>
              </p:cNvPr>
              <p:cNvSpPr txBox="1"/>
              <p:nvPr/>
            </p:nvSpPr>
            <p:spPr>
              <a:xfrm>
                <a:off x="785092" y="4973252"/>
                <a:ext cx="2706253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altLang="zh-TW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ar-AE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ar-AE" altLang="zh-TW" sz="2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ar-AE" sz="2800" i="1">
                          <a:latin typeface="Cambria Math" panose="020405030504060302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ar-AE" altLang="zh-TW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ar-AE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TW" sz="28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ar-AE" altLang="zh-TW" sz="2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altLang="zh-TW" sz="28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7D0851E-D557-2D57-C94F-8B0234016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2" y="4973252"/>
                <a:ext cx="2706253" cy="8989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0BD09BB-497D-0D3B-3F97-76B5CEC559E8}"/>
                  </a:ext>
                </a:extLst>
              </p:cNvPr>
              <p:cNvSpPr txBox="1"/>
              <p:nvPr/>
            </p:nvSpPr>
            <p:spPr>
              <a:xfrm>
                <a:off x="581890" y="1734650"/>
                <a:ext cx="8552873" cy="106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 ⋆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ar-AE" altLang="zh-TW" sz="2400" dirty="0"/>
                  <a:t> 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ar-AE" altLang="zh-TW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zh-TW" sz="16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de-DE" altLang="zh-TW" sz="1600" i="1">
                                <a:latin typeface="Cambria Math" panose="02040503050406030204" pitchFamily="18" charset="0"/>
                              </a:rPr>
                              <m:t>MaxPool</m:t>
                            </m:r>
                          </m:e>
                        </m:box>
                      </m:e>
                    </m:groupChr>
                    <m:r>
                      <m:rPr>
                        <m:nor/>
                      </m:rPr>
                      <a:rPr lang="ar-AE" altLang="zh-TW" sz="1600" i="1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US" altLang="zh-TW" sz="16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AE" altLang="zh-TW" sz="2400" i="1"/>
                      <m:t> </m:t>
                    </m:r>
                    <m:r>
                      <a:rPr lang="zh-TW" altLang="ar-AE" sz="2400" b="0" i="1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ar-AE" altLang="zh-TW" sz="2400" i="1"/>
                      <m:t> </m:t>
                    </m:r>
                  </m:oMath>
                </a14:m>
                <a:endParaRPr lang="zh-TW" altLang="en-US" sz="24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0BD09BB-497D-0D3B-3F97-76B5CEC55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0" y="1734650"/>
                <a:ext cx="8552873" cy="1069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B088C16D-0DDF-7ACF-BDC0-DEF86F68C308}"/>
              </a:ext>
            </a:extLst>
          </p:cNvPr>
          <p:cNvSpPr txBox="1"/>
          <p:nvPr/>
        </p:nvSpPr>
        <p:spPr>
          <a:xfrm>
            <a:off x="1403928" y="12261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輸入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20B76D6-5D05-D0F5-5107-48B72394756C}"/>
              </a:ext>
            </a:extLst>
          </p:cNvPr>
          <p:cNvSpPr txBox="1"/>
          <p:nvPr/>
        </p:nvSpPr>
        <p:spPr>
          <a:xfrm>
            <a:off x="3486728" y="122612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kernel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2F114F9-7F68-23AD-BE63-4B7B2D63FA52}"/>
              </a:ext>
            </a:extLst>
          </p:cNvPr>
          <p:cNvSpPr txBox="1"/>
          <p:nvPr/>
        </p:nvSpPr>
        <p:spPr>
          <a:xfrm>
            <a:off x="7116619" y="12307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最終輸出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E65DB61-87B1-12A8-3F72-67CA6F8E1F1E}"/>
              </a:ext>
            </a:extLst>
          </p:cNvPr>
          <p:cNvSpPr txBox="1"/>
          <p:nvPr/>
        </p:nvSpPr>
        <p:spPr>
          <a:xfrm>
            <a:off x="369455" y="374072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CD4408D-C4D2-2FAD-F9AE-326A246419C3}"/>
              </a:ext>
            </a:extLst>
          </p:cNvPr>
          <p:cNvSpPr txBox="1"/>
          <p:nvPr/>
        </p:nvSpPr>
        <p:spPr>
          <a:xfrm>
            <a:off x="2766291" y="3135744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初始化權重</a:t>
            </a:r>
            <a:r>
              <a:rPr lang="en-US" altLang="zh-TW" sz="1400" dirty="0"/>
              <a:t>0.1</a:t>
            </a:r>
            <a:endParaRPr lang="zh-TW" altLang="en-US" sz="14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5D8C353-F1B7-B850-130F-C9F9930AB3AB}"/>
              </a:ext>
            </a:extLst>
          </p:cNvPr>
          <p:cNvSpPr txBox="1"/>
          <p:nvPr/>
        </p:nvSpPr>
        <p:spPr>
          <a:xfrm>
            <a:off x="1376218" y="3011053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輸入都是</a:t>
            </a:r>
            <a:r>
              <a:rPr lang="en-US" altLang="zh-TW" sz="1400" dirty="0"/>
              <a:t>3</a:t>
            </a:r>
            <a:endParaRPr lang="zh-TW" altLang="en-US" sz="1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BF95E53-A9A1-476A-86F0-95A9D2A1EE56}"/>
              </a:ext>
            </a:extLst>
          </p:cNvPr>
          <p:cNvSpPr txBox="1"/>
          <p:nvPr/>
        </p:nvSpPr>
        <p:spPr>
          <a:xfrm>
            <a:off x="7416800" y="3639128"/>
            <a:ext cx="1903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Target (t</a:t>
            </a:r>
            <a:r>
              <a:rPr lang="zh-TW" altLang="en-US" dirty="0">
                <a:solidFill>
                  <a:srgbClr val="FF0000"/>
                </a:solidFill>
              </a:rPr>
              <a:t>表示</a:t>
            </a:r>
            <a:r>
              <a:rPr lang="en-US" altLang="zh-TW" dirty="0">
                <a:solidFill>
                  <a:srgbClr val="FF0000"/>
                </a:solidFill>
              </a:rPr>
              <a:t>) = </a:t>
            </a:r>
            <a:r>
              <a:rPr lang="en-US" altLang="zh-TW" sz="2400" dirty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8E180E0-9166-DFAE-465D-6F8E6F715474}"/>
                  </a:ext>
                </a:extLst>
              </p:cNvPr>
              <p:cNvSpPr txBox="1"/>
              <p:nvPr/>
            </p:nvSpPr>
            <p:spPr>
              <a:xfrm>
                <a:off x="3500582" y="5046275"/>
                <a:ext cx="3205018" cy="855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 sz="24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sz="2400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z="24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 sz="24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ar-AE" altLang="zh-TW" sz="2400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sz="24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TW" sz="2400" dirty="0"/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8E180E0-9166-DFAE-465D-6F8E6F715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582" y="5046275"/>
                <a:ext cx="3205018" cy="8550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A10E95B4-04AA-5951-B995-25B6812CDA2D}"/>
                  </a:ext>
                </a:extLst>
              </p:cNvPr>
              <p:cNvSpPr txBox="1"/>
              <p:nvPr/>
            </p:nvSpPr>
            <p:spPr>
              <a:xfrm>
                <a:off x="7370618" y="5120766"/>
                <a:ext cx="1625600" cy="61901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ar-AE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ar-AE" altLang="zh-TW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ar-AE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A10E95B4-04AA-5951-B995-25B6812CD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5120766"/>
                <a:ext cx="1625600" cy="619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9A905AC7-9A63-C72B-FB95-1FA2A880F756}"/>
              </a:ext>
            </a:extLst>
          </p:cNvPr>
          <p:cNvCxnSpPr/>
          <p:nvPr/>
        </p:nvCxnSpPr>
        <p:spPr>
          <a:xfrm>
            <a:off x="4867564" y="5948218"/>
            <a:ext cx="5449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D42B35B-2525-45BA-5B2B-5A74B93DD672}"/>
                  </a:ext>
                </a:extLst>
              </p:cNvPr>
              <p:cNvSpPr txBox="1"/>
              <p:nvPr/>
            </p:nvSpPr>
            <p:spPr>
              <a:xfrm>
                <a:off x="1085272" y="3355631"/>
                <a:ext cx="8552873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⋆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ar-AE" altLang="zh-TW" sz="16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zh-TW" sz="16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de-DE" altLang="zh-TW" sz="1600" i="1">
                                <a:latin typeface="Cambria Math" panose="02040503050406030204" pitchFamily="18" charset="0"/>
                              </a:rPr>
                              <m:t>MaxPool</m:t>
                            </m:r>
                          </m:e>
                        </m:box>
                      </m:e>
                    </m:groupChr>
                    <m:r>
                      <m:rPr>
                        <m:nor/>
                      </m:rPr>
                      <a:rPr lang="ar-AE" altLang="zh-TW" sz="1600" i="1">
                        <a:latin typeface="Cambria Math" panose="02040503050406030204" pitchFamily="18" charset="0"/>
                      </a:rPr>
                      <m:t> </m:t>
                    </m:r>
                  </m:oMath>
                </a14:m>
                <a:r>
                  <a:rPr lang="zh-TW" altLang="en-US" sz="2400" dirty="0"/>
                  <a:t>  </a:t>
                </a:r>
                <a:r>
                  <a:rPr lang="en-US" altLang="zh-TW" sz="2400" dirty="0"/>
                  <a:t>1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D42B35B-2525-45BA-5B2B-5A74B93DD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72" y="3355631"/>
                <a:ext cx="8552873" cy="10689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962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610F-96BF-4AF2-7D4F-B5DD5870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5FB4A75-C3D2-752C-C6F7-D2F5CC4EE5EA}"/>
                  </a:ext>
                </a:extLst>
              </p:cNvPr>
              <p:cNvSpPr txBox="1"/>
              <p:nvPr/>
            </p:nvSpPr>
            <p:spPr>
              <a:xfrm>
                <a:off x="0" y="161364"/>
                <a:ext cx="12192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 Loss</a:t>
                </a:r>
                <a:r>
                  <a:rPr lang="zh-TW" altLang="en-US" sz="4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4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altLang="zh-TW" sz="400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zh-TW" altLang="en-US" sz="4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4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的微分</a:t>
                </a: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5FB4A75-C3D2-752C-C6F7-D2F5CC4EE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1364"/>
                <a:ext cx="12192000" cy="707886"/>
              </a:xfrm>
              <a:prstGeom prst="rect">
                <a:avLst/>
              </a:prstGeom>
              <a:blipFill>
                <a:blip r:embed="rId2"/>
                <a:stretch>
                  <a:fillRect t="-15385" b="-35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E720012-0266-A7E9-4A26-EA799EB61F1E}"/>
                  </a:ext>
                </a:extLst>
              </p:cNvPr>
              <p:cNvSpPr txBox="1"/>
              <p:nvPr/>
            </p:nvSpPr>
            <p:spPr>
              <a:xfrm>
                <a:off x="581890" y="1734650"/>
                <a:ext cx="8552873" cy="106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altLang="zh-TW" sz="2400" i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 ⋆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ar-AE" altLang="zh-TW" sz="2400" dirty="0"/>
                  <a:t> 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ar-AE" altLang="zh-TW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zh-TW" sz="16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de-DE" altLang="zh-TW" sz="1600" i="1">
                                <a:latin typeface="Cambria Math" panose="02040503050406030204" pitchFamily="18" charset="0"/>
                              </a:rPr>
                              <m:t>MaxPool</m:t>
                            </m:r>
                          </m:e>
                        </m:box>
                      </m:e>
                    </m:groupChr>
                    <m:r>
                      <m:rPr>
                        <m:nor/>
                      </m:rPr>
                      <a:rPr lang="ar-AE" altLang="zh-TW" sz="1600" i="1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US" altLang="zh-TW" sz="16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AE" altLang="zh-TW" sz="2400" i="1"/>
                      <m:t> </m:t>
                    </m:r>
                    <m:r>
                      <a:rPr lang="zh-TW" altLang="ar-AE" sz="2400" b="0" i="1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ar-AE" altLang="zh-TW" sz="2400" i="1"/>
                      <m:t> </m:t>
                    </m:r>
                  </m:oMath>
                </a14:m>
                <a:endParaRPr lang="zh-TW" altLang="en-US" sz="24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E720012-0266-A7E9-4A26-EA799EB61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0" y="1734650"/>
                <a:ext cx="8552873" cy="1069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CC60D739-CDFD-797E-F907-8A823318E153}"/>
              </a:ext>
            </a:extLst>
          </p:cNvPr>
          <p:cNvSpPr txBox="1"/>
          <p:nvPr/>
        </p:nvSpPr>
        <p:spPr>
          <a:xfrm>
            <a:off x="1403928" y="12261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輸入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9484E75-FF84-8950-6138-5F8CD286283F}"/>
              </a:ext>
            </a:extLst>
          </p:cNvPr>
          <p:cNvSpPr txBox="1"/>
          <p:nvPr/>
        </p:nvSpPr>
        <p:spPr>
          <a:xfrm>
            <a:off x="3486728" y="122612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kernel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2431259-0290-692F-6950-06E06CA724AD}"/>
              </a:ext>
            </a:extLst>
          </p:cNvPr>
          <p:cNvSpPr txBox="1"/>
          <p:nvPr/>
        </p:nvSpPr>
        <p:spPr>
          <a:xfrm>
            <a:off x="7116619" y="12307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最終輸出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63EB382-FE88-0F5C-3DC9-3E550A1D4942}"/>
              </a:ext>
            </a:extLst>
          </p:cNvPr>
          <p:cNvSpPr txBox="1"/>
          <p:nvPr/>
        </p:nvSpPr>
        <p:spPr>
          <a:xfrm>
            <a:off x="369455" y="374072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DA6F36A-E9B5-BC91-6C4D-C50F1048FF9D}"/>
              </a:ext>
            </a:extLst>
          </p:cNvPr>
          <p:cNvSpPr txBox="1"/>
          <p:nvPr/>
        </p:nvSpPr>
        <p:spPr>
          <a:xfrm>
            <a:off x="2766291" y="3135744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初始化權重</a:t>
            </a:r>
            <a:r>
              <a:rPr lang="en-US" altLang="zh-TW" sz="1400" dirty="0"/>
              <a:t>0.1</a:t>
            </a:r>
            <a:endParaRPr lang="zh-TW" altLang="en-US" sz="14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41BDC2C-5EC4-F1D5-061F-63062C7B3367}"/>
              </a:ext>
            </a:extLst>
          </p:cNvPr>
          <p:cNvSpPr txBox="1"/>
          <p:nvPr/>
        </p:nvSpPr>
        <p:spPr>
          <a:xfrm>
            <a:off x="1376218" y="3011053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輸入都是</a:t>
            </a:r>
            <a:r>
              <a:rPr lang="en-US" altLang="zh-TW" sz="1400" dirty="0"/>
              <a:t>3</a:t>
            </a:r>
            <a:endParaRPr lang="zh-TW" altLang="en-US" sz="1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477D411-241B-A235-A813-B4A4E5C4108E}"/>
              </a:ext>
            </a:extLst>
          </p:cNvPr>
          <p:cNvSpPr txBox="1"/>
          <p:nvPr/>
        </p:nvSpPr>
        <p:spPr>
          <a:xfrm>
            <a:off x="7416800" y="3639128"/>
            <a:ext cx="1903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Target (t</a:t>
            </a:r>
            <a:r>
              <a:rPr lang="zh-TW" altLang="en-US" dirty="0">
                <a:solidFill>
                  <a:srgbClr val="FF0000"/>
                </a:solidFill>
              </a:rPr>
              <a:t>表示</a:t>
            </a:r>
            <a:r>
              <a:rPr lang="en-US" altLang="zh-TW" dirty="0">
                <a:solidFill>
                  <a:srgbClr val="FF0000"/>
                </a:solidFill>
              </a:rPr>
              <a:t>) = </a:t>
            </a:r>
            <a:r>
              <a:rPr lang="en-US" altLang="zh-TW" sz="2400" dirty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D36776D-038D-CC86-50F6-8D84982BD8EF}"/>
                  </a:ext>
                </a:extLst>
              </p:cNvPr>
              <p:cNvSpPr txBox="1"/>
              <p:nvPr/>
            </p:nvSpPr>
            <p:spPr>
              <a:xfrm>
                <a:off x="212436" y="5101692"/>
                <a:ext cx="3205018" cy="672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D36776D-038D-CC86-50F6-8D84982BD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36" y="5101692"/>
                <a:ext cx="3205018" cy="672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A7B9A7EF-A2B6-7457-699C-0F32C6D4E956}"/>
              </a:ext>
            </a:extLst>
          </p:cNvPr>
          <p:cNvSpPr/>
          <p:nvPr/>
        </p:nvSpPr>
        <p:spPr>
          <a:xfrm>
            <a:off x="7897091" y="2299855"/>
            <a:ext cx="1274618" cy="1311563"/>
          </a:xfrm>
          <a:custGeom>
            <a:avLst/>
            <a:gdLst>
              <a:gd name="connsiteX0" fmla="*/ 0 w 1274618"/>
              <a:gd name="connsiteY0" fmla="*/ 0 h 1311563"/>
              <a:gd name="connsiteX1" fmla="*/ 969818 w 1274618"/>
              <a:gd name="connsiteY1" fmla="*/ 258618 h 1311563"/>
              <a:gd name="connsiteX2" fmla="*/ 1274618 w 1274618"/>
              <a:gd name="connsiteY2" fmla="*/ 1311563 h 131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4618" h="1311563">
                <a:moveTo>
                  <a:pt x="0" y="0"/>
                </a:moveTo>
                <a:cubicBezTo>
                  <a:pt x="378691" y="20012"/>
                  <a:pt x="757382" y="40024"/>
                  <a:pt x="969818" y="258618"/>
                </a:cubicBezTo>
                <a:cubicBezTo>
                  <a:pt x="1182254" y="477212"/>
                  <a:pt x="1228436" y="894387"/>
                  <a:pt x="1274618" y="131156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FCC5B54-530D-F94E-E318-FE3D22EB3F52}"/>
              </a:ext>
            </a:extLst>
          </p:cNvPr>
          <p:cNvSpPr txBox="1"/>
          <p:nvPr/>
        </p:nvSpPr>
        <p:spPr>
          <a:xfrm>
            <a:off x="8950036" y="226290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loss</a:t>
            </a: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91AAEC2-31DF-6FD6-6729-D0E845DCCC2F}"/>
                  </a:ext>
                </a:extLst>
              </p:cNvPr>
              <p:cNvSpPr txBox="1"/>
              <p:nvPr/>
            </p:nvSpPr>
            <p:spPr>
              <a:xfrm>
                <a:off x="3094181" y="5132006"/>
                <a:ext cx="7518399" cy="6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91AAEC2-31DF-6FD6-6729-D0E845DCC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181" y="5132006"/>
                <a:ext cx="7518399" cy="6663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15967DC-6061-AB51-4B2C-512BD739BCF7}"/>
                  </a:ext>
                </a:extLst>
              </p:cNvPr>
              <p:cNvSpPr txBox="1"/>
              <p:nvPr/>
            </p:nvSpPr>
            <p:spPr>
              <a:xfrm>
                <a:off x="1085272" y="3355631"/>
                <a:ext cx="8552873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2400" dirty="0"/>
                  <a:t>⋆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 sz="24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ar-AE" altLang="zh-TW" sz="16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zh-TW" sz="16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de-DE" altLang="zh-TW" sz="1600" i="1">
                                <a:latin typeface="Cambria Math" panose="02040503050406030204" pitchFamily="18" charset="0"/>
                              </a:rPr>
                              <m:t>MaxPool</m:t>
                            </m:r>
                          </m:e>
                        </m:box>
                      </m:e>
                    </m:groupChr>
                    <m:r>
                      <m:rPr>
                        <m:nor/>
                      </m:rPr>
                      <a:rPr lang="ar-AE" altLang="zh-TW" sz="1600" i="1">
                        <a:latin typeface="Cambria Math" panose="02040503050406030204" pitchFamily="18" charset="0"/>
                      </a:rPr>
                      <m:t> </m:t>
                    </m:r>
                  </m:oMath>
                </a14:m>
                <a:r>
                  <a:rPr lang="zh-TW" altLang="en-US" sz="2400" dirty="0"/>
                  <a:t>  </a:t>
                </a:r>
                <a:r>
                  <a:rPr lang="en-US" altLang="zh-TW" sz="2400" dirty="0"/>
                  <a:t>1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15967DC-6061-AB51-4B2C-512BD739B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72" y="3355631"/>
                <a:ext cx="8552873" cy="10689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881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3EF91-0B1B-1FFF-3A99-61534A95C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D664E3-6BB1-D668-AD6F-C0C0F706BC29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 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Maxpooling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倒傳遞 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93CADB0-BBC4-E2AF-839B-9B87E7BEACFA}"/>
                  </a:ext>
                </a:extLst>
              </p:cNvPr>
              <p:cNvSpPr txBox="1"/>
              <p:nvPr/>
            </p:nvSpPr>
            <p:spPr>
              <a:xfrm>
                <a:off x="674255" y="1225025"/>
                <a:ext cx="7518399" cy="6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93CADB0-BBC4-E2AF-839B-9B87E7BEA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55" y="1225025"/>
                <a:ext cx="7518399" cy="6663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1737E5B-610D-3369-8520-4C4A42AB8607}"/>
                  </a:ext>
                </a:extLst>
              </p:cNvPr>
              <p:cNvSpPr txBox="1"/>
              <p:nvPr/>
            </p:nvSpPr>
            <p:spPr>
              <a:xfrm>
                <a:off x="720438" y="2396191"/>
                <a:ext cx="3509818" cy="812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8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8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8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28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ar-AE" altLang="zh-TW" sz="2800" dirty="0"/>
                  <a:t> </a:t>
                </a:r>
                <a:r>
                  <a:rPr lang="zh-TW" altLang="en-US" sz="28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de-DE" altLang="zh-TW" i="1">
                                <a:latin typeface="Cambria Math" panose="02040503050406030204" pitchFamily="18" charset="0"/>
                              </a:rPr>
                              <m:t>MaxPool</m:t>
                            </m:r>
                          </m:e>
                        </m:box>
                      </m:e>
                    </m:groupChr>
                    <m:r>
                      <m:rPr>
                        <m:nor/>
                      </m:rPr>
                      <a:rPr lang="ar-AE" altLang="zh-TW" i="1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US" altLang="zh-TW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zh-TW" alt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AE" altLang="zh-TW" sz="2800" i="1"/>
                      <m:t> </m:t>
                    </m:r>
                    <m:r>
                      <a:rPr lang="zh-TW" altLang="ar-AE" sz="2800" b="0" i="1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ar-AE" altLang="zh-TW" sz="2800" i="1"/>
                      <m:t> </m:t>
                    </m:r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1737E5B-610D-3369-8520-4C4A42AB8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8" y="2396191"/>
                <a:ext cx="3509818" cy="812723"/>
              </a:xfrm>
              <a:prstGeom prst="rect">
                <a:avLst/>
              </a:prstGeom>
              <a:blipFill>
                <a:blip r:embed="rId3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A86AA11-23A1-396A-05EC-FC8E5B5E354E}"/>
                  </a:ext>
                </a:extLst>
              </p:cNvPr>
              <p:cNvSpPr txBox="1"/>
              <p:nvPr/>
            </p:nvSpPr>
            <p:spPr>
              <a:xfrm>
                <a:off x="674255" y="3781646"/>
                <a:ext cx="3362037" cy="555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18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18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180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altLang="zh-TW" sz="18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ar-AE" altLang="zh-TW" sz="1800" dirty="0"/>
                  <a:t> </a:t>
                </a:r>
                <a:r>
                  <a:rPr lang="es-ES" altLang="zh-TW" dirty="0"/>
                  <a:t>⊙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</a:t>
                </a:r>
                <a:r>
                  <a:rPr lang="en-US" altLang="zh-TW" sz="1800" dirty="0"/>
                  <a:t>z</a:t>
                </a:r>
                <a:r>
                  <a:rPr lang="zh-TW" altLang="en-US" sz="1800" dirty="0"/>
                  <a:t> </a:t>
                </a:r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A86AA11-23A1-396A-05EC-FC8E5B5E3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55" y="3781646"/>
                <a:ext cx="3362037" cy="5554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BA2BF7E-4E47-208F-17F0-6C434E765B87}"/>
                  </a:ext>
                </a:extLst>
              </p:cNvPr>
              <p:cNvSpPr txBox="1"/>
              <p:nvPr/>
            </p:nvSpPr>
            <p:spPr>
              <a:xfrm>
                <a:off x="715818" y="4691427"/>
                <a:ext cx="3362037" cy="560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ar-AE" altLang="zh-TW" sz="1800" dirty="0"/>
                  <a:t> </a:t>
                </a:r>
                <a:r>
                  <a:rPr lang="es-ES" altLang="zh-TW" dirty="0"/>
                  <a:t>⊙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sz="1800" dirty="0"/>
                  <a:t> </a:t>
                </a:r>
                <a:r>
                  <a:rPr lang="en-US" altLang="zh-TW" sz="1800" dirty="0"/>
                  <a:t>=</a:t>
                </a:r>
                <a:r>
                  <a:rPr lang="zh-TW" altLang="en-US" sz="1800" dirty="0"/>
                  <a:t> </a:t>
                </a:r>
                <a:r>
                  <a:rPr lang="en-US" altLang="zh-TW" dirty="0"/>
                  <a:t>1</a:t>
                </a:r>
                <a:r>
                  <a:rPr lang="zh-TW" altLang="en-US" sz="1800" dirty="0"/>
                  <a:t> </a:t>
                </a:r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BA2BF7E-4E47-208F-17F0-6C434E765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4691427"/>
                <a:ext cx="3362037" cy="5600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370107DE-51BF-E912-CCC8-AA097E485318}"/>
                  </a:ext>
                </a:extLst>
              </p:cNvPr>
              <p:cNvSpPr txBox="1"/>
              <p:nvPr/>
            </p:nvSpPr>
            <p:spPr>
              <a:xfrm>
                <a:off x="646545" y="5454134"/>
                <a:ext cx="44981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ar-AE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370107DE-51BF-E912-CCC8-AA097E485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45" y="5454134"/>
                <a:ext cx="4498109" cy="369332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0DB3BC5-2C0C-C10C-1006-B17001F7421A}"/>
              </a:ext>
            </a:extLst>
          </p:cNvPr>
          <p:cNvCxnSpPr/>
          <p:nvPr/>
        </p:nvCxnSpPr>
        <p:spPr>
          <a:xfrm>
            <a:off x="2521528" y="1985818"/>
            <a:ext cx="5449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5E0F0E8-0CFA-EE11-CE6D-252A9BD48257}"/>
              </a:ext>
            </a:extLst>
          </p:cNvPr>
          <p:cNvSpPr txBox="1"/>
          <p:nvPr/>
        </p:nvSpPr>
        <p:spPr>
          <a:xfrm>
            <a:off x="1311564" y="3334329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這個</a:t>
            </a:r>
            <a:r>
              <a:rPr lang="en-US" altLang="zh-TW" i="1" dirty="0">
                <a:solidFill>
                  <a:srgbClr val="FF0000"/>
                </a:solidFill>
              </a:rPr>
              <a:t>m</a:t>
            </a:r>
            <a:r>
              <a:rPr lang="zh-TW" altLang="en-US" dirty="0">
                <a:solidFill>
                  <a:srgbClr val="FF0000"/>
                </a:solidFill>
              </a:rPr>
              <a:t> 再向前傳遞時也會存起來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799CA0CC-6BF5-5D3D-99B0-C08FB5682728}"/>
                  </a:ext>
                </a:extLst>
              </p:cNvPr>
              <p:cNvSpPr txBox="1"/>
              <p:nvPr/>
            </p:nvSpPr>
            <p:spPr>
              <a:xfrm>
                <a:off x="5107709" y="2584004"/>
                <a:ext cx="6899564" cy="6643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zh-TW" i="1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799CA0CC-6BF5-5D3D-99B0-C08FB5682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709" y="2584004"/>
                <a:ext cx="6899564" cy="6643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781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B453-CE78-B8C4-0CF4-8AB31086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4A63DEE6-2D3B-4B43-9F49-F77CC2370CA7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 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對權重的微分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68C6C7F-4637-7709-C8EE-4365CCD17B9A}"/>
                  </a:ext>
                </a:extLst>
              </p:cNvPr>
              <p:cNvSpPr txBox="1"/>
              <p:nvPr/>
            </p:nvSpPr>
            <p:spPr>
              <a:xfrm>
                <a:off x="674255" y="1225025"/>
                <a:ext cx="7518399" cy="6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68C6C7F-4637-7709-C8EE-4365CCD17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55" y="1225025"/>
                <a:ext cx="7518399" cy="6663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5A28A09-7185-3654-6366-9F17C692671F}"/>
              </a:ext>
            </a:extLst>
          </p:cNvPr>
          <p:cNvCxnSpPr/>
          <p:nvPr/>
        </p:nvCxnSpPr>
        <p:spPr>
          <a:xfrm>
            <a:off x="3048001" y="1958109"/>
            <a:ext cx="5449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3CB0A7F4-90F6-0DB7-7AD3-94E252E545DA}"/>
                  </a:ext>
                </a:extLst>
              </p:cNvPr>
              <p:cNvSpPr txBox="1"/>
              <p:nvPr/>
            </p:nvSpPr>
            <p:spPr>
              <a:xfrm>
                <a:off x="508001" y="2694781"/>
                <a:ext cx="4858326" cy="1125629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  <m:r>
                              <a:rPr lang="ar-AE" altLang="zh-TW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3CB0A7F4-90F6-0DB7-7AD3-94E252E54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1" y="2694781"/>
                <a:ext cx="4858326" cy="1125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4EB3DF5-675C-A253-3F6A-BDA38954844A}"/>
                  </a:ext>
                </a:extLst>
              </p:cNvPr>
              <p:cNvSpPr txBox="1"/>
              <p:nvPr/>
            </p:nvSpPr>
            <p:spPr>
              <a:xfrm>
                <a:off x="5735781" y="2659631"/>
                <a:ext cx="6096000" cy="2190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en-US" dirty="0"/>
                  <a:t>因此：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ar-AE" altLang="zh-TW" i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ar-AE" altLang="zh-TW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ar-AE" altLang="zh-TW" dirty="0"/>
              </a:p>
              <a:p>
                <a:pPr>
                  <a:buNone/>
                </a:pPr>
                <a:endParaRPr lang="en-US" altLang="zh-TW" dirty="0"/>
              </a:p>
              <a:p>
                <a:pPr>
                  <a:buNone/>
                </a:pPr>
                <a:r>
                  <a:rPr lang="zh-TW" altLang="en-US" dirty="0"/>
                  <a:t>代回原式：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zh-TW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altLang="zh-TW" i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den>
                          </m:f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TW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ar-AE" altLang="zh-TW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ar-AE" altLang="zh-TW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4EB3DF5-675C-A253-3F6A-BDA389548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781" y="2659631"/>
                <a:ext cx="6096000" cy="2190087"/>
              </a:xfrm>
              <a:prstGeom prst="rect">
                <a:avLst/>
              </a:prstGeom>
              <a:blipFill>
                <a:blip r:embed="rId4"/>
                <a:stretch>
                  <a:fillRect l="-900" t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08AA6432-874C-F241-804F-58C524A33FAD}"/>
              </a:ext>
            </a:extLst>
          </p:cNvPr>
          <p:cNvSpPr txBox="1"/>
          <p:nvPr/>
        </p:nvSpPr>
        <p:spPr>
          <a:xfrm>
            <a:off x="3417455" y="5504873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接著就可以 權重更新了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4DFD2AB-B1E5-C659-FA92-E18E8E52FBE9}"/>
                  </a:ext>
                </a:extLst>
              </p:cNvPr>
              <p:cNvSpPr txBox="1"/>
              <p:nvPr/>
            </p:nvSpPr>
            <p:spPr>
              <a:xfrm>
                <a:off x="6105236" y="5325098"/>
                <a:ext cx="3112654" cy="6643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num>
                        <m:den>
                          <m:r>
                            <a:rPr lang="zh-TW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4DFD2AB-B1E5-C659-FA92-E18E8E52F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236" y="5325098"/>
                <a:ext cx="3112654" cy="6643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3738A99C-5B34-9050-9861-87D2189D0624}"/>
              </a:ext>
            </a:extLst>
          </p:cNvPr>
          <p:cNvSpPr txBox="1"/>
          <p:nvPr/>
        </p:nvSpPr>
        <p:spPr>
          <a:xfrm>
            <a:off x="9559637" y="560647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</a:t>
            </a:r>
            <a:r>
              <a:rPr lang="zh-TW" altLang="en-US" dirty="0">
                <a:solidFill>
                  <a:srgbClr val="FF0000"/>
                </a:solidFill>
              </a:rPr>
              <a:t>完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4137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7CAFE88-DFAB-4159-82F3-32A2A079C62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參考資料</a:t>
            </a:r>
            <a:endParaRPr lang="en-US" altLang="zh-TW" sz="4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39BFA8-A204-4031-9590-5EDB6FD65019}"/>
              </a:ext>
            </a:extLst>
          </p:cNvPr>
          <p:cNvSpPr/>
          <p:nvPr/>
        </p:nvSpPr>
        <p:spPr>
          <a:xfrm>
            <a:off x="845220" y="1397427"/>
            <a:ext cx="48374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李弘毅</a:t>
            </a:r>
            <a:r>
              <a:rPr lang="en-US" altLang="zh-TW" dirty="0"/>
              <a:t>-</a:t>
            </a:r>
            <a:r>
              <a:rPr lang="zh-TW" altLang="en-US" dirty="0"/>
              <a:t>倒傳遞</a:t>
            </a:r>
            <a:r>
              <a:rPr lang="en-US" altLang="zh-TW" dirty="0"/>
              <a:t>:</a:t>
            </a:r>
          </a:p>
          <a:p>
            <a:r>
              <a:rPr lang="zh-TW" altLang="en-US" dirty="0">
                <a:hlinkClick r:id="rId2"/>
              </a:rPr>
              <a:t>https://www.youtube.com/watch?v=ibJpTrp5mcE</a:t>
            </a:r>
            <a:r>
              <a:rPr lang="zh-TW" altLang="en-US" dirty="0"/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06979-71ED-4CC4-A6C1-0D79BEF752F9}"/>
              </a:ext>
            </a:extLst>
          </p:cNvPr>
          <p:cNvSpPr/>
          <p:nvPr/>
        </p:nvSpPr>
        <p:spPr>
          <a:xfrm>
            <a:off x="845220" y="3695677"/>
            <a:ext cx="48712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Andrej </a:t>
            </a:r>
            <a:r>
              <a:rPr lang="en-US" altLang="zh-TW" dirty="0" err="1"/>
              <a:t>Karpathy</a:t>
            </a:r>
            <a:r>
              <a:rPr lang="en-US" altLang="zh-TW" dirty="0"/>
              <a:t>-</a:t>
            </a:r>
            <a:r>
              <a:rPr lang="zh-TW" altLang="en-US" dirty="0"/>
              <a:t>倒傳遞</a:t>
            </a:r>
            <a:r>
              <a:rPr lang="en-US" altLang="zh-TW" dirty="0"/>
              <a:t>:</a:t>
            </a:r>
          </a:p>
          <a:p>
            <a:r>
              <a:rPr lang="zh-TW" altLang="en-US" dirty="0">
                <a:hlinkClick r:id="rId3"/>
              </a:rPr>
              <a:t>https://www.youtube.com/watch?v=VMj-3S1tku0</a:t>
            </a:r>
            <a:r>
              <a:rPr lang="zh-TW" altLang="en-US" dirty="0"/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A8841D-2CCE-4C5D-996C-098F5AC5D8E9}"/>
              </a:ext>
            </a:extLst>
          </p:cNvPr>
          <p:cNvSpPr/>
          <p:nvPr/>
        </p:nvSpPr>
        <p:spPr>
          <a:xfrm>
            <a:off x="845220" y="2460342"/>
            <a:ext cx="59436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印度小帥</a:t>
            </a:r>
            <a:r>
              <a:rPr lang="en-US" altLang="zh-TW" dirty="0"/>
              <a:t>-</a:t>
            </a:r>
            <a:r>
              <a:rPr lang="zh-TW" altLang="en-US" dirty="0"/>
              <a:t>倒傳遞</a:t>
            </a:r>
            <a:endParaRPr lang="en-US" altLang="zh-TW" dirty="0"/>
          </a:p>
          <a:p>
            <a:r>
              <a:rPr lang="zh-TW" altLang="en-US" dirty="0">
                <a:hlinkClick r:id="rId4"/>
              </a:rPr>
              <a:t>https://www.youtube.com/watch?v=YOlOLxrMUOw&amp;t=563s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0991E9-B904-422E-80D5-6CCD148C68D8}"/>
              </a:ext>
            </a:extLst>
          </p:cNvPr>
          <p:cNvSpPr txBox="1"/>
          <p:nvPr/>
        </p:nvSpPr>
        <p:spPr>
          <a:xfrm>
            <a:off x="845220" y="4931012"/>
            <a:ext cx="3826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ChatGPT</a:t>
            </a:r>
            <a:r>
              <a:rPr lang="en-US" altLang="zh-TW" dirty="0"/>
              <a:t>-</a:t>
            </a:r>
            <a:r>
              <a:rPr lang="zh-TW" altLang="en-US" dirty="0"/>
              <a:t>倒傳遞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有問必答 </a:t>
            </a:r>
            <a:r>
              <a:rPr lang="en-US" altLang="zh-TW" dirty="0">
                <a:hlinkClick r:id="rId5"/>
              </a:rPr>
              <a:t>https://chat.openai.com/chat</a:t>
            </a:r>
            <a:r>
              <a:rPr lang="zh-TW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8015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0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3028</TotalTime>
  <Words>2209</Words>
  <Application>Microsoft Office PowerPoint</Application>
  <PresentationFormat>寬螢幕</PresentationFormat>
  <Paragraphs>699</Paragraphs>
  <Slides>36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36</vt:i4>
      </vt:variant>
    </vt:vector>
  </HeadingPairs>
  <TitlesOfParts>
    <vt:vector size="46" baseType="lpstr">
      <vt:lpstr>標楷體</vt:lpstr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Office 佈景主題</vt:lpstr>
      <vt:lpstr>1_Office 佈景主題</vt:lpstr>
      <vt:lpstr>PowerPoint 簡報</vt:lpstr>
      <vt:lpstr>PowerPoint 簡報</vt:lpstr>
      <vt:lpstr>Backpropagation 倒傳遞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51</cp:revision>
  <dcterms:created xsi:type="dcterms:W3CDTF">2024-09-17T11:26:55Z</dcterms:created>
  <dcterms:modified xsi:type="dcterms:W3CDTF">2025-12-10T04:41:39Z</dcterms:modified>
</cp:coreProperties>
</file>